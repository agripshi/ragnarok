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5.xml" ContentType="application/vnd.openxmlformats-officedocument.presentationml.tags+xml"/>
  <Override PartName="/ppt/tags/tag36.xml" ContentType="application/vnd.openxmlformats-officedocument.presentationml.tags+xml"/>
  <Override PartName="/ppt/notesSlides/notesSlide1.xml" ContentType="application/vnd.openxmlformats-officedocument.presentationml.notesSlide+xml"/>
  <Override PartName="/ppt/tags/tag37.xml" ContentType="application/vnd.openxmlformats-officedocument.presentationml.tags+xml"/>
  <Override PartName="/ppt/notesSlides/notesSlide2.xml" ContentType="application/vnd.openxmlformats-officedocument.presentationml.notesSlide+xml"/>
  <Override PartName="/ppt/tags/tag38.xml" ContentType="application/vnd.openxmlformats-officedocument.presentationml.tags+xml"/>
  <Override PartName="/ppt/notesSlides/notesSlide3.xml" ContentType="application/vnd.openxmlformats-officedocument.presentationml.notesSlide+xml"/>
  <Override PartName="/ppt/tags/tag39.xml" ContentType="application/vnd.openxmlformats-officedocument.presentationml.tags+xml"/>
  <Override PartName="/ppt/notesSlides/notesSlide4.xml" ContentType="application/vnd.openxmlformats-officedocument.presentationml.notesSlide+xml"/>
  <Override PartName="/ppt/tags/tag40.xml" ContentType="application/vnd.openxmlformats-officedocument.presentationml.tags+xml"/>
  <Override PartName="/ppt/notesSlides/notesSlide5.xml" ContentType="application/vnd.openxmlformats-officedocument.presentationml.notesSlide+xml"/>
  <Override PartName="/ppt/tags/tag41.xml" ContentType="application/vnd.openxmlformats-officedocument.presentationml.tags+xml"/>
  <Override PartName="/ppt/notesSlides/notesSlide6.xml" ContentType="application/vnd.openxmlformats-officedocument.presentationml.notesSlide+xml"/>
  <Override PartName="/ppt/tags/tag42.xml" ContentType="application/vnd.openxmlformats-officedocument.presentationml.tags+xml"/>
  <Override PartName="/ppt/notesSlides/notesSlide7.xml" ContentType="application/vnd.openxmlformats-officedocument.presentationml.notesSlide+xml"/>
  <Override PartName="/ppt/tags/tag43.xml" ContentType="application/vnd.openxmlformats-officedocument.presentationml.tags+xml"/>
  <Override PartName="/ppt/notesSlides/notesSlide8.xml" ContentType="application/vnd.openxmlformats-officedocument.presentationml.notesSlide+xml"/>
  <Override PartName="/ppt/tags/tag44.xml" ContentType="application/vnd.openxmlformats-officedocument.presentationml.tags+xml"/>
  <Override PartName="/ppt/notesSlides/notesSlide9.xml" ContentType="application/vnd.openxmlformats-officedocument.presentationml.notesSlide+xml"/>
  <Override PartName="/ppt/tags/tag45.xml" ContentType="application/vnd.openxmlformats-officedocument.presentationml.tags+xml"/>
  <Override PartName="/ppt/notesSlides/notesSlide10.xml" ContentType="application/vnd.openxmlformats-officedocument.presentationml.notesSlide+xml"/>
  <Override PartName="/ppt/tags/tag46.xml" ContentType="application/vnd.openxmlformats-officedocument.presentationml.tags+xml"/>
  <Override PartName="/ppt/notesSlides/notesSlide11.xml" ContentType="application/vnd.openxmlformats-officedocument.presentationml.notesSlide+xml"/>
  <Override PartName="/ppt/tags/tag47.xml" ContentType="application/vnd.openxmlformats-officedocument.presentationml.tags+xml"/>
  <Override PartName="/ppt/notesSlides/notesSlide12.xml" ContentType="application/vnd.openxmlformats-officedocument.presentationml.notesSlide+xml"/>
  <Override PartName="/ppt/tags/tag48.xml" ContentType="application/vnd.openxmlformats-officedocument.presentationml.tags+xml"/>
  <Override PartName="/ppt/notesSlides/notesSlide13.xml" ContentType="application/vnd.openxmlformats-officedocument.presentationml.notesSlide+xml"/>
  <Override PartName="/ppt/tags/tag49.xml" ContentType="application/vnd.openxmlformats-officedocument.presentationml.tags+xml"/>
  <Override PartName="/ppt/notesSlides/notesSlide14.xml" ContentType="application/vnd.openxmlformats-officedocument.presentationml.notesSlide+xml"/>
  <Override PartName="/ppt/tags/tag50.xml" ContentType="application/vnd.openxmlformats-officedocument.presentationml.tags+xml"/>
  <Override PartName="/ppt/notesSlides/notesSlide15.xml" ContentType="application/vnd.openxmlformats-officedocument.presentationml.notesSlide+xml"/>
  <Override PartName="/ppt/tags/tag51.xml" ContentType="application/vnd.openxmlformats-officedocument.presentationml.tags+xml"/>
  <Override PartName="/ppt/notesSlides/notesSlide16.xml" ContentType="application/vnd.openxmlformats-officedocument.presentationml.notesSlide+xml"/>
  <Override PartName="/ppt/tags/tag52.xml" ContentType="application/vnd.openxmlformats-officedocument.presentationml.tags+xml"/>
  <Override PartName="/ppt/notesSlides/notesSlide17.xml" ContentType="application/vnd.openxmlformats-officedocument.presentationml.notesSlide+xml"/>
  <Override PartName="/ppt/tags/tag53.xml" ContentType="application/vnd.openxmlformats-officedocument.presentationml.tags+xml"/>
  <Override PartName="/ppt/notesSlides/notesSlide18.xml" ContentType="application/vnd.openxmlformats-officedocument.presentationml.notesSlide+xml"/>
  <Override PartName="/ppt/tags/tag54.xml" ContentType="application/vnd.openxmlformats-officedocument.presentationml.tags+xml"/>
  <Override PartName="/ppt/notesSlides/notesSlide19.xml" ContentType="application/vnd.openxmlformats-officedocument.presentationml.notesSlide+xml"/>
  <Override PartName="/ppt/tags/tag55.xml" ContentType="application/vnd.openxmlformats-officedocument.presentationml.tags+xml"/>
  <Override PartName="/ppt/notesSlides/notesSlide20.xml" ContentType="application/vnd.openxmlformats-officedocument.presentationml.notesSlide+xml"/>
  <Override PartName="/ppt/tags/tag56.xml" ContentType="application/vnd.openxmlformats-officedocument.presentationml.tags+xml"/>
  <Override PartName="/ppt/notesSlides/notesSlide21.xml" ContentType="application/vnd.openxmlformats-officedocument.presentationml.notesSlide+xml"/>
  <Override PartName="/ppt/tags/tag57.xml" ContentType="application/vnd.openxmlformats-officedocument.presentationml.tags+xml"/>
  <Override PartName="/ppt/notesSlides/notesSlide22.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23.xml" ContentType="application/vnd.openxmlformats-officedocument.presentationml.notesSlide+xml"/>
  <Override PartName="/ppt/tags/tag62.xml" ContentType="application/vnd.openxmlformats-officedocument.presentationml.tags+xml"/>
  <Override PartName="/ppt/notesSlides/notesSlide24.xml" ContentType="application/vnd.openxmlformats-officedocument.presentationml.notesSlide+xml"/>
  <Override PartName="/ppt/tags/tag63.xml" ContentType="application/vnd.openxmlformats-officedocument.presentationml.tags+xml"/>
  <Override PartName="/ppt/notesSlides/notesSlide25.xml" ContentType="application/vnd.openxmlformats-officedocument.presentationml.notesSlide+xml"/>
  <Override PartName="/ppt/tags/tag64.xml" ContentType="application/vnd.openxmlformats-officedocument.presentationml.tags+xml"/>
  <Override PartName="/ppt/notesSlides/notesSlide26.xml" ContentType="application/vnd.openxmlformats-officedocument.presentationml.notesSlide+xml"/>
  <Override PartName="/ppt/tags/tag65.xml" ContentType="application/vnd.openxmlformats-officedocument.presentationml.tags+xml"/>
  <Override PartName="/ppt/notesSlides/notesSlide27.xml" ContentType="application/vnd.openxmlformats-officedocument.presentationml.notesSlide+xml"/>
  <Override PartName="/ppt/tags/tag66.xml" ContentType="application/vnd.openxmlformats-officedocument.presentationml.tags+xml"/>
  <Override PartName="/ppt/notesSlides/notesSlide28.xml" ContentType="application/vnd.openxmlformats-officedocument.presentationml.notesSlide+xml"/>
  <Override PartName="/ppt/tags/tag67.xml" ContentType="application/vnd.openxmlformats-officedocument.presentationml.tags+xml"/>
  <Override PartName="/ppt/notesSlides/notesSlide29.xml" ContentType="application/vnd.openxmlformats-officedocument.presentationml.notesSlide+xml"/>
  <Override PartName="/ppt/tags/tag68.xml" ContentType="application/vnd.openxmlformats-officedocument.presentationml.tags+xml"/>
  <Override PartName="/ppt/notesSlides/notesSlide30.xml" ContentType="application/vnd.openxmlformats-officedocument.presentationml.notesSlide+xml"/>
  <Override PartName="/ppt/tags/tag69.xml" ContentType="application/vnd.openxmlformats-officedocument.presentationml.tags+xml"/>
  <Override PartName="/ppt/notesSlides/notesSlide31.xml" ContentType="application/vnd.openxmlformats-officedocument.presentationml.notesSlide+xml"/>
  <Override PartName="/ppt/tags/tag70.xml" ContentType="application/vnd.openxmlformats-officedocument.presentationml.tags+xml"/>
  <Override PartName="/ppt/notesSlides/notesSlide32.xml" ContentType="application/vnd.openxmlformats-officedocument.presentationml.notesSlide+xml"/>
  <Override PartName="/ppt/tags/tag71.xml" ContentType="application/vnd.openxmlformats-officedocument.presentationml.tags+xml"/>
  <Override PartName="/ppt/notesSlides/notesSlide33.xml" ContentType="application/vnd.openxmlformats-officedocument.presentationml.notesSlide+xml"/>
  <Override PartName="/ppt/tags/tag72.xml" ContentType="application/vnd.openxmlformats-officedocument.presentationml.tags+xml"/>
  <Override PartName="/ppt/notesSlides/notesSlide34.xml" ContentType="application/vnd.openxmlformats-officedocument.presentationml.notesSlide+xml"/>
  <Override PartName="/ppt/tags/tag73.xml" ContentType="application/vnd.openxmlformats-officedocument.presentationml.tags+xml"/>
  <Override PartName="/ppt/notesSlides/notesSlide35.xml" ContentType="application/vnd.openxmlformats-officedocument.presentationml.notesSlide+xml"/>
  <Override PartName="/ppt/tags/tag74.xml" ContentType="application/vnd.openxmlformats-officedocument.presentationml.tags+xml"/>
  <Override PartName="/ppt/notesSlides/notesSlide36.xml" ContentType="application/vnd.openxmlformats-officedocument.presentationml.notesSlide+xml"/>
  <Override PartName="/ppt/tags/tag75.xml" ContentType="application/vnd.openxmlformats-officedocument.presentationml.tags+xml"/>
  <Override PartName="/ppt/notesSlides/notesSlide37.xml" ContentType="application/vnd.openxmlformats-officedocument.presentationml.notesSlide+xml"/>
  <Override PartName="/ppt/tags/tag76.xml" ContentType="application/vnd.openxmlformats-officedocument.presentationml.tags+xml"/>
  <Override PartName="/ppt/notesSlides/notesSlide38.xml" ContentType="application/vnd.openxmlformats-officedocument.presentationml.notesSlide+xml"/>
  <Override PartName="/ppt/tags/tag77.xml" ContentType="application/vnd.openxmlformats-officedocument.presentationml.tags+xml"/>
  <Override PartName="/ppt/notesSlides/notesSlide39.xml" ContentType="application/vnd.openxmlformats-officedocument.presentationml.notesSlide+xml"/>
  <Override PartName="/ppt/tags/tag78.xml" ContentType="application/vnd.openxmlformats-officedocument.presentationml.tags+xml"/>
  <Override PartName="/ppt/notesSlides/notesSlide40.xml" ContentType="application/vnd.openxmlformats-officedocument.presentationml.notesSlide+xml"/>
  <Override PartName="/ppt/tags/tag79.xml" ContentType="application/vnd.openxmlformats-officedocument.presentationml.tags+xml"/>
  <Override PartName="/ppt/notesSlides/notesSlide41.xml" ContentType="application/vnd.openxmlformats-officedocument.presentationml.notesSlide+xml"/>
  <Override PartName="/ppt/tags/tag80.xml" ContentType="application/vnd.openxmlformats-officedocument.presentationml.tags+xml"/>
  <Override PartName="/ppt/notesSlides/notesSlide42.xml" ContentType="application/vnd.openxmlformats-officedocument.presentationml.notesSlide+xml"/>
  <Override PartName="/ppt/tags/tag81.xml" ContentType="application/vnd.openxmlformats-officedocument.presentationml.tags+xml"/>
  <Override PartName="/ppt/notesSlides/notesSlide43.xml" ContentType="application/vnd.openxmlformats-officedocument.presentationml.notesSlide+xml"/>
  <Override PartName="/ppt/tags/tag82.xml" ContentType="application/vnd.openxmlformats-officedocument.presentationml.tags+xml"/>
  <Override PartName="/ppt/notesSlides/notesSlide44.xml" ContentType="application/vnd.openxmlformats-officedocument.presentationml.notesSlide+xml"/>
  <Override PartName="/ppt/tags/tag83.xml" ContentType="application/vnd.openxmlformats-officedocument.presentationml.tags+xml"/>
  <Override PartName="/ppt/notesSlides/notesSlide45.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99" r:id="rId4"/>
  </p:sldMasterIdLst>
  <p:notesMasterIdLst>
    <p:notesMasterId r:id="rId58"/>
  </p:notesMasterIdLst>
  <p:handoutMasterIdLst>
    <p:handoutMasterId r:id="rId59"/>
  </p:handoutMasterIdLst>
  <p:sldIdLst>
    <p:sldId id="532" r:id="rId5"/>
    <p:sldId id="439" r:id="rId6"/>
    <p:sldId id="309" r:id="rId7"/>
    <p:sldId id="378" r:id="rId8"/>
    <p:sldId id="513" r:id="rId9"/>
    <p:sldId id="514" r:id="rId10"/>
    <p:sldId id="515" r:id="rId11"/>
    <p:sldId id="512" r:id="rId12"/>
    <p:sldId id="517" r:id="rId13"/>
    <p:sldId id="524" r:id="rId14"/>
    <p:sldId id="525" r:id="rId15"/>
    <p:sldId id="526" r:id="rId16"/>
    <p:sldId id="528" r:id="rId17"/>
    <p:sldId id="527" r:id="rId18"/>
    <p:sldId id="529" r:id="rId19"/>
    <p:sldId id="530" r:id="rId20"/>
    <p:sldId id="531" r:id="rId21"/>
    <p:sldId id="533" r:id="rId22"/>
    <p:sldId id="534" r:id="rId23"/>
    <p:sldId id="535" r:id="rId24"/>
    <p:sldId id="536" r:id="rId25"/>
    <p:sldId id="537" r:id="rId26"/>
    <p:sldId id="558" r:id="rId27"/>
    <p:sldId id="555" r:id="rId28"/>
    <p:sldId id="556" r:id="rId29"/>
    <p:sldId id="557" r:id="rId30"/>
    <p:sldId id="421" r:id="rId31"/>
    <p:sldId id="505" r:id="rId32"/>
    <p:sldId id="507" r:id="rId33"/>
    <p:sldId id="538" r:id="rId34"/>
    <p:sldId id="518" r:id="rId35"/>
    <p:sldId id="519" r:id="rId36"/>
    <p:sldId id="520" r:id="rId37"/>
    <p:sldId id="521" r:id="rId38"/>
    <p:sldId id="522" r:id="rId39"/>
    <p:sldId id="539" r:id="rId40"/>
    <p:sldId id="540" r:id="rId41"/>
    <p:sldId id="541" r:id="rId42"/>
    <p:sldId id="542" r:id="rId43"/>
    <p:sldId id="543" r:id="rId44"/>
    <p:sldId id="544" r:id="rId45"/>
    <p:sldId id="545" r:id="rId46"/>
    <p:sldId id="546" r:id="rId47"/>
    <p:sldId id="547" r:id="rId48"/>
    <p:sldId id="548" r:id="rId49"/>
    <p:sldId id="549" r:id="rId50"/>
    <p:sldId id="550" r:id="rId51"/>
    <p:sldId id="551" r:id="rId52"/>
    <p:sldId id="559" r:id="rId53"/>
    <p:sldId id="552" r:id="rId54"/>
    <p:sldId id="553" r:id="rId55"/>
    <p:sldId id="554" r:id="rId56"/>
    <p:sldId id="508" r:id="rId57"/>
  </p:sldIdLst>
  <p:sldSz cx="12192000" cy="6858000"/>
  <p:notesSz cx="6858000" cy="9144000"/>
  <p:defaultTex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ANGUAGE" id="{E9E5C831-60CA-46FE-A3D5-2AAE8701C87F}">
          <p14:sldIdLst>
            <p14:sldId id="532"/>
          </p14:sldIdLst>
        </p14:section>
        <p14:section name="ENG" id="{D75EA8AF-CE20-2942-9A73-19DCEC31D13D}">
          <p14:sldIdLst>
            <p14:sldId id="439"/>
            <p14:sldId id="309"/>
            <p14:sldId id="378"/>
            <p14:sldId id="513"/>
            <p14:sldId id="514"/>
            <p14:sldId id="515"/>
            <p14:sldId id="512"/>
            <p14:sldId id="517"/>
            <p14:sldId id="524"/>
            <p14:sldId id="525"/>
            <p14:sldId id="526"/>
            <p14:sldId id="528"/>
            <p14:sldId id="527"/>
            <p14:sldId id="529"/>
            <p14:sldId id="530"/>
            <p14:sldId id="531"/>
            <p14:sldId id="533"/>
            <p14:sldId id="534"/>
            <p14:sldId id="535"/>
            <p14:sldId id="536"/>
            <p14:sldId id="537"/>
            <p14:sldId id="558"/>
            <p14:sldId id="555"/>
            <p14:sldId id="556"/>
            <p14:sldId id="557"/>
            <p14:sldId id="421"/>
          </p14:sldIdLst>
        </p14:section>
        <p14:section name="ITA" id="{794AF517-A42E-4D40-A812-2ABC3679CBE3}">
          <p14:sldIdLst>
            <p14:sldId id="505"/>
            <p14:sldId id="507"/>
            <p14:sldId id="538"/>
            <p14:sldId id="518"/>
            <p14:sldId id="519"/>
            <p14:sldId id="520"/>
            <p14:sldId id="521"/>
            <p14:sldId id="522"/>
            <p14:sldId id="539"/>
            <p14:sldId id="540"/>
            <p14:sldId id="541"/>
            <p14:sldId id="542"/>
            <p14:sldId id="543"/>
            <p14:sldId id="544"/>
            <p14:sldId id="545"/>
            <p14:sldId id="546"/>
            <p14:sldId id="547"/>
            <p14:sldId id="548"/>
            <p14:sldId id="549"/>
            <p14:sldId id="550"/>
            <p14:sldId id="551"/>
            <p14:sldId id="559"/>
            <p14:sldId id="552"/>
            <p14:sldId id="553"/>
            <p14:sldId id="554"/>
            <p14:sldId id="508"/>
          </p14:sldIdLst>
        </p14:section>
      </p14:sectionLst>
    </p:ext>
    <p:ext uri="{EFAFB233-063F-42B5-8137-9DF3F51BA10A}">
      <p15:sldGuideLst xmlns:p15="http://schemas.microsoft.com/office/powerpoint/2012/main">
        <p15:guide id="1" orient="horz" pos="2115"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1F2"/>
    <a:srgbClr val="F6F7F8"/>
    <a:srgbClr val="384B96"/>
    <a:srgbClr val="00B1AB"/>
    <a:srgbClr val="72994B"/>
    <a:srgbClr val="70D64C"/>
    <a:srgbClr val="A976BF"/>
    <a:srgbClr val="44ADC6"/>
    <a:srgbClr val="8094DF"/>
    <a:srgbClr val="005D6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6B7134-93DB-80B3-2878-F0E229B4C19D}" v="1" dt="2025-07-15T13:57:20.711"/>
    <p1510:client id="{B8DB47E4-31B1-1798-CA51-7392F1A4BDD7}" v="1" dt="2025-07-17T12:06:33.269"/>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Stile chiaro 1 - Colore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CAF9ED-07DC-4A11-8D7F-57B35C25682E}" styleName="Stile medio 1 - Colore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Stile scuro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Stile chi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Stile chi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Stile chiaro 2 - Colore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Stile medio 1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15"/>
        <p:guide pos="384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ianna Landoni" userId="3d62cfe4-f381-4d93-8543-db56469c63db" providerId="ADAL" clId="{CFFBD93D-FF3B-48A7-9853-4040ECF23D00}"/>
    <pc:docChg chg="undo custSel addSld delSld modSld sldOrd modMainMaster addSection delSection modSection">
      <pc:chgData name="Arianna Landoni" userId="3d62cfe4-f381-4d93-8543-db56469c63db" providerId="ADAL" clId="{CFFBD93D-FF3B-48A7-9853-4040ECF23D00}" dt="2025-07-02T10:13:52.108" v="16005" actId="113"/>
      <pc:docMkLst>
        <pc:docMk/>
      </pc:docMkLst>
      <pc:sldChg chg="del">
        <pc:chgData name="Arianna Landoni" userId="3d62cfe4-f381-4d93-8543-db56469c63db" providerId="ADAL" clId="{CFFBD93D-FF3B-48A7-9853-4040ECF23D00}" dt="2025-06-09T08:15:46.317" v="316" actId="47"/>
        <pc:sldMkLst>
          <pc:docMk/>
          <pc:sldMk cId="3802359768" sldId="269"/>
        </pc:sldMkLst>
      </pc:sldChg>
      <pc:sldChg chg="addSp delSp modSp mod ord">
        <pc:chgData name="Arianna Landoni" userId="3d62cfe4-f381-4d93-8543-db56469c63db" providerId="ADAL" clId="{CFFBD93D-FF3B-48A7-9853-4040ECF23D00}" dt="2025-06-20T13:18:43.510" v="9799" actId="1076"/>
        <pc:sldMkLst>
          <pc:docMk/>
          <pc:sldMk cId="550282283" sldId="309"/>
        </pc:sldMkLst>
        <pc:spChg chg="mod">
          <ac:chgData name="Arianna Landoni" userId="3d62cfe4-f381-4d93-8543-db56469c63db" providerId="ADAL" clId="{CFFBD93D-FF3B-48A7-9853-4040ECF23D00}" dt="2025-06-19T15:49:25.892" v="5325" actId="947"/>
          <ac:spMkLst>
            <pc:docMk/>
            <pc:sldMk cId="550282283" sldId="309"/>
            <ac:spMk id="6" creationId="{E69B1B04-1EE4-2E4C-85E8-B7EE85ADDA9A}"/>
          </ac:spMkLst>
        </pc:spChg>
        <pc:spChg chg="mod">
          <ac:chgData name="Arianna Landoni" userId="3d62cfe4-f381-4d93-8543-db56469c63db" providerId="ADAL" clId="{CFFBD93D-FF3B-48A7-9853-4040ECF23D00}" dt="2025-06-19T15:49:27.589" v="6232" actId="948"/>
          <ac:spMkLst>
            <pc:docMk/>
            <pc:sldMk cId="550282283" sldId="309"/>
            <ac:spMk id="7" creationId="{2C4CDD01-9AFA-7944-8C77-012E1771187C}"/>
          </ac:spMkLst>
        </pc:spChg>
        <pc:spChg chg="add mod">
          <ac:chgData name="Arianna Landoni" userId="3d62cfe4-f381-4d93-8543-db56469c63db" providerId="ADAL" clId="{CFFBD93D-FF3B-48A7-9853-4040ECF23D00}" dt="2025-06-20T13:18:26.310" v="9793" actId="14100"/>
          <ac:spMkLst>
            <pc:docMk/>
            <pc:sldMk cId="550282283" sldId="309"/>
            <ac:spMk id="10" creationId="{EBBC2A7D-21ED-A955-DA40-17477988AE56}"/>
          </ac:spMkLst>
        </pc:spChg>
        <pc:spChg chg="add mod">
          <ac:chgData name="Arianna Landoni" userId="3d62cfe4-f381-4d93-8543-db56469c63db" providerId="ADAL" clId="{CFFBD93D-FF3B-48A7-9853-4040ECF23D00}" dt="2025-06-20T13:18:20.030" v="9791" actId="1076"/>
          <ac:spMkLst>
            <pc:docMk/>
            <pc:sldMk cId="550282283" sldId="309"/>
            <ac:spMk id="11" creationId="{717ED363-6298-3EAA-E106-1349267FBC4D}"/>
          </ac:spMkLst>
        </pc:spChg>
        <pc:spChg chg="add mod">
          <ac:chgData name="Arianna Landoni" userId="3d62cfe4-f381-4d93-8543-db56469c63db" providerId="ADAL" clId="{CFFBD93D-FF3B-48A7-9853-4040ECF23D00}" dt="2025-06-20T13:18:43.510" v="9799" actId="1076"/>
          <ac:spMkLst>
            <pc:docMk/>
            <pc:sldMk cId="550282283" sldId="309"/>
            <ac:spMk id="12" creationId="{5346AB7E-48EF-803D-6F22-76E38A1F2D07}"/>
          </ac:spMkLst>
        </pc:spChg>
        <pc:graphicFrameChg chg="add mod ord modVis">
          <ac:chgData name="Arianna Landoni" userId="3d62cfe4-f381-4d93-8543-db56469c63db" providerId="ADAL" clId="{CFFBD93D-FF3B-48A7-9853-4040ECF23D00}" dt="2025-06-19T15:49:30.320" v="6923"/>
          <ac:graphicFrameMkLst>
            <pc:docMk/>
            <pc:sldMk cId="550282283" sldId="309"/>
            <ac:graphicFrameMk id="5" creationId="{FE5C3B54-04A7-AAE7-5920-2C3C58BCC686}"/>
          </ac:graphicFrameMkLst>
        </pc:graphicFrameChg>
        <pc:picChg chg="add mod">
          <ac:chgData name="Arianna Landoni" userId="3d62cfe4-f381-4d93-8543-db56469c63db" providerId="ADAL" clId="{CFFBD93D-FF3B-48A7-9853-4040ECF23D00}" dt="2025-06-20T13:18:20.030" v="9791" actId="1076"/>
          <ac:picMkLst>
            <pc:docMk/>
            <pc:sldMk cId="550282283" sldId="309"/>
            <ac:picMk id="9" creationId="{32EDDBAB-7FA5-414A-C192-AA8E04779AEA}"/>
          </ac:picMkLst>
        </pc:picChg>
      </pc:sldChg>
      <pc:sldChg chg="del">
        <pc:chgData name="Arianna Landoni" userId="3d62cfe4-f381-4d93-8543-db56469c63db" providerId="ADAL" clId="{CFFBD93D-FF3B-48A7-9853-4040ECF23D00}" dt="2025-06-09T08:15:09.200" v="310" actId="47"/>
        <pc:sldMkLst>
          <pc:docMk/>
          <pc:sldMk cId="2990001711" sldId="375"/>
        </pc:sldMkLst>
      </pc:sldChg>
      <pc:sldChg chg="addSp delSp modSp mod ord">
        <pc:chgData name="Arianna Landoni" userId="3d62cfe4-f381-4d93-8543-db56469c63db" providerId="ADAL" clId="{CFFBD93D-FF3B-48A7-9853-4040ECF23D00}" dt="2025-06-20T15:04:28.469" v="14584" actId="20577"/>
        <pc:sldMkLst>
          <pc:docMk/>
          <pc:sldMk cId="1926916822" sldId="378"/>
        </pc:sldMkLst>
        <pc:spChg chg="mod">
          <ac:chgData name="Arianna Landoni" userId="3d62cfe4-f381-4d93-8543-db56469c63db" providerId="ADAL" clId="{CFFBD93D-FF3B-48A7-9853-4040ECF23D00}" dt="2025-06-20T15:04:28.469" v="14584" actId="20577"/>
          <ac:spMkLst>
            <pc:docMk/>
            <pc:sldMk cId="1926916822" sldId="378"/>
            <ac:spMk id="5" creationId="{3B65FF2B-7ACC-8F3D-3402-24BCD86A6849}"/>
          </ac:spMkLst>
        </pc:spChg>
        <pc:spChg chg="mod">
          <ac:chgData name="Arianna Landoni" userId="3d62cfe4-f381-4d93-8543-db56469c63db" providerId="ADAL" clId="{CFFBD93D-FF3B-48A7-9853-4040ECF23D00}" dt="2025-06-19T15:49:26.164" v="5489" actId="947"/>
          <ac:spMkLst>
            <pc:docMk/>
            <pc:sldMk cId="1926916822" sldId="378"/>
            <ac:spMk id="9" creationId="{024FAF7D-2070-3F4F-A537-DBCC494E5E73}"/>
          </ac:spMkLst>
        </pc:spChg>
        <pc:spChg chg="mod">
          <ac:chgData name="Arianna Landoni" userId="3d62cfe4-f381-4d93-8543-db56469c63db" providerId="ADAL" clId="{CFFBD93D-FF3B-48A7-9853-4040ECF23D00}" dt="2025-06-20T13:29:38.583" v="10279" actId="948"/>
          <ac:spMkLst>
            <pc:docMk/>
            <pc:sldMk cId="1926916822" sldId="378"/>
            <ac:spMk id="11" creationId="{363EB4BA-9ABD-BE4A-A119-193AD4094E2F}"/>
          </ac:spMkLst>
        </pc:spChg>
        <pc:graphicFrameChg chg="add mod ord modVis">
          <ac:chgData name="Arianna Landoni" userId="3d62cfe4-f381-4d93-8543-db56469c63db" providerId="ADAL" clId="{CFFBD93D-FF3B-48A7-9853-4040ECF23D00}" dt="2025-06-20T13:29:38.658" v="10303"/>
          <ac:graphicFrameMkLst>
            <pc:docMk/>
            <pc:sldMk cId="1926916822" sldId="378"/>
            <ac:graphicFrameMk id="3" creationId="{EB2B64AB-F52D-50ED-EC8F-6499768BBB5B}"/>
          </ac:graphicFrameMkLst>
        </pc:graphicFrameChg>
      </pc:sldChg>
      <pc:sldChg chg="del">
        <pc:chgData name="Arianna Landoni" userId="3d62cfe4-f381-4d93-8543-db56469c63db" providerId="ADAL" clId="{CFFBD93D-FF3B-48A7-9853-4040ECF23D00}" dt="2025-06-09T08:15:39.927" v="315" actId="18676"/>
        <pc:sldMkLst>
          <pc:docMk/>
          <pc:sldMk cId="2433281825" sldId="392"/>
        </pc:sldMkLst>
      </pc:sldChg>
      <pc:sldChg chg="del">
        <pc:chgData name="Arianna Landoni" userId="3d62cfe4-f381-4d93-8543-db56469c63db" providerId="ADAL" clId="{CFFBD93D-FF3B-48A7-9853-4040ECF23D00}" dt="2025-06-09T08:15:39.927" v="315" actId="18676"/>
        <pc:sldMkLst>
          <pc:docMk/>
          <pc:sldMk cId="1965019545" sldId="401"/>
        </pc:sldMkLst>
      </pc:sldChg>
      <pc:sldChg chg="del">
        <pc:chgData name="Arianna Landoni" userId="3d62cfe4-f381-4d93-8543-db56469c63db" providerId="ADAL" clId="{CFFBD93D-FF3B-48A7-9853-4040ECF23D00}" dt="2025-06-09T08:15:32.353" v="312" actId="18676"/>
        <pc:sldMkLst>
          <pc:docMk/>
          <pc:sldMk cId="868899388" sldId="402"/>
        </pc:sldMkLst>
      </pc:sldChg>
      <pc:sldChg chg="del">
        <pc:chgData name="Arianna Landoni" userId="3d62cfe4-f381-4d93-8543-db56469c63db" providerId="ADAL" clId="{CFFBD93D-FF3B-48A7-9853-4040ECF23D00}" dt="2025-06-09T08:15:32.353" v="312" actId="18676"/>
        <pc:sldMkLst>
          <pc:docMk/>
          <pc:sldMk cId="4068809031" sldId="408"/>
        </pc:sldMkLst>
      </pc:sldChg>
      <pc:sldChg chg="del">
        <pc:chgData name="Arianna Landoni" userId="3d62cfe4-f381-4d93-8543-db56469c63db" providerId="ADAL" clId="{CFFBD93D-FF3B-48A7-9853-4040ECF23D00}" dt="2025-06-09T08:15:16.467" v="311" actId="18676"/>
        <pc:sldMkLst>
          <pc:docMk/>
          <pc:sldMk cId="3149464960" sldId="411"/>
        </pc:sldMkLst>
      </pc:sldChg>
      <pc:sldChg chg="addSp delSp modSp mod ord">
        <pc:chgData name="Arianna Landoni" userId="3d62cfe4-f381-4d93-8543-db56469c63db" providerId="ADAL" clId="{CFFBD93D-FF3B-48A7-9853-4040ECF23D00}" dt="2025-06-20T14:02:02.238" v="11112" actId="478"/>
        <pc:sldMkLst>
          <pc:docMk/>
          <pc:sldMk cId="4273408207" sldId="421"/>
        </pc:sldMkLst>
        <pc:spChg chg="mod">
          <ac:chgData name="Arianna Landoni" userId="3d62cfe4-f381-4d93-8543-db56469c63db" providerId="ADAL" clId="{CFFBD93D-FF3B-48A7-9853-4040ECF23D00}" dt="2025-06-19T15:49:25.303" v="5050" actId="947"/>
          <ac:spMkLst>
            <pc:docMk/>
            <pc:sldMk cId="4273408207" sldId="421"/>
            <ac:spMk id="3" creationId="{B3E268AE-3FC6-7EE3-352A-279CC14BCAD1}"/>
          </ac:spMkLst>
        </pc:spChg>
        <pc:spChg chg="mod">
          <ac:chgData name="Arianna Landoni" userId="3d62cfe4-f381-4d93-8543-db56469c63db" providerId="ADAL" clId="{CFFBD93D-FF3B-48A7-9853-4040ECF23D00}" dt="2025-06-20T14:02:00.278" v="11087" actId="948"/>
          <ac:spMkLst>
            <pc:docMk/>
            <pc:sldMk cId="4273408207" sldId="421"/>
            <ac:spMk id="6" creationId="{02484010-A516-D61C-A717-BDBBBEAF32D6}"/>
          </ac:spMkLst>
        </pc:spChg>
        <pc:graphicFrameChg chg="add mod ord modVis">
          <ac:chgData name="Arianna Landoni" userId="3d62cfe4-f381-4d93-8543-db56469c63db" providerId="ADAL" clId="{CFFBD93D-FF3B-48A7-9853-4040ECF23D00}" dt="2025-06-20T14:02:00.388" v="11111"/>
          <ac:graphicFrameMkLst>
            <pc:docMk/>
            <pc:sldMk cId="4273408207" sldId="421"/>
            <ac:graphicFrameMk id="2" creationId="{7C613D53-6D68-3430-323E-856379990B2C}"/>
          </ac:graphicFrameMkLst>
        </pc:graphicFrameChg>
      </pc:sldChg>
      <pc:sldChg chg="del">
        <pc:chgData name="Arianna Landoni" userId="3d62cfe4-f381-4d93-8543-db56469c63db" providerId="ADAL" clId="{CFFBD93D-FF3B-48A7-9853-4040ECF23D00}" dt="2025-06-09T08:15:32.353" v="312" actId="18676"/>
        <pc:sldMkLst>
          <pc:docMk/>
          <pc:sldMk cId="3414534634" sldId="424"/>
        </pc:sldMkLst>
      </pc:sldChg>
      <pc:sldChg chg="del">
        <pc:chgData name="Arianna Landoni" userId="3d62cfe4-f381-4d93-8543-db56469c63db" providerId="ADAL" clId="{CFFBD93D-FF3B-48A7-9853-4040ECF23D00}" dt="2025-06-09T08:15:50.896" v="317" actId="47"/>
        <pc:sldMkLst>
          <pc:docMk/>
          <pc:sldMk cId="2880983300" sldId="432"/>
        </pc:sldMkLst>
      </pc:sldChg>
      <pc:sldChg chg="del">
        <pc:chgData name="Arianna Landoni" userId="3d62cfe4-f381-4d93-8543-db56469c63db" providerId="ADAL" clId="{CFFBD93D-FF3B-48A7-9853-4040ECF23D00}" dt="2025-06-09T08:15:57.739" v="319" actId="47"/>
        <pc:sldMkLst>
          <pc:docMk/>
          <pc:sldMk cId="4035622223" sldId="433"/>
        </pc:sldMkLst>
      </pc:sldChg>
      <pc:sldChg chg="del">
        <pc:chgData name="Arianna Landoni" userId="3d62cfe4-f381-4d93-8543-db56469c63db" providerId="ADAL" clId="{CFFBD93D-FF3B-48A7-9853-4040ECF23D00}" dt="2025-06-09T08:15:57.739" v="319" actId="47"/>
        <pc:sldMkLst>
          <pc:docMk/>
          <pc:sldMk cId="27790665" sldId="434"/>
        </pc:sldMkLst>
      </pc:sldChg>
      <pc:sldChg chg="addSp delSp modSp mod ord setBg">
        <pc:chgData name="Arianna Landoni" userId="3d62cfe4-f381-4d93-8543-db56469c63db" providerId="ADAL" clId="{CFFBD93D-FF3B-48A7-9853-4040ECF23D00}" dt="2025-06-20T09:26:00.323" v="9006"/>
        <pc:sldMkLst>
          <pc:docMk/>
          <pc:sldMk cId="2793993292" sldId="439"/>
        </pc:sldMkLst>
        <pc:spChg chg="mod">
          <ac:chgData name="Arianna Landoni" userId="3d62cfe4-f381-4d93-8543-db56469c63db" providerId="ADAL" clId="{CFFBD93D-FF3B-48A7-9853-4040ECF23D00}" dt="2025-06-20T09:26:00.281" v="8982" actId="948"/>
          <ac:spMkLst>
            <pc:docMk/>
            <pc:sldMk cId="2793993292" sldId="439"/>
            <ac:spMk id="6" creationId="{F9F3CADE-B03A-8407-000A-A197A1F12F43}"/>
          </ac:spMkLst>
        </pc:spChg>
        <pc:spChg chg="mod">
          <ac:chgData name="Arianna Landoni" userId="3d62cfe4-f381-4d93-8543-db56469c63db" providerId="ADAL" clId="{CFFBD93D-FF3B-48A7-9853-4040ECF23D00}" dt="2025-06-19T15:49:26.135" v="5476" actId="947"/>
          <ac:spMkLst>
            <pc:docMk/>
            <pc:sldMk cId="2793993292" sldId="439"/>
            <ac:spMk id="7" creationId="{9A457CF4-1F77-5CD6-E7B0-50A5FC4FC645}"/>
          </ac:spMkLst>
        </pc:spChg>
        <pc:spChg chg="mod">
          <ac:chgData name="Arianna Landoni" userId="3d62cfe4-f381-4d93-8543-db56469c63db" providerId="ADAL" clId="{CFFBD93D-FF3B-48A7-9853-4040ECF23D00}" dt="2025-06-19T15:49:26.135" v="5479" actId="947"/>
          <ac:spMkLst>
            <pc:docMk/>
            <pc:sldMk cId="2793993292" sldId="439"/>
            <ac:spMk id="8" creationId="{04AA37E1-1A89-E4BB-50AB-3CD61F0114BC}"/>
          </ac:spMkLst>
        </pc:spChg>
        <pc:spChg chg="mod">
          <ac:chgData name="Arianna Landoni" userId="3d62cfe4-f381-4d93-8543-db56469c63db" providerId="ADAL" clId="{CFFBD93D-FF3B-48A7-9853-4040ECF23D00}" dt="2025-06-19T15:49:26.135" v="5477" actId="947"/>
          <ac:spMkLst>
            <pc:docMk/>
            <pc:sldMk cId="2793993292" sldId="439"/>
            <ac:spMk id="9" creationId="{5C259696-A1C0-DED9-0E0E-298F6D524BD3}"/>
          </ac:spMkLst>
        </pc:spChg>
        <pc:graphicFrameChg chg="add mod ord modVis">
          <ac:chgData name="Arianna Landoni" userId="3d62cfe4-f381-4d93-8543-db56469c63db" providerId="ADAL" clId="{CFFBD93D-FF3B-48A7-9853-4040ECF23D00}" dt="2025-06-20T09:26:00.323" v="9006"/>
          <ac:graphicFrameMkLst>
            <pc:docMk/>
            <pc:sldMk cId="2793993292" sldId="439"/>
            <ac:graphicFrameMk id="2" creationId="{65B1D870-DE47-8AB0-DF8A-0D10A50C4FD0}"/>
          </ac:graphicFrameMkLst>
        </pc:graphicFrameChg>
      </pc:sldChg>
      <pc:sldChg chg="del">
        <pc:chgData name="Arianna Landoni" userId="3d62cfe4-f381-4d93-8543-db56469c63db" providerId="ADAL" clId="{CFFBD93D-FF3B-48A7-9853-4040ECF23D00}" dt="2025-06-09T08:12:49.304" v="259" actId="47"/>
        <pc:sldMkLst>
          <pc:docMk/>
          <pc:sldMk cId="975970095" sldId="440"/>
        </pc:sldMkLst>
      </pc:sldChg>
      <pc:sldChg chg="del">
        <pc:chgData name="Arianna Landoni" userId="3d62cfe4-f381-4d93-8543-db56469c63db" providerId="ADAL" clId="{CFFBD93D-FF3B-48A7-9853-4040ECF23D00}" dt="2025-06-09T08:14:55.867" v="303" actId="47"/>
        <pc:sldMkLst>
          <pc:docMk/>
          <pc:sldMk cId="2922274338" sldId="442"/>
        </pc:sldMkLst>
      </pc:sldChg>
      <pc:sldChg chg="del">
        <pc:chgData name="Arianna Landoni" userId="3d62cfe4-f381-4d93-8543-db56469c63db" providerId="ADAL" clId="{CFFBD93D-FF3B-48A7-9853-4040ECF23D00}" dt="2025-06-09T08:15:16.467" v="311" actId="18676"/>
        <pc:sldMkLst>
          <pc:docMk/>
          <pc:sldMk cId="1700785942" sldId="448"/>
        </pc:sldMkLst>
      </pc:sldChg>
      <pc:sldChg chg="del">
        <pc:chgData name="Arianna Landoni" userId="3d62cfe4-f381-4d93-8543-db56469c63db" providerId="ADAL" clId="{CFFBD93D-FF3B-48A7-9853-4040ECF23D00}" dt="2025-06-09T08:15:02.220" v="305" actId="47"/>
        <pc:sldMkLst>
          <pc:docMk/>
          <pc:sldMk cId="561523120" sldId="451"/>
        </pc:sldMkLst>
      </pc:sldChg>
      <pc:sldChg chg="del">
        <pc:chgData name="Arianna Landoni" userId="3d62cfe4-f381-4d93-8543-db56469c63db" providerId="ADAL" clId="{CFFBD93D-FF3B-48A7-9853-4040ECF23D00}" dt="2025-06-09T08:15:16.467" v="311" actId="18676"/>
        <pc:sldMkLst>
          <pc:docMk/>
          <pc:sldMk cId="2638680119" sldId="457"/>
        </pc:sldMkLst>
      </pc:sldChg>
      <pc:sldChg chg="del">
        <pc:chgData name="Arianna Landoni" userId="3d62cfe4-f381-4d93-8543-db56469c63db" providerId="ADAL" clId="{CFFBD93D-FF3B-48A7-9853-4040ECF23D00}" dt="2025-06-09T08:14:55.867" v="303" actId="47"/>
        <pc:sldMkLst>
          <pc:docMk/>
          <pc:sldMk cId="4184832686" sldId="472"/>
        </pc:sldMkLst>
      </pc:sldChg>
      <pc:sldChg chg="del">
        <pc:chgData name="Arianna Landoni" userId="3d62cfe4-f381-4d93-8543-db56469c63db" providerId="ADAL" clId="{CFFBD93D-FF3B-48A7-9853-4040ECF23D00}" dt="2025-06-09T08:14:55.867" v="303" actId="47"/>
        <pc:sldMkLst>
          <pc:docMk/>
          <pc:sldMk cId="1575608264" sldId="473"/>
        </pc:sldMkLst>
      </pc:sldChg>
      <pc:sldChg chg="del">
        <pc:chgData name="Arianna Landoni" userId="3d62cfe4-f381-4d93-8543-db56469c63db" providerId="ADAL" clId="{CFFBD93D-FF3B-48A7-9853-4040ECF23D00}" dt="2025-06-09T08:14:58.902" v="304" actId="18676"/>
        <pc:sldMkLst>
          <pc:docMk/>
          <pc:sldMk cId="780434421" sldId="474"/>
        </pc:sldMkLst>
      </pc:sldChg>
      <pc:sldChg chg="del">
        <pc:chgData name="Arianna Landoni" userId="3d62cfe4-f381-4d93-8543-db56469c63db" providerId="ADAL" clId="{CFFBD93D-FF3B-48A7-9853-4040ECF23D00}" dt="2025-06-09T08:14:58.902" v="304" actId="18676"/>
        <pc:sldMkLst>
          <pc:docMk/>
          <pc:sldMk cId="1025257024" sldId="475"/>
        </pc:sldMkLst>
      </pc:sldChg>
      <pc:sldChg chg="del">
        <pc:chgData name="Arianna Landoni" userId="3d62cfe4-f381-4d93-8543-db56469c63db" providerId="ADAL" clId="{CFFBD93D-FF3B-48A7-9853-4040ECF23D00}" dt="2025-06-09T08:15:32.353" v="312" actId="18676"/>
        <pc:sldMkLst>
          <pc:docMk/>
          <pc:sldMk cId="1417317903" sldId="477"/>
        </pc:sldMkLst>
      </pc:sldChg>
      <pc:sldChg chg="del">
        <pc:chgData name="Arianna Landoni" userId="3d62cfe4-f381-4d93-8543-db56469c63db" providerId="ADAL" clId="{CFFBD93D-FF3B-48A7-9853-4040ECF23D00}" dt="2025-06-09T08:15:32.353" v="312" actId="18676"/>
        <pc:sldMkLst>
          <pc:docMk/>
          <pc:sldMk cId="1940772088" sldId="478"/>
        </pc:sldMkLst>
      </pc:sldChg>
      <pc:sldChg chg="del">
        <pc:chgData name="Arianna Landoni" userId="3d62cfe4-f381-4d93-8543-db56469c63db" providerId="ADAL" clId="{CFFBD93D-FF3B-48A7-9853-4040ECF23D00}" dt="2025-06-09T08:15:32.353" v="312" actId="18676"/>
        <pc:sldMkLst>
          <pc:docMk/>
          <pc:sldMk cId="1306247844" sldId="479"/>
        </pc:sldMkLst>
      </pc:sldChg>
      <pc:sldChg chg="del">
        <pc:chgData name="Arianna Landoni" userId="3d62cfe4-f381-4d93-8543-db56469c63db" providerId="ADAL" clId="{CFFBD93D-FF3B-48A7-9853-4040ECF23D00}" dt="2025-06-09T08:15:32.353" v="312" actId="18676"/>
        <pc:sldMkLst>
          <pc:docMk/>
          <pc:sldMk cId="4156750176" sldId="480"/>
        </pc:sldMkLst>
      </pc:sldChg>
      <pc:sldChg chg="del">
        <pc:chgData name="Arianna Landoni" userId="3d62cfe4-f381-4d93-8543-db56469c63db" providerId="ADAL" clId="{CFFBD93D-FF3B-48A7-9853-4040ECF23D00}" dt="2025-06-09T08:15:32.353" v="312" actId="18676"/>
        <pc:sldMkLst>
          <pc:docMk/>
          <pc:sldMk cId="1960036546" sldId="481"/>
        </pc:sldMkLst>
      </pc:sldChg>
      <pc:sldChg chg="del">
        <pc:chgData name="Arianna Landoni" userId="3d62cfe4-f381-4d93-8543-db56469c63db" providerId="ADAL" clId="{CFFBD93D-FF3B-48A7-9853-4040ECF23D00}" dt="2025-06-09T08:15:34.348" v="313" actId="18676"/>
        <pc:sldMkLst>
          <pc:docMk/>
          <pc:sldMk cId="1918660631" sldId="482"/>
        </pc:sldMkLst>
      </pc:sldChg>
      <pc:sldChg chg="del">
        <pc:chgData name="Arianna Landoni" userId="3d62cfe4-f381-4d93-8543-db56469c63db" providerId="ADAL" clId="{CFFBD93D-FF3B-48A7-9853-4040ECF23D00}" dt="2025-06-09T08:15:34.348" v="313" actId="18676"/>
        <pc:sldMkLst>
          <pc:docMk/>
          <pc:sldMk cId="1064377202" sldId="483"/>
        </pc:sldMkLst>
      </pc:sldChg>
      <pc:sldChg chg="del">
        <pc:chgData name="Arianna Landoni" userId="3d62cfe4-f381-4d93-8543-db56469c63db" providerId="ADAL" clId="{CFFBD93D-FF3B-48A7-9853-4040ECF23D00}" dt="2025-06-09T08:15:34.348" v="313" actId="18676"/>
        <pc:sldMkLst>
          <pc:docMk/>
          <pc:sldMk cId="1195369438" sldId="484"/>
        </pc:sldMkLst>
      </pc:sldChg>
      <pc:sldChg chg="del">
        <pc:chgData name="Arianna Landoni" userId="3d62cfe4-f381-4d93-8543-db56469c63db" providerId="ADAL" clId="{CFFBD93D-FF3B-48A7-9853-4040ECF23D00}" dt="2025-06-09T08:15:34.348" v="313" actId="18676"/>
        <pc:sldMkLst>
          <pc:docMk/>
          <pc:sldMk cId="2886773104" sldId="485"/>
        </pc:sldMkLst>
      </pc:sldChg>
      <pc:sldChg chg="del">
        <pc:chgData name="Arianna Landoni" userId="3d62cfe4-f381-4d93-8543-db56469c63db" providerId="ADAL" clId="{CFFBD93D-FF3B-48A7-9853-4040ECF23D00}" dt="2025-06-09T08:15:34.348" v="313" actId="18676"/>
        <pc:sldMkLst>
          <pc:docMk/>
          <pc:sldMk cId="841773660" sldId="486"/>
        </pc:sldMkLst>
      </pc:sldChg>
      <pc:sldChg chg="del">
        <pc:chgData name="Arianna Landoni" userId="3d62cfe4-f381-4d93-8543-db56469c63db" providerId="ADAL" clId="{CFFBD93D-FF3B-48A7-9853-4040ECF23D00}" dt="2025-06-09T08:15:34.348" v="313" actId="18676"/>
        <pc:sldMkLst>
          <pc:docMk/>
          <pc:sldMk cId="422308439" sldId="487"/>
        </pc:sldMkLst>
      </pc:sldChg>
      <pc:sldChg chg="del">
        <pc:chgData name="Arianna Landoni" userId="3d62cfe4-f381-4d93-8543-db56469c63db" providerId="ADAL" clId="{CFFBD93D-FF3B-48A7-9853-4040ECF23D00}" dt="2025-06-09T08:15:37.543" v="314" actId="18676"/>
        <pc:sldMkLst>
          <pc:docMk/>
          <pc:sldMk cId="3116536180" sldId="488"/>
        </pc:sldMkLst>
      </pc:sldChg>
      <pc:sldChg chg="del">
        <pc:chgData name="Arianna Landoni" userId="3d62cfe4-f381-4d93-8543-db56469c63db" providerId="ADAL" clId="{CFFBD93D-FF3B-48A7-9853-4040ECF23D00}" dt="2025-06-09T08:15:37.543" v="314" actId="18676"/>
        <pc:sldMkLst>
          <pc:docMk/>
          <pc:sldMk cId="1974750571" sldId="489"/>
        </pc:sldMkLst>
      </pc:sldChg>
      <pc:sldChg chg="del">
        <pc:chgData name="Arianna Landoni" userId="3d62cfe4-f381-4d93-8543-db56469c63db" providerId="ADAL" clId="{CFFBD93D-FF3B-48A7-9853-4040ECF23D00}" dt="2025-06-09T08:15:32.353" v="312" actId="18676"/>
        <pc:sldMkLst>
          <pc:docMk/>
          <pc:sldMk cId="2950677254" sldId="490"/>
        </pc:sldMkLst>
      </pc:sldChg>
      <pc:sldChg chg="del">
        <pc:chgData name="Arianna Landoni" userId="3d62cfe4-f381-4d93-8543-db56469c63db" providerId="ADAL" clId="{CFFBD93D-FF3B-48A7-9853-4040ECF23D00}" dt="2025-06-09T08:15:37.543" v="314" actId="18676"/>
        <pc:sldMkLst>
          <pc:docMk/>
          <pc:sldMk cId="109471746" sldId="491"/>
        </pc:sldMkLst>
      </pc:sldChg>
      <pc:sldChg chg="del">
        <pc:chgData name="Arianna Landoni" userId="3d62cfe4-f381-4d93-8543-db56469c63db" providerId="ADAL" clId="{CFFBD93D-FF3B-48A7-9853-4040ECF23D00}" dt="2025-06-09T08:15:37.543" v="314" actId="18676"/>
        <pc:sldMkLst>
          <pc:docMk/>
          <pc:sldMk cId="735247907" sldId="494"/>
        </pc:sldMkLst>
      </pc:sldChg>
      <pc:sldChg chg="del">
        <pc:chgData name="Arianna Landoni" userId="3d62cfe4-f381-4d93-8543-db56469c63db" providerId="ADAL" clId="{CFFBD93D-FF3B-48A7-9853-4040ECF23D00}" dt="2025-06-09T08:15:39.927" v="315" actId="18676"/>
        <pc:sldMkLst>
          <pc:docMk/>
          <pc:sldMk cId="873365708" sldId="495"/>
        </pc:sldMkLst>
      </pc:sldChg>
      <pc:sldChg chg="del">
        <pc:chgData name="Arianna Landoni" userId="3d62cfe4-f381-4d93-8543-db56469c63db" providerId="ADAL" clId="{CFFBD93D-FF3B-48A7-9853-4040ECF23D00}" dt="2025-06-09T08:15:46.317" v="316" actId="47"/>
        <pc:sldMkLst>
          <pc:docMk/>
          <pc:sldMk cId="3597015984" sldId="496"/>
        </pc:sldMkLst>
      </pc:sldChg>
      <pc:sldChg chg="del">
        <pc:chgData name="Arianna Landoni" userId="3d62cfe4-f381-4d93-8543-db56469c63db" providerId="ADAL" clId="{CFFBD93D-FF3B-48A7-9853-4040ECF23D00}" dt="2025-06-09T08:15:46.317" v="316" actId="47"/>
        <pc:sldMkLst>
          <pc:docMk/>
          <pc:sldMk cId="3237598466" sldId="497"/>
        </pc:sldMkLst>
      </pc:sldChg>
      <pc:sldChg chg="del">
        <pc:chgData name="Arianna Landoni" userId="3d62cfe4-f381-4d93-8543-db56469c63db" providerId="ADAL" clId="{CFFBD93D-FF3B-48A7-9853-4040ECF23D00}" dt="2025-06-09T08:15:16.467" v="311" actId="18676"/>
        <pc:sldMkLst>
          <pc:docMk/>
          <pc:sldMk cId="706937413" sldId="502"/>
        </pc:sldMkLst>
      </pc:sldChg>
      <pc:sldChg chg="del">
        <pc:chgData name="Arianna Landoni" userId="3d62cfe4-f381-4d93-8543-db56469c63db" providerId="ADAL" clId="{CFFBD93D-FF3B-48A7-9853-4040ECF23D00}" dt="2025-06-09T08:15:32.353" v="312" actId="18676"/>
        <pc:sldMkLst>
          <pc:docMk/>
          <pc:sldMk cId="1943765603" sldId="503"/>
        </pc:sldMkLst>
      </pc:sldChg>
      <pc:sldChg chg="del">
        <pc:chgData name="Arianna Landoni" userId="3d62cfe4-f381-4d93-8543-db56469c63db" providerId="ADAL" clId="{CFFBD93D-FF3B-48A7-9853-4040ECF23D00}" dt="2025-06-09T08:15:37.543" v="314" actId="18676"/>
        <pc:sldMkLst>
          <pc:docMk/>
          <pc:sldMk cId="859008794" sldId="504"/>
        </pc:sldMkLst>
      </pc:sldChg>
      <pc:sldChg chg="add del setBg">
        <pc:chgData name="Arianna Landoni" userId="3d62cfe4-f381-4d93-8543-db56469c63db" providerId="ADAL" clId="{CFFBD93D-FF3B-48A7-9853-4040ECF23D00}" dt="2025-06-09T08:12:46.788" v="258" actId="47"/>
        <pc:sldMkLst>
          <pc:docMk/>
          <pc:sldMk cId="2006945960" sldId="505"/>
        </pc:sldMkLst>
      </pc:sldChg>
      <pc:sldChg chg="addSp delSp modSp add mod ord setBg">
        <pc:chgData name="Arianna Landoni" userId="3d62cfe4-f381-4d93-8543-db56469c63db" providerId="ADAL" clId="{CFFBD93D-FF3B-48A7-9853-4040ECF23D00}" dt="2025-06-20T09:26:07.127" v="9039"/>
        <pc:sldMkLst>
          <pc:docMk/>
          <pc:sldMk cId="3730628564" sldId="505"/>
        </pc:sldMkLst>
        <pc:spChg chg="mod">
          <ac:chgData name="Arianna Landoni" userId="3d62cfe4-f381-4d93-8543-db56469c63db" providerId="ADAL" clId="{CFFBD93D-FF3B-48A7-9853-4040ECF23D00}" dt="2025-06-20T09:26:07.068" v="9015" actId="948"/>
          <ac:spMkLst>
            <pc:docMk/>
            <pc:sldMk cId="3730628564" sldId="505"/>
            <ac:spMk id="6" creationId="{43AFD808-3290-76ED-2FCC-FF24EF195A0C}"/>
          </ac:spMkLst>
        </pc:spChg>
        <pc:spChg chg="mod">
          <ac:chgData name="Arianna Landoni" userId="3d62cfe4-f381-4d93-8543-db56469c63db" providerId="ADAL" clId="{CFFBD93D-FF3B-48A7-9853-4040ECF23D00}" dt="2025-06-19T15:49:25.553" v="5169" actId="947"/>
          <ac:spMkLst>
            <pc:docMk/>
            <pc:sldMk cId="3730628564" sldId="505"/>
            <ac:spMk id="7" creationId="{E8A36A6B-51EC-F0F3-F8F1-7059044CE306}"/>
          </ac:spMkLst>
        </pc:spChg>
        <pc:spChg chg="mod">
          <ac:chgData name="Arianna Landoni" userId="3d62cfe4-f381-4d93-8543-db56469c63db" providerId="ADAL" clId="{CFFBD93D-FF3B-48A7-9853-4040ECF23D00}" dt="2025-06-19T15:49:25.558" v="5172" actId="947"/>
          <ac:spMkLst>
            <pc:docMk/>
            <pc:sldMk cId="3730628564" sldId="505"/>
            <ac:spMk id="8" creationId="{B2EC66F3-8478-F748-0541-6544FC87CAFB}"/>
          </ac:spMkLst>
        </pc:spChg>
        <pc:spChg chg="mod">
          <ac:chgData name="Arianna Landoni" userId="3d62cfe4-f381-4d93-8543-db56469c63db" providerId="ADAL" clId="{CFFBD93D-FF3B-48A7-9853-4040ECF23D00}" dt="2025-06-19T15:49:25.554" v="5170" actId="947"/>
          <ac:spMkLst>
            <pc:docMk/>
            <pc:sldMk cId="3730628564" sldId="505"/>
            <ac:spMk id="9" creationId="{D6310763-81B0-38F1-4B6D-C4F6B6FB0A8D}"/>
          </ac:spMkLst>
        </pc:spChg>
        <pc:graphicFrameChg chg="mod">
          <ac:chgData name="Arianna Landoni" userId="3d62cfe4-f381-4d93-8543-db56469c63db" providerId="ADAL" clId="{CFFBD93D-FF3B-48A7-9853-4040ECF23D00}" dt="2025-06-20T09:26:07.127" v="9039"/>
          <ac:graphicFrameMkLst>
            <pc:docMk/>
            <pc:sldMk cId="3730628564" sldId="505"/>
            <ac:graphicFrameMk id="2" creationId="{DC16A460-75AF-0C6E-D730-CD4BBCCD272E}"/>
          </ac:graphicFrameMkLst>
        </pc:graphicFrameChg>
      </pc:sldChg>
      <pc:sldChg chg="addSp modSp add del mod ord">
        <pc:chgData name="Arianna Landoni" userId="3d62cfe4-f381-4d93-8543-db56469c63db" providerId="ADAL" clId="{CFFBD93D-FF3B-48A7-9853-4040ECF23D00}" dt="2025-06-20T14:10:37.057" v="11190" actId="47"/>
        <pc:sldMkLst>
          <pc:docMk/>
          <pc:sldMk cId="2820974169" sldId="506"/>
        </pc:sldMkLst>
      </pc:sldChg>
      <pc:sldChg chg="addSp delSp modSp add mod ord">
        <pc:chgData name="Arianna Landoni" userId="3d62cfe4-f381-4d93-8543-db56469c63db" providerId="ADAL" clId="{CFFBD93D-FF3B-48A7-9853-4040ECF23D00}" dt="2025-06-20T14:10:18.279" v="11189" actId="14100"/>
        <pc:sldMkLst>
          <pc:docMk/>
          <pc:sldMk cId="1445141034" sldId="507"/>
        </pc:sldMkLst>
        <pc:spChg chg="mod">
          <ac:chgData name="Arianna Landoni" userId="3d62cfe4-f381-4d93-8543-db56469c63db" providerId="ADAL" clId="{CFFBD93D-FF3B-48A7-9853-4040ECF23D00}" dt="2025-06-19T15:49:25.310" v="5056" actId="947"/>
          <ac:spMkLst>
            <pc:docMk/>
            <pc:sldMk cId="1445141034" sldId="507"/>
            <ac:spMk id="6" creationId="{687770A4-91CF-9E08-E7C8-0CCEF370C61D}"/>
          </ac:spMkLst>
        </pc:spChg>
        <pc:spChg chg="mod">
          <ac:chgData name="Arianna Landoni" userId="3d62cfe4-f381-4d93-8543-db56469c63db" providerId="ADAL" clId="{CFFBD93D-FF3B-48A7-9853-4040ECF23D00}" dt="2025-06-19T15:49:26.953" v="5810" actId="948"/>
          <ac:spMkLst>
            <pc:docMk/>
            <pc:sldMk cId="1445141034" sldId="507"/>
            <ac:spMk id="7" creationId="{22D9D1FD-5633-6600-306D-BA7F643DF23C}"/>
          </ac:spMkLst>
        </pc:spChg>
        <pc:spChg chg="add mod">
          <ac:chgData name="Arianna Landoni" userId="3d62cfe4-f381-4d93-8543-db56469c63db" providerId="ADAL" clId="{CFFBD93D-FF3B-48A7-9853-4040ECF23D00}" dt="2025-06-20T14:10:15.124" v="11187" actId="14100"/>
          <ac:spMkLst>
            <pc:docMk/>
            <pc:sldMk cId="1445141034" sldId="507"/>
            <ac:spMk id="10" creationId="{25885C0D-D613-2681-21D8-B006CC676640}"/>
          </ac:spMkLst>
        </pc:spChg>
        <pc:spChg chg="add mod">
          <ac:chgData name="Arianna Landoni" userId="3d62cfe4-f381-4d93-8543-db56469c63db" providerId="ADAL" clId="{CFFBD93D-FF3B-48A7-9853-4040ECF23D00}" dt="2025-06-20T14:10:18.279" v="11189" actId="14100"/>
          <ac:spMkLst>
            <pc:docMk/>
            <pc:sldMk cId="1445141034" sldId="507"/>
            <ac:spMk id="11" creationId="{35E90B22-C93A-E615-FC34-1CD5E0123D9F}"/>
          </ac:spMkLst>
        </pc:spChg>
        <pc:spChg chg="add mod">
          <ac:chgData name="Arianna Landoni" userId="3d62cfe4-f381-4d93-8543-db56469c63db" providerId="ADAL" clId="{CFFBD93D-FF3B-48A7-9853-4040ECF23D00}" dt="2025-06-20T14:10:10.324" v="11185" actId="1076"/>
          <ac:spMkLst>
            <pc:docMk/>
            <pc:sldMk cId="1445141034" sldId="507"/>
            <ac:spMk id="12" creationId="{2E31120E-D8E7-64C2-3775-98FAAD3DEEE5}"/>
          </ac:spMkLst>
        </pc:spChg>
        <pc:graphicFrameChg chg="add mod ord modVis">
          <ac:chgData name="Arianna Landoni" userId="3d62cfe4-f381-4d93-8543-db56469c63db" providerId="ADAL" clId="{CFFBD93D-FF3B-48A7-9853-4040ECF23D00}" dt="2025-06-19T15:49:28.929" v="6629"/>
          <ac:graphicFrameMkLst>
            <pc:docMk/>
            <pc:sldMk cId="1445141034" sldId="507"/>
            <ac:graphicFrameMk id="5" creationId="{4EE77250-B035-88B5-B1C6-594C9617F85B}"/>
          </ac:graphicFrameMkLst>
        </pc:graphicFrameChg>
        <pc:picChg chg="add mod">
          <ac:chgData name="Arianna Landoni" userId="3d62cfe4-f381-4d93-8543-db56469c63db" providerId="ADAL" clId="{CFFBD93D-FF3B-48A7-9853-4040ECF23D00}" dt="2025-06-20T14:09:54.871" v="11179" actId="1036"/>
          <ac:picMkLst>
            <pc:docMk/>
            <pc:sldMk cId="1445141034" sldId="507"/>
            <ac:picMk id="9" creationId="{FDCAF90D-82F9-3E3E-3BFD-65194DC16E73}"/>
          </ac:picMkLst>
        </pc:picChg>
      </pc:sldChg>
      <pc:sldChg chg="addSp modSp add mod ord">
        <pc:chgData name="Arianna Landoni" userId="3d62cfe4-f381-4d93-8543-db56469c63db" providerId="ADAL" clId="{CFFBD93D-FF3B-48A7-9853-4040ECF23D00}" dt="2025-06-20T09:20:50.340" v="8664"/>
        <pc:sldMkLst>
          <pc:docMk/>
          <pc:sldMk cId="862088996" sldId="508"/>
        </pc:sldMkLst>
        <pc:spChg chg="mod">
          <ac:chgData name="Arianna Landoni" userId="3d62cfe4-f381-4d93-8543-db56469c63db" providerId="ADAL" clId="{CFFBD93D-FF3B-48A7-9853-4040ECF23D00}" dt="2025-06-19T15:49:26.154" v="5482" actId="947"/>
          <ac:spMkLst>
            <pc:docMk/>
            <pc:sldMk cId="862088996" sldId="508"/>
            <ac:spMk id="3" creationId="{E3755E34-8DE2-CCE6-031C-41571001214F}"/>
          </ac:spMkLst>
        </pc:spChg>
        <pc:spChg chg="mod">
          <ac:chgData name="Arianna Landoni" userId="3d62cfe4-f381-4d93-8543-db56469c63db" providerId="ADAL" clId="{CFFBD93D-FF3B-48A7-9853-4040ECF23D00}" dt="2025-06-19T15:49:27.684" v="6310" actId="948"/>
          <ac:spMkLst>
            <pc:docMk/>
            <pc:sldMk cId="862088996" sldId="508"/>
            <ac:spMk id="6" creationId="{786F821B-D5D8-17DF-729B-79689322943E}"/>
          </ac:spMkLst>
        </pc:spChg>
        <pc:spChg chg="mod">
          <ac:chgData name="Arianna Landoni" userId="3d62cfe4-f381-4d93-8543-db56469c63db" providerId="ADAL" clId="{CFFBD93D-FF3B-48A7-9853-4040ECF23D00}" dt="2025-06-19T15:49:26.154" v="5483" actId="947"/>
          <ac:spMkLst>
            <pc:docMk/>
            <pc:sldMk cId="862088996" sldId="508"/>
            <ac:spMk id="14" creationId="{D11CE1ED-5BB6-96C9-2F54-1BC4053BC7D4}"/>
          </ac:spMkLst>
        </pc:spChg>
        <pc:spChg chg="mod">
          <ac:chgData name="Arianna Landoni" userId="3d62cfe4-f381-4d93-8543-db56469c63db" providerId="ADAL" clId="{CFFBD93D-FF3B-48A7-9853-4040ECF23D00}" dt="2025-06-19T15:49:26.156" v="5484" actId="947"/>
          <ac:spMkLst>
            <pc:docMk/>
            <pc:sldMk cId="862088996" sldId="508"/>
            <ac:spMk id="16" creationId="{89629669-8807-BC9F-212F-53002EF7E0F7}"/>
          </ac:spMkLst>
        </pc:spChg>
        <pc:graphicFrameChg chg="add mod ord modVis">
          <ac:chgData name="Arianna Landoni" userId="3d62cfe4-f381-4d93-8543-db56469c63db" providerId="ADAL" clId="{CFFBD93D-FF3B-48A7-9853-4040ECF23D00}" dt="2025-06-19T15:49:30.435" v="6955"/>
          <ac:graphicFrameMkLst>
            <pc:docMk/>
            <pc:sldMk cId="862088996" sldId="508"/>
            <ac:graphicFrameMk id="2" creationId="{060E2AF2-9E57-ECF6-E9FC-14C7421343E9}"/>
          </ac:graphicFrameMkLst>
        </pc:graphicFrameChg>
      </pc:sldChg>
      <pc:sldChg chg="addSp delSp modSp new del mod ord">
        <pc:chgData name="Arianna Landoni" userId="3d62cfe4-f381-4d93-8543-db56469c63db" providerId="ADAL" clId="{CFFBD93D-FF3B-48A7-9853-4040ECF23D00}" dt="2025-06-20T14:09:50.874" v="11165" actId="47"/>
        <pc:sldMkLst>
          <pc:docMk/>
          <pc:sldMk cId="243924598" sldId="509"/>
        </pc:sldMkLst>
      </pc:sldChg>
      <pc:sldChg chg="new del">
        <pc:chgData name="Arianna Landoni" userId="3d62cfe4-f381-4d93-8543-db56469c63db" providerId="ADAL" clId="{CFFBD93D-FF3B-48A7-9853-4040ECF23D00}" dt="2025-06-09T08:18:27.342" v="343" actId="47"/>
        <pc:sldMkLst>
          <pc:docMk/>
          <pc:sldMk cId="906213614" sldId="509"/>
        </pc:sldMkLst>
      </pc:sldChg>
      <pc:sldChg chg="addSp delSp modSp add del mod">
        <pc:chgData name="Arianna Landoni" userId="3d62cfe4-f381-4d93-8543-db56469c63db" providerId="ADAL" clId="{CFFBD93D-FF3B-48A7-9853-4040ECF23D00}" dt="2025-06-09T16:11:56.760" v="2339" actId="47"/>
        <pc:sldMkLst>
          <pc:docMk/>
          <pc:sldMk cId="3435346884" sldId="510"/>
        </pc:sldMkLst>
      </pc:sldChg>
      <pc:sldChg chg="modSp add del mod ord">
        <pc:chgData name="Arianna Landoni" userId="3d62cfe4-f381-4d93-8543-db56469c63db" providerId="ADAL" clId="{CFFBD93D-FF3B-48A7-9853-4040ECF23D00}" dt="2025-06-20T13:17:59.361" v="9745" actId="47"/>
        <pc:sldMkLst>
          <pc:docMk/>
          <pc:sldMk cId="1694606920" sldId="511"/>
        </pc:sldMkLst>
      </pc:sldChg>
      <pc:sldChg chg="addSp delSp modSp add mod ord">
        <pc:chgData name="Arianna Landoni" userId="3d62cfe4-f381-4d93-8543-db56469c63db" providerId="ADAL" clId="{CFFBD93D-FF3B-48A7-9853-4040ECF23D00}" dt="2025-06-20T09:24:31.380" v="8715"/>
        <pc:sldMkLst>
          <pc:docMk/>
          <pc:sldMk cId="4049846389" sldId="512"/>
        </pc:sldMkLst>
        <pc:spChg chg="mod ord">
          <ac:chgData name="Arianna Landoni" userId="3d62cfe4-f381-4d93-8543-db56469c63db" providerId="ADAL" clId="{CFFBD93D-FF3B-48A7-9853-4040ECF23D00}" dt="2025-06-19T15:49:25.978" v="5367" actId="947"/>
          <ac:spMkLst>
            <pc:docMk/>
            <pc:sldMk cId="4049846389" sldId="512"/>
            <ac:spMk id="6" creationId="{2C87EB3A-FEC5-49DC-3105-E2FBE6969525}"/>
          </ac:spMkLst>
        </pc:spChg>
        <pc:spChg chg="mod ord">
          <ac:chgData name="Arianna Landoni" userId="3d62cfe4-f381-4d93-8543-db56469c63db" providerId="ADAL" clId="{CFFBD93D-FF3B-48A7-9853-4040ECF23D00}" dt="2025-06-19T15:49:25.971" v="5365" actId="947"/>
          <ac:spMkLst>
            <pc:docMk/>
            <pc:sldMk cId="4049846389" sldId="512"/>
            <ac:spMk id="7" creationId="{8EE496E7-F1D1-DB93-FBD7-64F8C744CEBF}"/>
          </ac:spMkLst>
        </pc:spChg>
        <pc:spChg chg="mod ord">
          <ac:chgData name="Arianna Landoni" userId="3d62cfe4-f381-4d93-8543-db56469c63db" providerId="ADAL" clId="{CFFBD93D-FF3B-48A7-9853-4040ECF23D00}" dt="2025-06-19T15:49:25.980" v="5368" actId="947"/>
          <ac:spMkLst>
            <pc:docMk/>
            <pc:sldMk cId="4049846389" sldId="512"/>
            <ac:spMk id="12" creationId="{118C98F3-A46E-4130-B7EA-48F294C08A89}"/>
          </ac:spMkLst>
        </pc:spChg>
        <pc:spChg chg="mod ord">
          <ac:chgData name="Arianna Landoni" userId="3d62cfe4-f381-4d93-8543-db56469c63db" providerId="ADAL" clId="{CFFBD93D-FF3B-48A7-9853-4040ECF23D00}" dt="2025-06-19T15:49:25.982" v="5369" actId="947"/>
          <ac:spMkLst>
            <pc:docMk/>
            <pc:sldMk cId="4049846389" sldId="512"/>
            <ac:spMk id="13" creationId="{9F5C93C6-B0FB-184B-5837-08CB27907348}"/>
          </ac:spMkLst>
        </pc:spChg>
        <pc:spChg chg="mod ord">
          <ac:chgData name="Arianna Landoni" userId="3d62cfe4-f381-4d93-8543-db56469c63db" providerId="ADAL" clId="{CFFBD93D-FF3B-48A7-9853-4040ECF23D00}" dt="2025-06-19T15:49:25.984" v="5371" actId="947"/>
          <ac:spMkLst>
            <pc:docMk/>
            <pc:sldMk cId="4049846389" sldId="512"/>
            <ac:spMk id="14" creationId="{FCEDF281-C1E3-C173-DC09-4B6479B5B641}"/>
          </ac:spMkLst>
        </pc:spChg>
        <pc:spChg chg="mod ord">
          <ac:chgData name="Arianna Landoni" userId="3d62cfe4-f381-4d93-8543-db56469c63db" providerId="ADAL" clId="{CFFBD93D-FF3B-48A7-9853-4040ECF23D00}" dt="2025-06-19T15:49:25.989" v="5375" actId="947"/>
          <ac:spMkLst>
            <pc:docMk/>
            <pc:sldMk cId="4049846389" sldId="512"/>
            <ac:spMk id="15" creationId="{8DEAB50B-37B4-61DB-5B9B-29D5C3DF5A0C}"/>
          </ac:spMkLst>
        </pc:spChg>
        <pc:spChg chg="mod ord">
          <ac:chgData name="Arianna Landoni" userId="3d62cfe4-f381-4d93-8543-db56469c63db" providerId="ADAL" clId="{CFFBD93D-FF3B-48A7-9853-4040ECF23D00}" dt="2025-06-19T15:49:25.989" v="5376" actId="947"/>
          <ac:spMkLst>
            <pc:docMk/>
            <pc:sldMk cId="4049846389" sldId="512"/>
            <ac:spMk id="16" creationId="{DDB67205-E4F9-C533-1DCC-48FD77F8E7A1}"/>
          </ac:spMkLst>
        </pc:spChg>
        <pc:spChg chg="mod ord">
          <ac:chgData name="Arianna Landoni" userId="3d62cfe4-f381-4d93-8543-db56469c63db" providerId="ADAL" clId="{CFFBD93D-FF3B-48A7-9853-4040ECF23D00}" dt="2025-06-19T15:49:25.993" v="5379" actId="947"/>
          <ac:spMkLst>
            <pc:docMk/>
            <pc:sldMk cId="4049846389" sldId="512"/>
            <ac:spMk id="17" creationId="{4F9861A8-52B2-5424-DE1F-5887081F6168}"/>
          </ac:spMkLst>
        </pc:spChg>
        <pc:spChg chg="mod ord">
          <ac:chgData name="Arianna Landoni" userId="3d62cfe4-f381-4d93-8543-db56469c63db" providerId="ADAL" clId="{CFFBD93D-FF3B-48A7-9853-4040ECF23D00}" dt="2025-06-19T15:49:25.996" v="5380" actId="947"/>
          <ac:spMkLst>
            <pc:docMk/>
            <pc:sldMk cId="4049846389" sldId="512"/>
            <ac:spMk id="18" creationId="{7177ECEE-273B-6CB6-766A-F21962610A7C}"/>
          </ac:spMkLst>
        </pc:spChg>
        <pc:spChg chg="mod ord">
          <ac:chgData name="Arianna Landoni" userId="3d62cfe4-f381-4d93-8543-db56469c63db" providerId="ADAL" clId="{CFFBD93D-FF3B-48A7-9853-4040ECF23D00}" dt="2025-06-19T15:49:25.998" v="5381" actId="947"/>
          <ac:spMkLst>
            <pc:docMk/>
            <pc:sldMk cId="4049846389" sldId="512"/>
            <ac:spMk id="19" creationId="{2A1AD630-F88B-F2E9-BDBD-B0EDB635F457}"/>
          </ac:spMkLst>
        </pc:spChg>
        <pc:spChg chg="mod ord">
          <ac:chgData name="Arianna Landoni" userId="3d62cfe4-f381-4d93-8543-db56469c63db" providerId="ADAL" clId="{CFFBD93D-FF3B-48A7-9853-4040ECF23D00}" dt="2025-06-19T15:49:26.002" v="5384" actId="947"/>
          <ac:spMkLst>
            <pc:docMk/>
            <pc:sldMk cId="4049846389" sldId="512"/>
            <ac:spMk id="20" creationId="{D3E1EA20-D11B-227B-834B-00C88C2F2EFA}"/>
          </ac:spMkLst>
        </pc:spChg>
        <pc:spChg chg="mod ord">
          <ac:chgData name="Arianna Landoni" userId="3d62cfe4-f381-4d93-8543-db56469c63db" providerId="ADAL" clId="{CFFBD93D-FF3B-48A7-9853-4040ECF23D00}" dt="2025-06-19T15:49:26" v="5383" actId="947"/>
          <ac:spMkLst>
            <pc:docMk/>
            <pc:sldMk cId="4049846389" sldId="512"/>
            <ac:spMk id="35" creationId="{6A8EF4A0-62E0-480D-1BDD-5974E0026A3F}"/>
          </ac:spMkLst>
        </pc:spChg>
        <pc:graphicFrameChg chg="mod">
          <ac:chgData name="Arianna Landoni" userId="3d62cfe4-f381-4d93-8543-db56469c63db" providerId="ADAL" clId="{CFFBD93D-FF3B-48A7-9853-4040ECF23D00}" dt="2025-06-19T15:49:30.323" v="6927"/>
          <ac:graphicFrameMkLst>
            <pc:docMk/>
            <pc:sldMk cId="4049846389" sldId="512"/>
            <ac:graphicFrameMk id="5" creationId="{59A59044-D79B-9F72-5B3E-688DC7126308}"/>
          </ac:graphicFrameMkLst>
        </pc:graphicFrameChg>
      </pc:sldChg>
      <pc:sldChg chg="addSp delSp modSp add mod ord">
        <pc:chgData name="Arianna Landoni" userId="3d62cfe4-f381-4d93-8543-db56469c63db" providerId="ADAL" clId="{CFFBD93D-FF3B-48A7-9853-4040ECF23D00}" dt="2025-06-20T09:24:31.380" v="8715"/>
        <pc:sldMkLst>
          <pc:docMk/>
          <pc:sldMk cId="3030057436" sldId="513"/>
        </pc:sldMkLst>
        <pc:spChg chg="add mod ord">
          <ac:chgData name="Arianna Landoni" userId="3d62cfe4-f381-4d93-8543-db56469c63db" providerId="ADAL" clId="{CFFBD93D-FF3B-48A7-9853-4040ECF23D00}" dt="2025-06-19T15:49:25.937" v="5349" actId="947"/>
          <ac:spMkLst>
            <pc:docMk/>
            <pc:sldMk cId="3030057436" sldId="513"/>
            <ac:spMk id="2" creationId="{089C7360-B505-6B82-2A4E-3745223D40E8}"/>
          </ac:spMkLst>
        </pc:spChg>
        <pc:spChg chg="mod ord">
          <ac:chgData name="Arianna Landoni" userId="3d62cfe4-f381-4d93-8543-db56469c63db" providerId="ADAL" clId="{CFFBD93D-FF3B-48A7-9853-4040ECF23D00}" dt="2025-06-19T15:49:25.915" v="5337" actId="947"/>
          <ac:spMkLst>
            <pc:docMk/>
            <pc:sldMk cId="3030057436" sldId="513"/>
            <ac:spMk id="6" creationId="{F56B5294-3B23-5F90-48B7-ED9A5934C9BF}"/>
          </ac:spMkLst>
        </pc:spChg>
        <pc:spChg chg="mod ord">
          <ac:chgData name="Arianna Landoni" userId="3d62cfe4-f381-4d93-8543-db56469c63db" providerId="ADAL" clId="{CFFBD93D-FF3B-48A7-9853-4040ECF23D00}" dt="2025-06-19T15:49:25.911" v="5335" actId="947"/>
          <ac:spMkLst>
            <pc:docMk/>
            <pc:sldMk cId="3030057436" sldId="513"/>
            <ac:spMk id="7" creationId="{DFED38F1-8A67-F39B-4CE4-B476CDB79E69}"/>
          </ac:spMkLst>
        </pc:spChg>
        <pc:spChg chg="add mod ord">
          <ac:chgData name="Arianna Landoni" userId="3d62cfe4-f381-4d93-8543-db56469c63db" providerId="ADAL" clId="{CFFBD93D-FF3B-48A7-9853-4040ECF23D00}" dt="2025-06-19T15:49:25.941" v="5351" actId="947"/>
          <ac:spMkLst>
            <pc:docMk/>
            <pc:sldMk cId="3030057436" sldId="513"/>
            <ac:spMk id="9" creationId="{4799D545-A9CC-D4A2-0661-DBAE2417C994}"/>
          </ac:spMkLst>
        </pc:spChg>
        <pc:spChg chg="add mod ord">
          <ac:chgData name="Arianna Landoni" userId="3d62cfe4-f381-4d93-8543-db56469c63db" providerId="ADAL" clId="{CFFBD93D-FF3B-48A7-9853-4040ECF23D00}" dt="2025-06-19T15:49:25.944" v="5353" actId="947"/>
          <ac:spMkLst>
            <pc:docMk/>
            <pc:sldMk cId="3030057436" sldId="513"/>
            <ac:spMk id="10" creationId="{CC9E2EB2-7F50-C301-F67F-3111B4A9E91E}"/>
          </ac:spMkLst>
        </pc:spChg>
        <pc:spChg chg="add mod ord">
          <ac:chgData name="Arianna Landoni" userId="3d62cfe4-f381-4d93-8543-db56469c63db" providerId="ADAL" clId="{CFFBD93D-FF3B-48A7-9853-4040ECF23D00}" dt="2025-06-19T15:49:25.949" v="5356" actId="947"/>
          <ac:spMkLst>
            <pc:docMk/>
            <pc:sldMk cId="3030057436" sldId="513"/>
            <ac:spMk id="11" creationId="{DCD239ED-4DC9-D14C-1B17-B457DDF8A34B}"/>
          </ac:spMkLst>
        </pc:spChg>
        <pc:spChg chg="mod ord">
          <ac:chgData name="Arianna Landoni" userId="3d62cfe4-f381-4d93-8543-db56469c63db" providerId="ADAL" clId="{CFFBD93D-FF3B-48A7-9853-4040ECF23D00}" dt="2025-06-19T15:49:25.917" v="5338" actId="947"/>
          <ac:spMkLst>
            <pc:docMk/>
            <pc:sldMk cId="3030057436" sldId="513"/>
            <ac:spMk id="12" creationId="{D3E9C830-45EB-E6BC-E090-87662C327BD5}"/>
          </ac:spMkLst>
        </pc:spChg>
        <pc:spChg chg="mod ord">
          <ac:chgData name="Arianna Landoni" userId="3d62cfe4-f381-4d93-8543-db56469c63db" providerId="ADAL" clId="{CFFBD93D-FF3B-48A7-9853-4040ECF23D00}" dt="2025-06-19T15:49:25.919" v="5339" actId="947"/>
          <ac:spMkLst>
            <pc:docMk/>
            <pc:sldMk cId="3030057436" sldId="513"/>
            <ac:spMk id="13" creationId="{0CDE04A4-8169-0EC1-B3D6-EFC61965A743}"/>
          </ac:spMkLst>
        </pc:spChg>
        <pc:spChg chg="mod ord">
          <ac:chgData name="Arianna Landoni" userId="3d62cfe4-f381-4d93-8543-db56469c63db" providerId="ADAL" clId="{CFFBD93D-FF3B-48A7-9853-4040ECF23D00}" dt="2025-06-19T15:49:25.922" v="5341" actId="947"/>
          <ac:spMkLst>
            <pc:docMk/>
            <pc:sldMk cId="3030057436" sldId="513"/>
            <ac:spMk id="14" creationId="{D0636731-ECDD-F2EF-7820-F5A894FE0EA5}"/>
          </ac:spMkLst>
        </pc:spChg>
        <pc:spChg chg="mod ord">
          <ac:chgData name="Arianna Landoni" userId="3d62cfe4-f381-4d93-8543-db56469c63db" providerId="ADAL" clId="{CFFBD93D-FF3B-48A7-9853-4040ECF23D00}" dt="2025-06-19T15:49:25.924" v="5342" actId="947"/>
          <ac:spMkLst>
            <pc:docMk/>
            <pc:sldMk cId="3030057436" sldId="513"/>
            <ac:spMk id="15" creationId="{478DB951-9D72-4DD5-12D5-FECB831B89D5}"/>
          </ac:spMkLst>
        </pc:spChg>
        <pc:spChg chg="mod ord">
          <ac:chgData name="Arianna Landoni" userId="3d62cfe4-f381-4d93-8543-db56469c63db" providerId="ADAL" clId="{CFFBD93D-FF3B-48A7-9853-4040ECF23D00}" dt="2025-06-19T15:49:25.926" v="5343" actId="947"/>
          <ac:spMkLst>
            <pc:docMk/>
            <pc:sldMk cId="3030057436" sldId="513"/>
            <ac:spMk id="16" creationId="{6EDBF1AB-7766-3826-0C87-F169EDDEC9A9}"/>
          </ac:spMkLst>
        </pc:spChg>
        <pc:spChg chg="mod ord">
          <ac:chgData name="Arianna Landoni" userId="3d62cfe4-f381-4d93-8543-db56469c63db" providerId="ADAL" clId="{CFFBD93D-FF3B-48A7-9853-4040ECF23D00}" dt="2025-06-19T15:49:25.929" v="5344" actId="947"/>
          <ac:spMkLst>
            <pc:docMk/>
            <pc:sldMk cId="3030057436" sldId="513"/>
            <ac:spMk id="18" creationId="{7A57B84C-35D4-B828-4D45-5FFC724BCA69}"/>
          </ac:spMkLst>
        </pc:spChg>
        <pc:spChg chg="mod ord">
          <ac:chgData name="Arianna Landoni" userId="3d62cfe4-f381-4d93-8543-db56469c63db" providerId="ADAL" clId="{CFFBD93D-FF3B-48A7-9853-4040ECF23D00}" dt="2025-06-19T15:49:25.961" v="5360" actId="947"/>
          <ac:spMkLst>
            <pc:docMk/>
            <pc:sldMk cId="3030057436" sldId="513"/>
            <ac:spMk id="19" creationId="{269357C8-3C6F-FD2F-5D56-3AE1A87A285D}"/>
          </ac:spMkLst>
        </pc:spChg>
        <pc:spChg chg="mod ord">
          <ac:chgData name="Arianna Landoni" userId="3d62cfe4-f381-4d93-8543-db56469c63db" providerId="ADAL" clId="{CFFBD93D-FF3B-48A7-9853-4040ECF23D00}" dt="2025-06-19T15:49:25.961" v="5361" actId="947"/>
          <ac:spMkLst>
            <pc:docMk/>
            <pc:sldMk cId="3030057436" sldId="513"/>
            <ac:spMk id="20" creationId="{D0561099-7A22-3AF1-6D01-5D4729107830}"/>
          </ac:spMkLst>
        </pc:spChg>
        <pc:spChg chg="add mod ord">
          <ac:chgData name="Arianna Landoni" userId="3d62cfe4-f381-4d93-8543-db56469c63db" providerId="ADAL" clId="{CFFBD93D-FF3B-48A7-9853-4040ECF23D00}" dt="2025-06-19T15:49:25.951" v="5357" actId="947"/>
          <ac:spMkLst>
            <pc:docMk/>
            <pc:sldMk cId="3030057436" sldId="513"/>
            <ac:spMk id="22" creationId="{5F301549-D65C-E697-FBAC-2D058C2F8790}"/>
          </ac:spMkLst>
        </pc:spChg>
        <pc:spChg chg="add mod ord">
          <ac:chgData name="Arianna Landoni" userId="3d62cfe4-f381-4d93-8543-db56469c63db" providerId="ADAL" clId="{CFFBD93D-FF3B-48A7-9853-4040ECF23D00}" dt="2025-06-19T15:49:25.954" v="5358" actId="947"/>
          <ac:spMkLst>
            <pc:docMk/>
            <pc:sldMk cId="3030057436" sldId="513"/>
            <ac:spMk id="23" creationId="{097AA0C6-36C5-6B5B-BADC-8CFFB00BD5FA}"/>
          </ac:spMkLst>
        </pc:spChg>
        <pc:spChg chg="add mod ord">
          <ac:chgData name="Arianna Landoni" userId="3d62cfe4-f381-4d93-8543-db56469c63db" providerId="ADAL" clId="{CFFBD93D-FF3B-48A7-9853-4040ECF23D00}" dt="2025-06-19T15:49:25.955" v="5359" actId="947"/>
          <ac:spMkLst>
            <pc:docMk/>
            <pc:sldMk cId="3030057436" sldId="513"/>
            <ac:spMk id="24" creationId="{1AA07B32-A34F-C393-550A-6A8A2C1963F8}"/>
          </ac:spMkLst>
        </pc:spChg>
        <pc:spChg chg="add mod">
          <ac:chgData name="Arianna Landoni" userId="3d62cfe4-f381-4d93-8543-db56469c63db" providerId="ADAL" clId="{CFFBD93D-FF3B-48A7-9853-4040ECF23D00}" dt="2025-06-19T15:49:25.961" v="5362" actId="947"/>
          <ac:spMkLst>
            <pc:docMk/>
            <pc:sldMk cId="3030057436" sldId="513"/>
            <ac:spMk id="32" creationId="{6D8C93B8-91B9-6FBC-B3B2-53F428E5D499}"/>
          </ac:spMkLst>
        </pc:spChg>
        <pc:spChg chg="add mod">
          <ac:chgData name="Arianna Landoni" userId="3d62cfe4-f381-4d93-8543-db56469c63db" providerId="ADAL" clId="{CFFBD93D-FF3B-48A7-9853-4040ECF23D00}" dt="2025-06-19T15:49:25.969" v="5363" actId="947"/>
          <ac:spMkLst>
            <pc:docMk/>
            <pc:sldMk cId="3030057436" sldId="513"/>
            <ac:spMk id="33" creationId="{3DCEE976-C494-3DF4-661F-F34EB90B3B2C}"/>
          </ac:spMkLst>
        </pc:spChg>
        <pc:spChg chg="mod ord">
          <ac:chgData name="Arianna Landoni" userId="3d62cfe4-f381-4d93-8543-db56469c63db" providerId="ADAL" clId="{CFFBD93D-FF3B-48A7-9853-4040ECF23D00}" dt="2025-06-19T15:49:25.932" v="5346" actId="947"/>
          <ac:spMkLst>
            <pc:docMk/>
            <pc:sldMk cId="3030057436" sldId="513"/>
            <ac:spMk id="35" creationId="{C9DA8D34-0A90-C239-39FA-EF8185448C85}"/>
          </ac:spMkLst>
        </pc:spChg>
        <pc:graphicFrameChg chg="mod">
          <ac:chgData name="Arianna Landoni" userId="3d62cfe4-f381-4d93-8543-db56469c63db" providerId="ADAL" clId="{CFFBD93D-FF3B-48A7-9853-4040ECF23D00}" dt="2025-06-19T15:49:30.323" v="6925"/>
          <ac:graphicFrameMkLst>
            <pc:docMk/>
            <pc:sldMk cId="3030057436" sldId="513"/>
            <ac:graphicFrameMk id="5" creationId="{2820FFFB-1AA1-AE19-1246-C27641676E08}"/>
          </ac:graphicFrameMkLst>
        </pc:graphicFrameChg>
      </pc:sldChg>
      <pc:sldChg chg="addSp delSp modSp add mod ord">
        <pc:chgData name="Arianna Landoni" userId="3d62cfe4-f381-4d93-8543-db56469c63db" providerId="ADAL" clId="{CFFBD93D-FF3B-48A7-9853-4040ECF23D00}" dt="2025-06-20T09:24:31.380" v="8715"/>
        <pc:sldMkLst>
          <pc:docMk/>
          <pc:sldMk cId="3149381720" sldId="514"/>
        </pc:sldMkLst>
        <pc:spChg chg="mod">
          <ac:chgData name="Arianna Landoni" userId="3d62cfe4-f381-4d93-8543-db56469c63db" providerId="ADAL" clId="{CFFBD93D-FF3B-48A7-9853-4040ECF23D00}" dt="2025-06-19T15:49:25.817" v="5294" actId="947"/>
          <ac:spMkLst>
            <pc:docMk/>
            <pc:sldMk cId="3149381720" sldId="514"/>
            <ac:spMk id="6" creationId="{E93A81AC-7B69-F8AF-188C-80EEBDE92349}"/>
          </ac:spMkLst>
        </pc:spChg>
        <pc:spChg chg="mod">
          <ac:chgData name="Arianna Landoni" userId="3d62cfe4-f381-4d93-8543-db56469c63db" providerId="ADAL" clId="{CFFBD93D-FF3B-48A7-9853-4040ECF23D00}" dt="2025-06-19T15:49:25.817" v="5292" actId="947"/>
          <ac:spMkLst>
            <pc:docMk/>
            <pc:sldMk cId="3149381720" sldId="514"/>
            <ac:spMk id="7" creationId="{58EE117E-F5CE-75B6-8A2D-77C8E538F101}"/>
          </ac:spMkLst>
        </pc:spChg>
        <pc:spChg chg="mod">
          <ac:chgData name="Arianna Landoni" userId="3d62cfe4-f381-4d93-8543-db56469c63db" providerId="ADAL" clId="{CFFBD93D-FF3B-48A7-9853-4040ECF23D00}" dt="2025-06-19T15:49:25.817" v="5295" actId="947"/>
          <ac:spMkLst>
            <pc:docMk/>
            <pc:sldMk cId="3149381720" sldId="514"/>
            <ac:spMk id="12" creationId="{E29DF1B9-B1EC-A7F9-2057-8EB0B66DD8CB}"/>
          </ac:spMkLst>
        </pc:spChg>
        <pc:spChg chg="mod">
          <ac:chgData name="Arianna Landoni" userId="3d62cfe4-f381-4d93-8543-db56469c63db" providerId="ADAL" clId="{CFFBD93D-FF3B-48A7-9853-4040ECF23D00}" dt="2025-06-19T15:49:25.833" v="5296" actId="947"/>
          <ac:spMkLst>
            <pc:docMk/>
            <pc:sldMk cId="3149381720" sldId="514"/>
            <ac:spMk id="13" creationId="{F86D3E6E-D6F7-2658-F0F1-FC2A12A65AC6}"/>
          </ac:spMkLst>
        </pc:spChg>
        <pc:spChg chg="mod">
          <ac:chgData name="Arianna Landoni" userId="3d62cfe4-f381-4d93-8543-db56469c63db" providerId="ADAL" clId="{CFFBD93D-FF3B-48A7-9853-4040ECF23D00}" dt="2025-06-19T15:49:25.833" v="5298" actId="947"/>
          <ac:spMkLst>
            <pc:docMk/>
            <pc:sldMk cId="3149381720" sldId="514"/>
            <ac:spMk id="14" creationId="{0BEF71BC-8350-F133-2D77-C2CB7C0DEB4A}"/>
          </ac:spMkLst>
        </pc:spChg>
        <pc:spChg chg="mod">
          <ac:chgData name="Arianna Landoni" userId="3d62cfe4-f381-4d93-8543-db56469c63db" providerId="ADAL" clId="{CFFBD93D-FF3B-48A7-9853-4040ECF23D00}" dt="2025-06-19T15:49:25.854" v="5308" actId="947"/>
          <ac:spMkLst>
            <pc:docMk/>
            <pc:sldMk cId="3149381720" sldId="514"/>
            <ac:spMk id="15" creationId="{377EFEB3-9175-1B60-82D2-F87D501F430E}"/>
          </ac:spMkLst>
        </pc:spChg>
        <pc:spChg chg="mod">
          <ac:chgData name="Arianna Landoni" userId="3d62cfe4-f381-4d93-8543-db56469c63db" providerId="ADAL" clId="{CFFBD93D-FF3B-48A7-9853-4040ECF23D00}" dt="2025-06-19T15:49:25.857" v="5309" actId="947"/>
          <ac:spMkLst>
            <pc:docMk/>
            <pc:sldMk cId="3149381720" sldId="514"/>
            <ac:spMk id="16" creationId="{31A20B37-6952-982A-A7F0-A3AFF477EE2D}"/>
          </ac:spMkLst>
        </pc:spChg>
        <pc:spChg chg="mod">
          <ac:chgData name="Arianna Landoni" userId="3d62cfe4-f381-4d93-8543-db56469c63db" providerId="ADAL" clId="{CFFBD93D-FF3B-48A7-9853-4040ECF23D00}" dt="2025-06-19T15:49:25.858" v="5310" actId="947"/>
          <ac:spMkLst>
            <pc:docMk/>
            <pc:sldMk cId="3149381720" sldId="514"/>
            <ac:spMk id="18" creationId="{C05CCE6A-75A3-B7A4-51A4-DA9736EBCE8C}"/>
          </ac:spMkLst>
        </pc:spChg>
        <pc:spChg chg="mod">
          <ac:chgData name="Arianna Landoni" userId="3d62cfe4-f381-4d93-8543-db56469c63db" providerId="ADAL" clId="{CFFBD93D-FF3B-48A7-9853-4040ECF23D00}" dt="2025-06-19T15:49:25.862" v="5312" actId="947"/>
          <ac:spMkLst>
            <pc:docMk/>
            <pc:sldMk cId="3149381720" sldId="514"/>
            <ac:spMk id="35" creationId="{3BC4F062-2FE0-A561-A2DB-454DEC13B804}"/>
          </ac:spMkLst>
        </pc:spChg>
        <pc:spChg chg="add mod">
          <ac:chgData name="Arianna Landoni" userId="3d62cfe4-f381-4d93-8543-db56469c63db" providerId="ADAL" clId="{CFFBD93D-FF3B-48A7-9853-4040ECF23D00}" dt="2025-06-19T15:49:25.868" v="5313" actId="947"/>
          <ac:spMkLst>
            <pc:docMk/>
            <pc:sldMk cId="3149381720" sldId="514"/>
            <ac:spMk id="53" creationId="{246C986F-4291-813E-8381-7B68D4D934AA}"/>
          </ac:spMkLst>
        </pc:spChg>
        <pc:spChg chg="add mod">
          <ac:chgData name="Arianna Landoni" userId="3d62cfe4-f381-4d93-8543-db56469c63db" providerId="ADAL" clId="{CFFBD93D-FF3B-48A7-9853-4040ECF23D00}" dt="2025-06-19T15:49:25.870" v="5314" actId="947"/>
          <ac:spMkLst>
            <pc:docMk/>
            <pc:sldMk cId="3149381720" sldId="514"/>
            <ac:spMk id="54" creationId="{CF405C7C-2E84-37DC-E7C4-577B9C8E176C}"/>
          </ac:spMkLst>
        </pc:spChg>
        <pc:spChg chg="add mod">
          <ac:chgData name="Arianna Landoni" userId="3d62cfe4-f381-4d93-8543-db56469c63db" providerId="ADAL" clId="{CFFBD93D-FF3B-48A7-9853-4040ECF23D00}" dt="2025-06-19T15:49:25.884" v="5321" actId="947"/>
          <ac:spMkLst>
            <pc:docMk/>
            <pc:sldMk cId="3149381720" sldId="514"/>
            <ac:spMk id="55" creationId="{ED203D1F-0948-8A66-BC9E-BDBF1696ACA6}"/>
          </ac:spMkLst>
        </pc:spChg>
        <pc:graphicFrameChg chg="mod">
          <ac:chgData name="Arianna Landoni" userId="3d62cfe4-f381-4d93-8543-db56469c63db" providerId="ADAL" clId="{CFFBD93D-FF3B-48A7-9853-4040ECF23D00}" dt="2025-06-19T15:49:30.314" v="6919"/>
          <ac:graphicFrameMkLst>
            <pc:docMk/>
            <pc:sldMk cId="3149381720" sldId="514"/>
            <ac:graphicFrameMk id="5" creationId="{647046E3-AB39-CCE0-4670-E19814CCD467}"/>
          </ac:graphicFrameMkLst>
        </pc:graphicFrameChg>
      </pc:sldChg>
      <pc:sldChg chg="addSp delSp modSp add mod ord">
        <pc:chgData name="Arianna Landoni" userId="3d62cfe4-f381-4d93-8543-db56469c63db" providerId="ADAL" clId="{CFFBD93D-FF3B-48A7-9853-4040ECF23D00}" dt="2025-06-20T09:24:31.380" v="8715"/>
        <pc:sldMkLst>
          <pc:docMk/>
          <pc:sldMk cId="1914068489" sldId="515"/>
        </pc:sldMkLst>
        <pc:spChg chg="add mod ord">
          <ac:chgData name="Arianna Landoni" userId="3d62cfe4-f381-4d93-8543-db56469c63db" providerId="ADAL" clId="{CFFBD93D-FF3B-48A7-9853-4040ECF23D00}" dt="2025-06-19T08:58:56.478" v="3549"/>
          <ac:spMkLst>
            <pc:docMk/>
            <pc:sldMk cId="1914068489" sldId="515"/>
            <ac:spMk id="2" creationId="{8B7A3475-2E99-AE0F-9E2A-7BCB9DB5C3ED}"/>
          </ac:spMkLst>
        </pc:spChg>
        <pc:spChg chg="mod ord">
          <ac:chgData name="Arianna Landoni" userId="3d62cfe4-f381-4d93-8543-db56469c63db" providerId="ADAL" clId="{CFFBD93D-FF3B-48A7-9853-4040ECF23D00}" dt="2025-06-19T08:58:56.466" v="3511"/>
          <ac:spMkLst>
            <pc:docMk/>
            <pc:sldMk cId="1914068489" sldId="515"/>
            <ac:spMk id="3" creationId="{80917121-041A-3FE8-8F38-6D8B3A02CEE9}"/>
          </ac:spMkLst>
        </pc:spChg>
        <pc:spChg chg="mod ord">
          <ac:chgData name="Arianna Landoni" userId="3d62cfe4-f381-4d93-8543-db56469c63db" providerId="ADAL" clId="{CFFBD93D-FF3B-48A7-9853-4040ECF23D00}" dt="2025-06-19T08:58:56.465" v="3507"/>
          <ac:spMkLst>
            <pc:docMk/>
            <pc:sldMk cId="1914068489" sldId="515"/>
            <ac:spMk id="4" creationId="{A826B6C5-931C-094E-1F15-DE2BC26AFA40}"/>
          </ac:spMkLst>
        </pc:spChg>
        <pc:spChg chg="mod ord">
          <ac:chgData name="Arianna Landoni" userId="3d62cfe4-f381-4d93-8543-db56469c63db" providerId="ADAL" clId="{CFFBD93D-FF3B-48A7-9853-4040ECF23D00}" dt="2025-06-19T15:49:26.011" v="5390" actId="947"/>
          <ac:spMkLst>
            <pc:docMk/>
            <pc:sldMk cId="1914068489" sldId="515"/>
            <ac:spMk id="6" creationId="{FF915803-EC07-E81F-BFC4-28EBCA9259F0}"/>
          </ac:spMkLst>
        </pc:spChg>
        <pc:spChg chg="mod ord">
          <ac:chgData name="Arianna Landoni" userId="3d62cfe4-f381-4d93-8543-db56469c63db" providerId="ADAL" clId="{CFFBD93D-FF3B-48A7-9853-4040ECF23D00}" dt="2025-06-19T15:49:26.009" v="5388" actId="947"/>
          <ac:spMkLst>
            <pc:docMk/>
            <pc:sldMk cId="1914068489" sldId="515"/>
            <ac:spMk id="7" creationId="{190C41C3-8008-E27A-E7AE-4E13F24A9FC2}"/>
          </ac:spMkLst>
        </pc:spChg>
        <pc:spChg chg="add mod ord">
          <ac:chgData name="Arianna Landoni" userId="3d62cfe4-f381-4d93-8543-db56469c63db" providerId="ADAL" clId="{CFFBD93D-FF3B-48A7-9853-4040ECF23D00}" dt="2025-06-19T08:58:56.473" v="3533"/>
          <ac:spMkLst>
            <pc:docMk/>
            <pc:sldMk cId="1914068489" sldId="515"/>
            <ac:spMk id="9" creationId="{CBA40E0E-FD67-0340-CD67-DCCA5DBFBE7D}"/>
          </ac:spMkLst>
        </pc:spChg>
        <pc:spChg chg="add mod ord">
          <ac:chgData name="Arianna Landoni" userId="3d62cfe4-f381-4d93-8543-db56469c63db" providerId="ADAL" clId="{CFFBD93D-FF3B-48A7-9853-4040ECF23D00}" dt="2025-06-19T08:58:56.474" v="3535"/>
          <ac:spMkLst>
            <pc:docMk/>
            <pc:sldMk cId="1914068489" sldId="515"/>
            <ac:spMk id="10" creationId="{AE7D1F5D-750E-489F-C852-BCCE317CB0F5}"/>
          </ac:spMkLst>
        </pc:spChg>
        <pc:spChg chg="add mod ord">
          <ac:chgData name="Arianna Landoni" userId="3d62cfe4-f381-4d93-8543-db56469c63db" providerId="ADAL" clId="{CFFBD93D-FF3B-48A7-9853-4040ECF23D00}" dt="2025-06-19T08:58:56.474" v="3537"/>
          <ac:spMkLst>
            <pc:docMk/>
            <pc:sldMk cId="1914068489" sldId="515"/>
            <ac:spMk id="11" creationId="{EF43AD8F-A76B-E6CB-C72F-2D1EF6542411}"/>
          </ac:spMkLst>
        </pc:spChg>
        <pc:spChg chg="mod ord">
          <ac:chgData name="Arianna Landoni" userId="3d62cfe4-f381-4d93-8543-db56469c63db" providerId="ADAL" clId="{CFFBD93D-FF3B-48A7-9853-4040ECF23D00}" dt="2025-06-19T15:49:26.013" v="5391" actId="947"/>
          <ac:spMkLst>
            <pc:docMk/>
            <pc:sldMk cId="1914068489" sldId="515"/>
            <ac:spMk id="12" creationId="{CC08CF75-D885-81D6-590C-E60C6C25FF46}"/>
          </ac:spMkLst>
        </pc:spChg>
        <pc:spChg chg="mod ord">
          <ac:chgData name="Arianna Landoni" userId="3d62cfe4-f381-4d93-8543-db56469c63db" providerId="ADAL" clId="{CFFBD93D-FF3B-48A7-9853-4040ECF23D00}" dt="2025-06-19T15:49:26.013" v="5392" actId="947"/>
          <ac:spMkLst>
            <pc:docMk/>
            <pc:sldMk cId="1914068489" sldId="515"/>
            <ac:spMk id="13" creationId="{4A396921-87CD-6B7F-A2E0-9FB222CA6F88}"/>
          </ac:spMkLst>
        </pc:spChg>
        <pc:spChg chg="mod ord">
          <ac:chgData name="Arianna Landoni" userId="3d62cfe4-f381-4d93-8543-db56469c63db" providerId="ADAL" clId="{CFFBD93D-FF3B-48A7-9853-4040ECF23D00}" dt="2025-06-19T15:49:26.013" v="5394" actId="947"/>
          <ac:spMkLst>
            <pc:docMk/>
            <pc:sldMk cId="1914068489" sldId="515"/>
            <ac:spMk id="14" creationId="{B86E7B28-3AB9-F678-3D87-1755BB88D213}"/>
          </ac:spMkLst>
        </pc:spChg>
        <pc:spChg chg="mod ord">
          <ac:chgData name="Arianna Landoni" userId="3d62cfe4-f381-4d93-8543-db56469c63db" providerId="ADAL" clId="{CFFBD93D-FF3B-48A7-9853-4040ECF23D00}" dt="2025-06-19T15:49:26.027" v="5401" actId="947"/>
          <ac:spMkLst>
            <pc:docMk/>
            <pc:sldMk cId="1914068489" sldId="515"/>
            <ac:spMk id="15" creationId="{9979384C-CF76-C1A2-967E-2A07471AEF07}"/>
          </ac:spMkLst>
        </pc:spChg>
        <pc:spChg chg="mod ord">
          <ac:chgData name="Arianna Landoni" userId="3d62cfe4-f381-4d93-8543-db56469c63db" providerId="ADAL" clId="{CFFBD93D-FF3B-48A7-9853-4040ECF23D00}" dt="2025-06-19T15:49:26.029" v="5402" actId="947"/>
          <ac:spMkLst>
            <pc:docMk/>
            <pc:sldMk cId="1914068489" sldId="515"/>
            <ac:spMk id="16" creationId="{CB821C9D-6F68-2A8E-F782-A02FB41EBAE9}"/>
          </ac:spMkLst>
        </pc:spChg>
        <pc:spChg chg="add mod ord">
          <ac:chgData name="Arianna Landoni" userId="3d62cfe4-f381-4d93-8543-db56469c63db" providerId="ADAL" clId="{CFFBD93D-FF3B-48A7-9853-4040ECF23D00}" dt="2025-06-19T08:58:56.475" v="3539"/>
          <ac:spMkLst>
            <pc:docMk/>
            <pc:sldMk cId="1914068489" sldId="515"/>
            <ac:spMk id="17" creationId="{4CBDEF3A-0D26-E603-7E5C-0123DA542E29}"/>
          </ac:spMkLst>
        </pc:spChg>
        <pc:spChg chg="mod ord">
          <ac:chgData name="Arianna Landoni" userId="3d62cfe4-f381-4d93-8543-db56469c63db" providerId="ADAL" clId="{CFFBD93D-FF3B-48A7-9853-4040ECF23D00}" dt="2025-06-19T15:49:26.030" v="5403" actId="947"/>
          <ac:spMkLst>
            <pc:docMk/>
            <pc:sldMk cId="1914068489" sldId="515"/>
            <ac:spMk id="18" creationId="{E76F8846-898B-D97B-7234-17BCE58015B6}"/>
          </ac:spMkLst>
        </pc:spChg>
        <pc:spChg chg="add mod ord">
          <ac:chgData name="Arianna Landoni" userId="3d62cfe4-f381-4d93-8543-db56469c63db" providerId="ADAL" clId="{CFFBD93D-FF3B-48A7-9853-4040ECF23D00}" dt="2025-06-19T08:58:56.476" v="3541"/>
          <ac:spMkLst>
            <pc:docMk/>
            <pc:sldMk cId="1914068489" sldId="515"/>
            <ac:spMk id="19" creationId="{8189D3A1-7D3A-D494-0B62-B8F249E18F83}"/>
          </ac:spMkLst>
        </pc:spChg>
        <pc:spChg chg="add mod ord">
          <ac:chgData name="Arianna Landoni" userId="3d62cfe4-f381-4d93-8543-db56469c63db" providerId="ADAL" clId="{CFFBD93D-FF3B-48A7-9853-4040ECF23D00}" dt="2025-06-19T15:49:26.039" v="5409" actId="947"/>
          <ac:spMkLst>
            <pc:docMk/>
            <pc:sldMk cId="1914068489" sldId="515"/>
            <ac:spMk id="20" creationId="{68CD886E-54FC-CB27-4AA5-07312B9FAD35}"/>
          </ac:spMkLst>
        </pc:spChg>
        <pc:spChg chg="add mod ord">
          <ac:chgData name="Arianna Landoni" userId="3d62cfe4-f381-4d93-8543-db56469c63db" providerId="ADAL" clId="{CFFBD93D-FF3B-48A7-9853-4040ECF23D00}" dt="2025-06-19T08:58:56.479" v="3551"/>
          <ac:spMkLst>
            <pc:docMk/>
            <pc:sldMk cId="1914068489" sldId="515"/>
            <ac:spMk id="21" creationId="{19B55D93-62C1-01EA-C7FD-1DB3F884741F}"/>
          </ac:spMkLst>
        </pc:spChg>
        <pc:spChg chg="add mod ord">
          <ac:chgData name="Arianna Landoni" userId="3d62cfe4-f381-4d93-8543-db56469c63db" providerId="ADAL" clId="{CFFBD93D-FF3B-48A7-9853-4040ECF23D00}" dt="2025-06-19T15:49:26.040" v="5410" actId="947"/>
          <ac:spMkLst>
            <pc:docMk/>
            <pc:sldMk cId="1914068489" sldId="515"/>
            <ac:spMk id="22" creationId="{4AFE5140-D788-3F8A-E857-F4D5DF35C917}"/>
          </ac:spMkLst>
        </pc:spChg>
        <pc:spChg chg="add mod ord">
          <ac:chgData name="Arianna Landoni" userId="3d62cfe4-f381-4d93-8543-db56469c63db" providerId="ADAL" clId="{CFFBD93D-FF3B-48A7-9853-4040ECF23D00}" dt="2025-06-19T08:58:56.479" v="3553"/>
          <ac:spMkLst>
            <pc:docMk/>
            <pc:sldMk cId="1914068489" sldId="515"/>
            <ac:spMk id="23" creationId="{39F891A3-53D8-B6F9-FF78-A3F03449BCA7}"/>
          </ac:spMkLst>
        </pc:spChg>
        <pc:spChg chg="add mod ord">
          <ac:chgData name="Arianna Landoni" userId="3d62cfe4-f381-4d93-8543-db56469c63db" providerId="ADAL" clId="{CFFBD93D-FF3B-48A7-9853-4040ECF23D00}" dt="2025-06-19T08:58:56.477" v="3547"/>
          <ac:spMkLst>
            <pc:docMk/>
            <pc:sldMk cId="1914068489" sldId="515"/>
            <ac:spMk id="24" creationId="{B031D2A4-7722-2C3B-9179-36F009DD28CF}"/>
          </ac:spMkLst>
        </pc:spChg>
        <pc:spChg chg="mod ord">
          <ac:chgData name="Arianna Landoni" userId="3d62cfe4-f381-4d93-8543-db56469c63db" providerId="ADAL" clId="{CFFBD93D-FF3B-48A7-9853-4040ECF23D00}" dt="2025-06-19T08:59:01.721" v="3581" actId="14100"/>
          <ac:spMkLst>
            <pc:docMk/>
            <pc:sldMk cId="1914068489" sldId="515"/>
            <ac:spMk id="26" creationId="{AEA969AA-2A68-3E99-2CBF-F5ED61042A94}"/>
          </ac:spMkLst>
        </pc:spChg>
        <pc:spChg chg="add mod ord">
          <ac:chgData name="Arianna Landoni" userId="3d62cfe4-f381-4d93-8543-db56469c63db" providerId="ADAL" clId="{CFFBD93D-FF3B-48A7-9853-4040ECF23D00}" dt="2025-06-19T15:49:26.043" v="5411" actId="947"/>
          <ac:spMkLst>
            <pc:docMk/>
            <pc:sldMk cId="1914068489" sldId="515"/>
            <ac:spMk id="27" creationId="{B32DF674-1E09-135F-B4E5-C2D208C4895C}"/>
          </ac:spMkLst>
        </pc:spChg>
        <pc:spChg chg="add mod ord">
          <ac:chgData name="Arianna Landoni" userId="3d62cfe4-f381-4d93-8543-db56469c63db" providerId="ADAL" clId="{CFFBD93D-FF3B-48A7-9853-4040ECF23D00}" dt="2025-06-19T08:58:56.482" v="3563"/>
          <ac:spMkLst>
            <pc:docMk/>
            <pc:sldMk cId="1914068489" sldId="515"/>
            <ac:spMk id="30" creationId="{CAE21333-4ED5-3F64-8F62-A70C0FF7E8A2}"/>
          </ac:spMkLst>
        </pc:spChg>
        <pc:spChg chg="mod ord">
          <ac:chgData name="Arianna Landoni" userId="3d62cfe4-f381-4d93-8543-db56469c63db" providerId="ADAL" clId="{CFFBD93D-FF3B-48A7-9853-4040ECF23D00}" dt="2025-06-19T08:58:56.483" v="3565"/>
          <ac:spMkLst>
            <pc:docMk/>
            <pc:sldMk cId="1914068489" sldId="515"/>
            <ac:spMk id="31" creationId="{FEEE8F2A-BA4E-F839-5F1F-16DEA5350B52}"/>
          </ac:spMkLst>
        </pc:spChg>
        <pc:spChg chg="add mod ord">
          <ac:chgData name="Arianna Landoni" userId="3d62cfe4-f381-4d93-8543-db56469c63db" providerId="ADAL" clId="{CFFBD93D-FF3B-48A7-9853-4040ECF23D00}" dt="2025-06-19T08:58:56.483" v="3567"/>
          <ac:spMkLst>
            <pc:docMk/>
            <pc:sldMk cId="1914068489" sldId="515"/>
            <ac:spMk id="32" creationId="{40917762-ED9A-629E-7A57-5A5E5501CB3A}"/>
          </ac:spMkLst>
        </pc:spChg>
        <pc:spChg chg="add mod ord">
          <ac:chgData name="Arianna Landoni" userId="3d62cfe4-f381-4d93-8543-db56469c63db" providerId="ADAL" clId="{CFFBD93D-FF3B-48A7-9853-4040ECF23D00}" dt="2025-06-19T15:49:26.046" v="5412" actId="947"/>
          <ac:spMkLst>
            <pc:docMk/>
            <pc:sldMk cId="1914068489" sldId="515"/>
            <ac:spMk id="33" creationId="{FA147DF5-5E99-12D9-3709-29EBD774FEFD}"/>
          </ac:spMkLst>
        </pc:spChg>
        <pc:spChg chg="mod ord">
          <ac:chgData name="Arianna Landoni" userId="3d62cfe4-f381-4d93-8543-db56469c63db" providerId="ADAL" clId="{CFFBD93D-FF3B-48A7-9853-4040ECF23D00}" dt="2025-06-19T15:49:26.033" v="5405" actId="947"/>
          <ac:spMkLst>
            <pc:docMk/>
            <pc:sldMk cId="1914068489" sldId="515"/>
            <ac:spMk id="35" creationId="{B8C812FF-2F7E-6580-3DA9-C83D23B2F929}"/>
          </ac:spMkLst>
        </pc:spChg>
        <pc:spChg chg="add mod ord">
          <ac:chgData name="Arianna Landoni" userId="3d62cfe4-f381-4d93-8543-db56469c63db" providerId="ADAL" clId="{CFFBD93D-FF3B-48A7-9853-4040ECF23D00}" dt="2025-06-19T08:59:07.098" v="3582" actId="1076"/>
          <ac:spMkLst>
            <pc:docMk/>
            <pc:sldMk cId="1914068489" sldId="515"/>
            <ac:spMk id="36" creationId="{18AAA257-087B-36F2-FDE6-ADDFA59C71E6}"/>
          </ac:spMkLst>
        </pc:spChg>
        <pc:spChg chg="add mod ord">
          <ac:chgData name="Arianna Landoni" userId="3d62cfe4-f381-4d93-8543-db56469c63db" providerId="ADAL" clId="{CFFBD93D-FF3B-48A7-9853-4040ECF23D00}" dt="2025-06-19T15:49:26.047" v="5413" actId="947"/>
          <ac:spMkLst>
            <pc:docMk/>
            <pc:sldMk cId="1914068489" sldId="515"/>
            <ac:spMk id="37" creationId="{85C1F117-8B14-7F6D-1933-393CEDF428E6}"/>
          </ac:spMkLst>
        </pc:spChg>
        <pc:spChg chg="add mod">
          <ac:chgData name="Arianna Landoni" userId="3d62cfe4-f381-4d93-8543-db56469c63db" providerId="ADAL" clId="{CFFBD93D-FF3B-48A7-9853-4040ECF23D00}" dt="2025-06-19T15:49:26.052" v="5416" actId="947"/>
          <ac:spMkLst>
            <pc:docMk/>
            <pc:sldMk cId="1914068489" sldId="515"/>
            <ac:spMk id="39" creationId="{2EF65B69-8B1B-F1B2-3663-17C66F4F0E17}"/>
          </ac:spMkLst>
        </pc:spChg>
        <pc:spChg chg="add mod">
          <ac:chgData name="Arianna Landoni" userId="3d62cfe4-f381-4d93-8543-db56469c63db" providerId="ADAL" clId="{CFFBD93D-FF3B-48A7-9853-4040ECF23D00}" dt="2025-06-19T15:49:26.055" v="5419" actId="947"/>
          <ac:spMkLst>
            <pc:docMk/>
            <pc:sldMk cId="1914068489" sldId="515"/>
            <ac:spMk id="40" creationId="{B2B2CF0F-045D-44C9-6A73-AC34DADB7170}"/>
          </ac:spMkLst>
        </pc:spChg>
        <pc:spChg chg="add mod">
          <ac:chgData name="Arianna Landoni" userId="3d62cfe4-f381-4d93-8543-db56469c63db" providerId="ADAL" clId="{CFFBD93D-FF3B-48A7-9853-4040ECF23D00}" dt="2025-06-19T15:49:26.056" v="5420" actId="947"/>
          <ac:spMkLst>
            <pc:docMk/>
            <pc:sldMk cId="1914068489" sldId="515"/>
            <ac:spMk id="41" creationId="{DC99E564-3DEC-92F3-D72D-787B9C90DCD9}"/>
          </ac:spMkLst>
        </pc:spChg>
        <pc:spChg chg="add mod">
          <ac:chgData name="Arianna Landoni" userId="3d62cfe4-f381-4d93-8543-db56469c63db" providerId="ADAL" clId="{CFFBD93D-FF3B-48A7-9853-4040ECF23D00}" dt="2025-06-19T15:49:26.056" v="5421" actId="947"/>
          <ac:spMkLst>
            <pc:docMk/>
            <pc:sldMk cId="1914068489" sldId="515"/>
            <ac:spMk id="42" creationId="{164EA0EE-E52A-B8DE-746A-B6927D464D7D}"/>
          </ac:spMkLst>
        </pc:spChg>
        <pc:spChg chg="mod ord">
          <ac:chgData name="Arianna Landoni" userId="3d62cfe4-f381-4d93-8543-db56469c63db" providerId="ADAL" clId="{CFFBD93D-FF3B-48A7-9853-4040ECF23D00}" dt="2025-06-19T15:49:26.036" v="5408" actId="947"/>
          <ac:spMkLst>
            <pc:docMk/>
            <pc:sldMk cId="1914068489" sldId="515"/>
            <ac:spMk id="55" creationId="{92411F7D-EDAD-1540-51A5-A48E6A8EFAF3}"/>
          </ac:spMkLst>
        </pc:spChg>
        <pc:graphicFrameChg chg="mod">
          <ac:chgData name="Arianna Landoni" userId="3d62cfe4-f381-4d93-8543-db56469c63db" providerId="ADAL" clId="{CFFBD93D-FF3B-48A7-9853-4040ECF23D00}" dt="2025-06-19T15:49:30.323" v="6929"/>
          <ac:graphicFrameMkLst>
            <pc:docMk/>
            <pc:sldMk cId="1914068489" sldId="515"/>
            <ac:graphicFrameMk id="5" creationId="{EE448A1A-7A29-CA2A-9D80-11299E13785B}"/>
          </ac:graphicFrameMkLst>
        </pc:graphicFrameChg>
        <pc:picChg chg="add mod ord">
          <ac:chgData name="Arianna Landoni" userId="3d62cfe4-f381-4d93-8543-db56469c63db" providerId="ADAL" clId="{CFFBD93D-FF3B-48A7-9853-4040ECF23D00}" dt="2025-06-19T08:58:56.473" v="3531"/>
          <ac:picMkLst>
            <pc:docMk/>
            <pc:sldMk cId="1914068489" sldId="515"/>
            <ac:picMk id="8" creationId="{7C180A3A-654E-CC1E-6E9B-93B7F30D5D2B}"/>
          </ac:picMkLst>
        </pc:picChg>
        <pc:picChg chg="mod ord">
          <ac:chgData name="Arianna Landoni" userId="3d62cfe4-f381-4d93-8543-db56469c63db" providerId="ADAL" clId="{CFFBD93D-FF3B-48A7-9853-4040ECF23D00}" dt="2025-06-19T08:58:56.481" v="3561"/>
          <ac:picMkLst>
            <pc:docMk/>
            <pc:sldMk cId="1914068489" sldId="515"/>
            <ac:picMk id="29" creationId="{2D02A5D2-C2CE-935C-E026-15ABF83C1ED1}"/>
          </ac:picMkLst>
        </pc:picChg>
        <pc:picChg chg="mod ord">
          <ac:chgData name="Arianna Landoni" userId="3d62cfe4-f381-4d93-8543-db56469c63db" providerId="ADAL" clId="{CFFBD93D-FF3B-48A7-9853-4040ECF23D00}" dt="2025-06-19T08:58:56.471" v="3525"/>
          <ac:picMkLst>
            <pc:docMk/>
            <pc:sldMk cId="1914068489" sldId="515"/>
            <ac:picMk id="34" creationId="{0D6FB9FD-40DC-B269-7ED4-D8A9C2281CA9}"/>
          </ac:picMkLst>
        </pc:picChg>
      </pc:sldChg>
      <pc:sldChg chg="addSp delSp modSp add del mod">
        <pc:chgData name="Arianna Landoni" userId="3d62cfe4-f381-4d93-8543-db56469c63db" providerId="ADAL" clId="{CFFBD93D-FF3B-48A7-9853-4040ECF23D00}" dt="2025-06-19T09:00:03.714" v="3599" actId="47"/>
        <pc:sldMkLst>
          <pc:docMk/>
          <pc:sldMk cId="770720239" sldId="516"/>
        </pc:sldMkLst>
      </pc:sldChg>
      <pc:sldChg chg="addSp delSp modSp add mod ord">
        <pc:chgData name="Arianna Landoni" userId="3d62cfe4-f381-4d93-8543-db56469c63db" providerId="ADAL" clId="{CFFBD93D-FF3B-48A7-9853-4040ECF23D00}" dt="2025-06-20T09:24:31.380" v="8715"/>
        <pc:sldMkLst>
          <pc:docMk/>
          <pc:sldMk cId="1415589593" sldId="517"/>
        </pc:sldMkLst>
        <pc:spChg chg="mod">
          <ac:chgData name="Arianna Landoni" userId="3d62cfe4-f381-4d93-8543-db56469c63db" providerId="ADAL" clId="{CFFBD93D-FF3B-48A7-9853-4040ECF23D00}" dt="2025-06-19T15:49:26.056" v="5427" actId="947"/>
          <ac:spMkLst>
            <pc:docMk/>
            <pc:sldMk cId="1415589593" sldId="517"/>
            <ac:spMk id="6" creationId="{2518274C-8505-89AD-FE29-002F8A54DDF1}"/>
          </ac:spMkLst>
        </pc:spChg>
        <pc:spChg chg="mod">
          <ac:chgData name="Arianna Landoni" userId="3d62cfe4-f381-4d93-8543-db56469c63db" providerId="ADAL" clId="{CFFBD93D-FF3B-48A7-9853-4040ECF23D00}" dt="2025-06-19T15:49:26.056" v="5425" actId="947"/>
          <ac:spMkLst>
            <pc:docMk/>
            <pc:sldMk cId="1415589593" sldId="517"/>
            <ac:spMk id="7" creationId="{1F81B978-4CCA-5E22-13BE-CA9795A78B4F}"/>
          </ac:spMkLst>
        </pc:spChg>
        <pc:spChg chg="mod">
          <ac:chgData name="Arianna Landoni" userId="3d62cfe4-f381-4d93-8543-db56469c63db" providerId="ADAL" clId="{CFFBD93D-FF3B-48A7-9853-4040ECF23D00}" dt="2025-06-19T15:49:26.056" v="5428" actId="947"/>
          <ac:spMkLst>
            <pc:docMk/>
            <pc:sldMk cId="1415589593" sldId="517"/>
            <ac:spMk id="12" creationId="{C8FEBE44-18DC-5B0F-D92A-B55A96687601}"/>
          </ac:spMkLst>
        </pc:spChg>
        <pc:spChg chg="mod">
          <ac:chgData name="Arianna Landoni" userId="3d62cfe4-f381-4d93-8543-db56469c63db" providerId="ADAL" clId="{CFFBD93D-FF3B-48A7-9853-4040ECF23D00}" dt="2025-06-19T15:49:26.056" v="5429" actId="947"/>
          <ac:spMkLst>
            <pc:docMk/>
            <pc:sldMk cId="1415589593" sldId="517"/>
            <ac:spMk id="13" creationId="{97505787-2D1C-D67C-C0A7-E261FAB14CE7}"/>
          </ac:spMkLst>
        </pc:spChg>
        <pc:spChg chg="mod">
          <ac:chgData name="Arianna Landoni" userId="3d62cfe4-f381-4d93-8543-db56469c63db" providerId="ADAL" clId="{CFFBD93D-FF3B-48A7-9853-4040ECF23D00}" dt="2025-06-19T15:49:26.072" v="5431" actId="947"/>
          <ac:spMkLst>
            <pc:docMk/>
            <pc:sldMk cId="1415589593" sldId="517"/>
            <ac:spMk id="14" creationId="{ACA17081-5433-7C55-A036-FC2065B885F3}"/>
          </ac:spMkLst>
        </pc:spChg>
        <pc:spChg chg="mod">
          <ac:chgData name="Arianna Landoni" userId="3d62cfe4-f381-4d93-8543-db56469c63db" providerId="ADAL" clId="{CFFBD93D-FF3B-48A7-9853-4040ECF23D00}" dt="2025-06-19T15:49:26.072" v="5434" actId="947"/>
          <ac:spMkLst>
            <pc:docMk/>
            <pc:sldMk cId="1415589593" sldId="517"/>
            <ac:spMk id="15" creationId="{7E685745-BF87-426D-8DA9-C93BCF595BF3}"/>
          </ac:spMkLst>
        </pc:spChg>
        <pc:spChg chg="mod">
          <ac:chgData name="Arianna Landoni" userId="3d62cfe4-f381-4d93-8543-db56469c63db" providerId="ADAL" clId="{CFFBD93D-FF3B-48A7-9853-4040ECF23D00}" dt="2025-06-19T15:49:26.072" v="5435" actId="947"/>
          <ac:spMkLst>
            <pc:docMk/>
            <pc:sldMk cId="1415589593" sldId="517"/>
            <ac:spMk id="16" creationId="{4B46C19D-F9CA-4FD1-C33D-CB813DF4B054}"/>
          </ac:spMkLst>
        </pc:spChg>
        <pc:spChg chg="mod">
          <ac:chgData name="Arianna Landoni" userId="3d62cfe4-f381-4d93-8543-db56469c63db" providerId="ADAL" clId="{CFFBD93D-FF3B-48A7-9853-4040ECF23D00}" dt="2025-06-19T15:49:26.072" v="5436" actId="947"/>
          <ac:spMkLst>
            <pc:docMk/>
            <pc:sldMk cId="1415589593" sldId="517"/>
            <ac:spMk id="18" creationId="{A6932447-1A9B-447B-6EF5-08A5AA79664E}"/>
          </ac:spMkLst>
        </pc:spChg>
        <pc:spChg chg="add mod">
          <ac:chgData name="Arianna Landoni" userId="3d62cfe4-f381-4d93-8543-db56469c63db" providerId="ADAL" clId="{CFFBD93D-FF3B-48A7-9853-4040ECF23D00}" dt="2025-06-19T15:49:26.072" v="5442" actId="947"/>
          <ac:spMkLst>
            <pc:docMk/>
            <pc:sldMk cId="1415589593" sldId="517"/>
            <ac:spMk id="32" creationId="{2CCF7109-CB86-B593-3DE2-F8C7F25D3498}"/>
          </ac:spMkLst>
        </pc:spChg>
        <pc:spChg chg="mod">
          <ac:chgData name="Arianna Landoni" userId="3d62cfe4-f381-4d93-8543-db56469c63db" providerId="ADAL" clId="{CFFBD93D-FF3B-48A7-9853-4040ECF23D00}" dt="2025-06-19T15:49:26.072" v="5438" actId="947"/>
          <ac:spMkLst>
            <pc:docMk/>
            <pc:sldMk cId="1415589593" sldId="517"/>
            <ac:spMk id="35" creationId="{0C0D064E-CA1C-A289-3BAD-FE44CF9F3073}"/>
          </ac:spMkLst>
        </pc:spChg>
        <pc:spChg chg="add mod">
          <ac:chgData name="Arianna Landoni" userId="3d62cfe4-f381-4d93-8543-db56469c63db" providerId="ADAL" clId="{CFFBD93D-FF3B-48A7-9853-4040ECF23D00}" dt="2025-06-19T15:49:26.088" v="5443" actId="947"/>
          <ac:spMkLst>
            <pc:docMk/>
            <pc:sldMk cId="1415589593" sldId="517"/>
            <ac:spMk id="36" creationId="{F718CFA6-7696-53FB-4BCA-94080AB06D1B}"/>
          </ac:spMkLst>
        </pc:spChg>
        <pc:spChg chg="mod">
          <ac:chgData name="Arianna Landoni" userId="3d62cfe4-f381-4d93-8543-db56469c63db" providerId="ADAL" clId="{CFFBD93D-FF3B-48A7-9853-4040ECF23D00}" dt="2025-06-19T15:49:26.072" v="5441" actId="947"/>
          <ac:spMkLst>
            <pc:docMk/>
            <pc:sldMk cId="1415589593" sldId="517"/>
            <ac:spMk id="55" creationId="{193CF9A1-393B-7729-007C-6A1AEC1643FF}"/>
          </ac:spMkLst>
        </pc:spChg>
        <pc:graphicFrameChg chg="mod">
          <ac:chgData name="Arianna Landoni" userId="3d62cfe4-f381-4d93-8543-db56469c63db" providerId="ADAL" clId="{CFFBD93D-FF3B-48A7-9853-4040ECF23D00}" dt="2025-06-19T15:49:30.340" v="6931"/>
          <ac:graphicFrameMkLst>
            <pc:docMk/>
            <pc:sldMk cId="1415589593" sldId="517"/>
            <ac:graphicFrameMk id="5" creationId="{A5907BD8-56E0-8106-DACC-1E65DF45BA1A}"/>
          </ac:graphicFrameMkLst>
        </pc:graphicFrameChg>
      </pc:sldChg>
      <pc:sldChg chg="addSp delSp modSp add mod ord">
        <pc:chgData name="Arianna Landoni" userId="3d62cfe4-f381-4d93-8543-db56469c63db" providerId="ADAL" clId="{CFFBD93D-FF3B-48A7-9853-4040ECF23D00}" dt="2025-06-20T14:12:28.749" v="11329"/>
        <pc:sldMkLst>
          <pc:docMk/>
          <pc:sldMk cId="2618170567" sldId="518"/>
        </pc:sldMkLst>
        <pc:spChg chg="mod">
          <ac:chgData name="Arianna Landoni" userId="3d62cfe4-f381-4d93-8543-db56469c63db" providerId="ADAL" clId="{CFFBD93D-FF3B-48A7-9853-4040ECF23D00}" dt="2025-06-19T15:49:25.327" v="5066" actId="947"/>
          <ac:spMkLst>
            <pc:docMk/>
            <pc:sldMk cId="2618170567" sldId="518"/>
            <ac:spMk id="6" creationId="{31992462-AB3D-9B94-92CE-CA899BB3D71A}"/>
          </ac:spMkLst>
        </pc:spChg>
        <pc:spChg chg="mod">
          <ac:chgData name="Arianna Landoni" userId="3d62cfe4-f381-4d93-8543-db56469c63db" providerId="ADAL" clId="{CFFBD93D-FF3B-48A7-9853-4040ECF23D00}" dt="2025-06-20T14:12:28.689" v="11298" actId="948"/>
          <ac:spMkLst>
            <pc:docMk/>
            <pc:sldMk cId="2618170567" sldId="518"/>
            <ac:spMk id="7" creationId="{EB133284-A953-C7F6-7975-66094B3BE6A8}"/>
          </ac:spMkLst>
        </pc:spChg>
        <pc:spChg chg="mod">
          <ac:chgData name="Arianna Landoni" userId="3d62cfe4-f381-4d93-8543-db56469c63db" providerId="ADAL" clId="{CFFBD93D-FF3B-48A7-9853-4040ECF23D00}" dt="2025-06-19T15:49:25.327" v="5067" actId="947"/>
          <ac:spMkLst>
            <pc:docMk/>
            <pc:sldMk cId="2618170567" sldId="518"/>
            <ac:spMk id="12" creationId="{456B05F4-E710-6CA6-9195-580FD2F20C62}"/>
          </ac:spMkLst>
        </pc:spChg>
        <pc:spChg chg="mod">
          <ac:chgData name="Arianna Landoni" userId="3d62cfe4-f381-4d93-8543-db56469c63db" providerId="ADAL" clId="{CFFBD93D-FF3B-48A7-9853-4040ECF23D00}" dt="2025-06-19T15:49:25.329" v="5068" actId="947"/>
          <ac:spMkLst>
            <pc:docMk/>
            <pc:sldMk cId="2618170567" sldId="518"/>
            <ac:spMk id="13" creationId="{8A7D8A17-428D-C327-F0C0-97DC844722BE}"/>
          </ac:spMkLst>
        </pc:spChg>
        <pc:spChg chg="mod">
          <ac:chgData name="Arianna Landoni" userId="3d62cfe4-f381-4d93-8543-db56469c63db" providerId="ADAL" clId="{CFFBD93D-FF3B-48A7-9853-4040ECF23D00}" dt="2025-06-19T15:49:25.331" v="5070" actId="947"/>
          <ac:spMkLst>
            <pc:docMk/>
            <pc:sldMk cId="2618170567" sldId="518"/>
            <ac:spMk id="14" creationId="{E2AF8D5B-CD45-B337-BF09-7AEF9B4C0A0A}"/>
          </ac:spMkLst>
        </pc:spChg>
        <pc:spChg chg="mod">
          <ac:chgData name="Arianna Landoni" userId="3d62cfe4-f381-4d93-8543-db56469c63db" providerId="ADAL" clId="{CFFBD93D-FF3B-48A7-9853-4040ECF23D00}" dt="2025-06-19T15:49:25.333" v="5074" actId="947"/>
          <ac:spMkLst>
            <pc:docMk/>
            <pc:sldMk cId="2618170567" sldId="518"/>
            <ac:spMk id="15" creationId="{FB39C510-BF52-3D79-690C-0C75E4DE0988}"/>
          </ac:spMkLst>
        </pc:spChg>
        <pc:spChg chg="mod">
          <ac:chgData name="Arianna Landoni" userId="3d62cfe4-f381-4d93-8543-db56469c63db" providerId="ADAL" clId="{CFFBD93D-FF3B-48A7-9853-4040ECF23D00}" dt="2025-06-19T15:49:25.339" v="5075" actId="947"/>
          <ac:spMkLst>
            <pc:docMk/>
            <pc:sldMk cId="2618170567" sldId="518"/>
            <ac:spMk id="16" creationId="{ECEDD68E-9A08-80F3-78B1-B087B252845B}"/>
          </ac:spMkLst>
        </pc:spChg>
        <pc:spChg chg="mod">
          <ac:chgData name="Arianna Landoni" userId="3d62cfe4-f381-4d93-8543-db56469c63db" providerId="ADAL" clId="{CFFBD93D-FF3B-48A7-9853-4040ECF23D00}" dt="2025-06-20T14:12:07.042" v="11225" actId="1076"/>
          <ac:spMkLst>
            <pc:docMk/>
            <pc:sldMk cId="2618170567" sldId="518"/>
            <ac:spMk id="17" creationId="{EDA1689A-F81F-387E-F477-4217C5F64CF7}"/>
          </ac:spMkLst>
        </pc:spChg>
        <pc:spChg chg="mod">
          <ac:chgData name="Arianna Landoni" userId="3d62cfe4-f381-4d93-8543-db56469c63db" providerId="ADAL" clId="{CFFBD93D-FF3B-48A7-9853-4040ECF23D00}" dt="2025-06-20T14:12:07.042" v="11225" actId="1076"/>
          <ac:spMkLst>
            <pc:docMk/>
            <pc:sldMk cId="2618170567" sldId="518"/>
            <ac:spMk id="18" creationId="{F6953E2A-5604-872E-86F4-959879C4947C}"/>
          </ac:spMkLst>
        </pc:spChg>
        <pc:spChg chg="mod">
          <ac:chgData name="Arianna Landoni" userId="3d62cfe4-f381-4d93-8543-db56469c63db" providerId="ADAL" clId="{CFFBD93D-FF3B-48A7-9853-4040ECF23D00}" dt="2025-06-19T15:49:25.339" v="5080" actId="947"/>
          <ac:spMkLst>
            <pc:docMk/>
            <pc:sldMk cId="2618170567" sldId="518"/>
            <ac:spMk id="19" creationId="{A08D8364-EB71-4E23-EACE-052D3077D00D}"/>
          </ac:spMkLst>
        </pc:spChg>
        <pc:spChg chg="mod">
          <ac:chgData name="Arianna Landoni" userId="3d62cfe4-f381-4d93-8543-db56469c63db" providerId="ADAL" clId="{CFFBD93D-FF3B-48A7-9853-4040ECF23D00}" dt="2025-06-19T15:49:25.352" v="5083" actId="947"/>
          <ac:spMkLst>
            <pc:docMk/>
            <pc:sldMk cId="2618170567" sldId="518"/>
            <ac:spMk id="20" creationId="{281CB4C1-E29F-04BA-62CC-DCA0F04813EC}"/>
          </ac:spMkLst>
        </pc:spChg>
        <pc:spChg chg="mod">
          <ac:chgData name="Arianna Landoni" userId="3d62cfe4-f381-4d93-8543-db56469c63db" providerId="ADAL" clId="{CFFBD93D-FF3B-48A7-9853-4040ECF23D00}" dt="2025-06-19T15:49:25.350" v="5082" actId="947"/>
          <ac:spMkLst>
            <pc:docMk/>
            <pc:sldMk cId="2618170567" sldId="518"/>
            <ac:spMk id="35" creationId="{1C35AFBB-9BE2-176F-B4BB-141732C96CB0}"/>
          </ac:spMkLst>
        </pc:spChg>
        <pc:graphicFrameChg chg="mod">
          <ac:chgData name="Arianna Landoni" userId="3d62cfe4-f381-4d93-8543-db56469c63db" providerId="ADAL" clId="{CFFBD93D-FF3B-48A7-9853-4040ECF23D00}" dt="2025-06-20T14:12:28.749" v="11329"/>
          <ac:graphicFrameMkLst>
            <pc:docMk/>
            <pc:sldMk cId="2618170567" sldId="518"/>
            <ac:graphicFrameMk id="5" creationId="{EA593C05-E62E-B1E4-24FF-3E129BBE4012}"/>
          </ac:graphicFrameMkLst>
        </pc:graphicFrameChg>
      </pc:sldChg>
      <pc:sldChg chg="addSp delSp modSp add mod ord">
        <pc:chgData name="Arianna Landoni" userId="3d62cfe4-f381-4d93-8543-db56469c63db" providerId="ADAL" clId="{CFFBD93D-FF3B-48A7-9853-4040ECF23D00}" dt="2025-06-20T14:12:39.043" v="11462"/>
        <pc:sldMkLst>
          <pc:docMk/>
          <pc:sldMk cId="617509898" sldId="519"/>
        </pc:sldMkLst>
        <pc:spChg chg="mod">
          <ac:chgData name="Arianna Landoni" userId="3d62cfe4-f381-4d93-8543-db56469c63db" providerId="ADAL" clId="{CFFBD93D-FF3B-48A7-9853-4040ECF23D00}" dt="2025-06-19T15:49:25.650" v="5223" actId="947"/>
          <ac:spMkLst>
            <pc:docMk/>
            <pc:sldMk cId="617509898" sldId="519"/>
            <ac:spMk id="2" creationId="{8A4EF341-2190-38D3-4F14-C654043939DB}"/>
          </ac:spMkLst>
        </pc:spChg>
        <pc:spChg chg="mod">
          <ac:chgData name="Arianna Landoni" userId="3d62cfe4-f381-4d93-8543-db56469c63db" providerId="ADAL" clId="{CFFBD93D-FF3B-48A7-9853-4040ECF23D00}" dt="2025-06-19T15:49:25.634" v="5211" actId="947"/>
          <ac:spMkLst>
            <pc:docMk/>
            <pc:sldMk cId="617509898" sldId="519"/>
            <ac:spMk id="6" creationId="{5B42957C-D3FD-21D7-1755-FC6AF46C67CD}"/>
          </ac:spMkLst>
        </pc:spChg>
        <pc:spChg chg="mod">
          <ac:chgData name="Arianna Landoni" userId="3d62cfe4-f381-4d93-8543-db56469c63db" providerId="ADAL" clId="{CFFBD93D-FF3B-48A7-9853-4040ECF23D00}" dt="2025-06-20T14:12:38.988" v="11431" actId="948"/>
          <ac:spMkLst>
            <pc:docMk/>
            <pc:sldMk cId="617509898" sldId="519"/>
            <ac:spMk id="7" creationId="{1816E6BA-5E31-701C-650E-FE84B0E0B258}"/>
          </ac:spMkLst>
        </pc:spChg>
        <pc:spChg chg="mod">
          <ac:chgData name="Arianna Landoni" userId="3d62cfe4-f381-4d93-8543-db56469c63db" providerId="ADAL" clId="{CFFBD93D-FF3B-48A7-9853-4040ECF23D00}" dt="2025-06-19T15:49:25.650" v="5225" actId="947"/>
          <ac:spMkLst>
            <pc:docMk/>
            <pc:sldMk cId="617509898" sldId="519"/>
            <ac:spMk id="9" creationId="{D28186D1-B71A-95C9-F0A2-9EC137A9A30A}"/>
          </ac:spMkLst>
        </pc:spChg>
        <pc:spChg chg="mod">
          <ac:chgData name="Arianna Landoni" userId="3d62cfe4-f381-4d93-8543-db56469c63db" providerId="ADAL" clId="{CFFBD93D-FF3B-48A7-9853-4040ECF23D00}" dt="2025-06-19T15:49:25.650" v="5227" actId="947"/>
          <ac:spMkLst>
            <pc:docMk/>
            <pc:sldMk cId="617509898" sldId="519"/>
            <ac:spMk id="10" creationId="{03088B6D-6606-264E-17FD-8CBA47AC24D1}"/>
          </ac:spMkLst>
        </pc:spChg>
        <pc:spChg chg="mod">
          <ac:chgData name="Arianna Landoni" userId="3d62cfe4-f381-4d93-8543-db56469c63db" providerId="ADAL" clId="{CFFBD93D-FF3B-48A7-9853-4040ECF23D00}" dt="2025-06-19T15:49:25.666" v="5230" actId="947"/>
          <ac:spMkLst>
            <pc:docMk/>
            <pc:sldMk cId="617509898" sldId="519"/>
            <ac:spMk id="11" creationId="{70A2BDC0-F262-16A2-E740-662660F43062}"/>
          </ac:spMkLst>
        </pc:spChg>
        <pc:spChg chg="mod">
          <ac:chgData name="Arianna Landoni" userId="3d62cfe4-f381-4d93-8543-db56469c63db" providerId="ADAL" clId="{CFFBD93D-FF3B-48A7-9853-4040ECF23D00}" dt="2025-06-19T15:49:25.634" v="5212" actId="947"/>
          <ac:spMkLst>
            <pc:docMk/>
            <pc:sldMk cId="617509898" sldId="519"/>
            <ac:spMk id="12" creationId="{B661C612-7B17-A3E9-83C7-BBF7C855F824}"/>
          </ac:spMkLst>
        </pc:spChg>
        <pc:spChg chg="mod">
          <ac:chgData name="Arianna Landoni" userId="3d62cfe4-f381-4d93-8543-db56469c63db" providerId="ADAL" clId="{CFFBD93D-FF3B-48A7-9853-4040ECF23D00}" dt="2025-06-19T15:49:25.634" v="5213" actId="947"/>
          <ac:spMkLst>
            <pc:docMk/>
            <pc:sldMk cId="617509898" sldId="519"/>
            <ac:spMk id="13" creationId="{DD1B58DD-FD7B-90AF-05C1-524EAAE6DCB2}"/>
          </ac:spMkLst>
        </pc:spChg>
        <pc:spChg chg="mod">
          <ac:chgData name="Arianna Landoni" userId="3d62cfe4-f381-4d93-8543-db56469c63db" providerId="ADAL" clId="{CFFBD93D-FF3B-48A7-9853-4040ECF23D00}" dt="2025-06-19T15:49:25.634" v="5215" actId="947"/>
          <ac:spMkLst>
            <pc:docMk/>
            <pc:sldMk cId="617509898" sldId="519"/>
            <ac:spMk id="14" creationId="{992E18BE-5E4E-625E-E6F3-7C14116946BB}"/>
          </ac:spMkLst>
        </pc:spChg>
        <pc:spChg chg="mod">
          <ac:chgData name="Arianna Landoni" userId="3d62cfe4-f381-4d93-8543-db56469c63db" providerId="ADAL" clId="{CFFBD93D-FF3B-48A7-9853-4040ECF23D00}" dt="2025-06-19T15:49:25.634" v="5216" actId="947"/>
          <ac:spMkLst>
            <pc:docMk/>
            <pc:sldMk cId="617509898" sldId="519"/>
            <ac:spMk id="15" creationId="{9892FAF9-D0F2-E36A-0C4D-1AF27FE5C447}"/>
          </ac:spMkLst>
        </pc:spChg>
        <pc:spChg chg="mod">
          <ac:chgData name="Arianna Landoni" userId="3d62cfe4-f381-4d93-8543-db56469c63db" providerId="ADAL" clId="{CFFBD93D-FF3B-48A7-9853-4040ECF23D00}" dt="2025-06-19T15:49:25.634" v="5217" actId="947"/>
          <ac:spMkLst>
            <pc:docMk/>
            <pc:sldMk cId="617509898" sldId="519"/>
            <ac:spMk id="16" creationId="{6DE91BE3-FA6F-3726-B3FF-19E9D5D5862A}"/>
          </ac:spMkLst>
        </pc:spChg>
        <pc:spChg chg="mod">
          <ac:chgData name="Arianna Landoni" userId="3d62cfe4-f381-4d93-8543-db56469c63db" providerId="ADAL" clId="{CFFBD93D-FF3B-48A7-9853-4040ECF23D00}" dt="2025-06-19T15:49:25.650" v="5218" actId="947"/>
          <ac:spMkLst>
            <pc:docMk/>
            <pc:sldMk cId="617509898" sldId="519"/>
            <ac:spMk id="18" creationId="{B8BF5E81-EFC9-CE1C-D488-259E90E10186}"/>
          </ac:spMkLst>
        </pc:spChg>
        <pc:spChg chg="mod">
          <ac:chgData name="Arianna Landoni" userId="3d62cfe4-f381-4d93-8543-db56469c63db" providerId="ADAL" clId="{CFFBD93D-FF3B-48A7-9853-4040ECF23D00}" dt="2025-06-19T15:49:25.671" v="5234" actId="947"/>
          <ac:spMkLst>
            <pc:docMk/>
            <pc:sldMk cId="617509898" sldId="519"/>
            <ac:spMk id="19" creationId="{1940DBD2-B61A-9147-9C16-C3B79F0860A5}"/>
          </ac:spMkLst>
        </pc:spChg>
        <pc:spChg chg="mod">
          <ac:chgData name="Arianna Landoni" userId="3d62cfe4-f381-4d93-8543-db56469c63db" providerId="ADAL" clId="{CFFBD93D-FF3B-48A7-9853-4040ECF23D00}" dt="2025-06-19T15:49:25.684" v="5235" actId="947"/>
          <ac:spMkLst>
            <pc:docMk/>
            <pc:sldMk cId="617509898" sldId="519"/>
            <ac:spMk id="20" creationId="{A07BF3EC-1D8D-2EE5-3907-BAF905465A05}"/>
          </ac:spMkLst>
        </pc:spChg>
        <pc:spChg chg="mod">
          <ac:chgData name="Arianna Landoni" userId="3d62cfe4-f381-4d93-8543-db56469c63db" providerId="ADAL" clId="{CFFBD93D-FF3B-48A7-9853-4040ECF23D00}" dt="2025-06-19T15:49:25.671" v="5231" actId="947"/>
          <ac:spMkLst>
            <pc:docMk/>
            <pc:sldMk cId="617509898" sldId="519"/>
            <ac:spMk id="22" creationId="{24A6C8BC-BD2E-AFF5-3EFE-03724B7E07D0}"/>
          </ac:spMkLst>
        </pc:spChg>
        <pc:spChg chg="mod">
          <ac:chgData name="Arianna Landoni" userId="3d62cfe4-f381-4d93-8543-db56469c63db" providerId="ADAL" clId="{CFFBD93D-FF3B-48A7-9853-4040ECF23D00}" dt="2025-06-19T15:49:25.671" v="5232" actId="947"/>
          <ac:spMkLst>
            <pc:docMk/>
            <pc:sldMk cId="617509898" sldId="519"/>
            <ac:spMk id="23" creationId="{BDBC9BAF-2131-AA25-7FBA-E439BC51585F}"/>
          </ac:spMkLst>
        </pc:spChg>
        <pc:spChg chg="mod">
          <ac:chgData name="Arianna Landoni" userId="3d62cfe4-f381-4d93-8543-db56469c63db" providerId="ADAL" clId="{CFFBD93D-FF3B-48A7-9853-4040ECF23D00}" dt="2025-06-19T15:49:25.671" v="5233" actId="947"/>
          <ac:spMkLst>
            <pc:docMk/>
            <pc:sldMk cId="617509898" sldId="519"/>
            <ac:spMk id="24" creationId="{095D2AD5-D4C7-363D-FCC2-F08F545C4225}"/>
          </ac:spMkLst>
        </pc:spChg>
        <pc:spChg chg="mod">
          <ac:chgData name="Arianna Landoni" userId="3d62cfe4-f381-4d93-8543-db56469c63db" providerId="ADAL" clId="{CFFBD93D-FF3B-48A7-9853-4040ECF23D00}" dt="2025-06-19T15:49:25.688" v="5236" actId="947"/>
          <ac:spMkLst>
            <pc:docMk/>
            <pc:sldMk cId="617509898" sldId="519"/>
            <ac:spMk id="32" creationId="{5126517E-6A24-925A-0326-5B74D75B7973}"/>
          </ac:spMkLst>
        </pc:spChg>
        <pc:spChg chg="mod">
          <ac:chgData name="Arianna Landoni" userId="3d62cfe4-f381-4d93-8543-db56469c63db" providerId="ADAL" clId="{CFFBD93D-FF3B-48A7-9853-4040ECF23D00}" dt="2025-06-19T15:49:25.691" v="5237" actId="947"/>
          <ac:spMkLst>
            <pc:docMk/>
            <pc:sldMk cId="617509898" sldId="519"/>
            <ac:spMk id="33" creationId="{98C7F842-5ADF-F008-737A-E923CCDDC02D}"/>
          </ac:spMkLst>
        </pc:spChg>
        <pc:spChg chg="mod">
          <ac:chgData name="Arianna Landoni" userId="3d62cfe4-f381-4d93-8543-db56469c63db" providerId="ADAL" clId="{CFFBD93D-FF3B-48A7-9853-4040ECF23D00}" dt="2025-06-19T15:49:25.650" v="5220" actId="947"/>
          <ac:spMkLst>
            <pc:docMk/>
            <pc:sldMk cId="617509898" sldId="519"/>
            <ac:spMk id="35" creationId="{1FB1DBCC-C4FF-7572-9111-B39E4BF2B2F7}"/>
          </ac:spMkLst>
        </pc:spChg>
        <pc:graphicFrameChg chg="mod">
          <ac:chgData name="Arianna Landoni" userId="3d62cfe4-f381-4d93-8543-db56469c63db" providerId="ADAL" clId="{CFFBD93D-FF3B-48A7-9853-4040ECF23D00}" dt="2025-06-20T14:12:39.043" v="11462"/>
          <ac:graphicFrameMkLst>
            <pc:docMk/>
            <pc:sldMk cId="617509898" sldId="519"/>
            <ac:graphicFrameMk id="5" creationId="{2126D05C-1505-5C3E-6F25-47E1BE103B00}"/>
          </ac:graphicFrameMkLst>
        </pc:graphicFrameChg>
      </pc:sldChg>
      <pc:sldChg chg="addSp delSp modSp add mod ord">
        <pc:chgData name="Arianna Landoni" userId="3d62cfe4-f381-4d93-8543-db56469c63db" providerId="ADAL" clId="{CFFBD93D-FF3B-48A7-9853-4040ECF23D00}" dt="2025-06-20T14:17:38.294" v="12115" actId="20577"/>
        <pc:sldMkLst>
          <pc:docMk/>
          <pc:sldMk cId="1608923668" sldId="520"/>
        </pc:sldMkLst>
        <pc:spChg chg="mod">
          <ac:chgData name="Arianna Landoni" userId="3d62cfe4-f381-4d93-8543-db56469c63db" providerId="ADAL" clId="{CFFBD93D-FF3B-48A7-9853-4040ECF23D00}" dt="2025-06-19T15:49:25.558" v="5176" actId="947"/>
          <ac:spMkLst>
            <pc:docMk/>
            <pc:sldMk cId="1608923668" sldId="520"/>
            <ac:spMk id="6" creationId="{7FEA183C-99B6-AE8C-1204-1FE9A233DBE4}"/>
          </ac:spMkLst>
        </pc:spChg>
        <pc:spChg chg="mod">
          <ac:chgData name="Arianna Landoni" userId="3d62cfe4-f381-4d93-8543-db56469c63db" providerId="ADAL" clId="{CFFBD93D-FF3B-48A7-9853-4040ECF23D00}" dt="2025-06-20T14:12:47.489" v="11537" actId="948"/>
          <ac:spMkLst>
            <pc:docMk/>
            <pc:sldMk cId="1608923668" sldId="520"/>
            <ac:spMk id="7" creationId="{89DE31C6-32DB-7726-ED02-B4EE4D867216}"/>
          </ac:spMkLst>
        </pc:spChg>
        <pc:spChg chg="mod">
          <ac:chgData name="Arianna Landoni" userId="3d62cfe4-f381-4d93-8543-db56469c63db" providerId="ADAL" clId="{CFFBD93D-FF3B-48A7-9853-4040ECF23D00}" dt="2025-06-19T15:49:25.558" v="5177" actId="947"/>
          <ac:spMkLst>
            <pc:docMk/>
            <pc:sldMk cId="1608923668" sldId="520"/>
            <ac:spMk id="12" creationId="{6641C41C-63D1-B70A-BD63-2957AF6786F7}"/>
          </ac:spMkLst>
        </pc:spChg>
        <pc:spChg chg="mod">
          <ac:chgData name="Arianna Landoni" userId="3d62cfe4-f381-4d93-8543-db56469c63db" providerId="ADAL" clId="{CFFBD93D-FF3B-48A7-9853-4040ECF23D00}" dt="2025-06-19T15:49:25.558" v="5178" actId="947"/>
          <ac:spMkLst>
            <pc:docMk/>
            <pc:sldMk cId="1608923668" sldId="520"/>
            <ac:spMk id="13" creationId="{EF3910FF-54C0-47F1-3CF7-44E7A6353F1F}"/>
          </ac:spMkLst>
        </pc:spChg>
        <pc:spChg chg="mod">
          <ac:chgData name="Arianna Landoni" userId="3d62cfe4-f381-4d93-8543-db56469c63db" providerId="ADAL" clId="{CFFBD93D-FF3B-48A7-9853-4040ECF23D00}" dt="2025-06-19T15:49:25.571" v="5180" actId="947"/>
          <ac:spMkLst>
            <pc:docMk/>
            <pc:sldMk cId="1608923668" sldId="520"/>
            <ac:spMk id="14" creationId="{FA348AEA-5E11-6084-031C-CF7B986A2FEC}"/>
          </ac:spMkLst>
        </pc:spChg>
        <pc:spChg chg="mod">
          <ac:chgData name="Arianna Landoni" userId="3d62cfe4-f381-4d93-8543-db56469c63db" providerId="ADAL" clId="{CFFBD93D-FF3B-48A7-9853-4040ECF23D00}" dt="2025-06-19T15:49:25.590" v="5195" actId="947"/>
          <ac:spMkLst>
            <pc:docMk/>
            <pc:sldMk cId="1608923668" sldId="520"/>
            <ac:spMk id="15" creationId="{B3FD340F-3E01-270A-121E-34008D9B6BE7}"/>
          </ac:spMkLst>
        </pc:spChg>
        <pc:spChg chg="mod">
          <ac:chgData name="Arianna Landoni" userId="3d62cfe4-f381-4d93-8543-db56469c63db" providerId="ADAL" clId="{CFFBD93D-FF3B-48A7-9853-4040ECF23D00}" dt="2025-06-19T15:49:25.590" v="5196" actId="947"/>
          <ac:spMkLst>
            <pc:docMk/>
            <pc:sldMk cId="1608923668" sldId="520"/>
            <ac:spMk id="16" creationId="{D10A9E79-D6B9-04A7-F007-9E91DC3E24BB}"/>
          </ac:spMkLst>
        </pc:spChg>
        <pc:spChg chg="mod">
          <ac:chgData name="Arianna Landoni" userId="3d62cfe4-f381-4d93-8543-db56469c63db" providerId="ADAL" clId="{CFFBD93D-FF3B-48A7-9853-4040ECF23D00}" dt="2025-06-19T15:49:25.590" v="5197" actId="947"/>
          <ac:spMkLst>
            <pc:docMk/>
            <pc:sldMk cId="1608923668" sldId="520"/>
            <ac:spMk id="18" creationId="{D55945DF-0628-43B4-FA72-49AEFB5F8C15}"/>
          </ac:spMkLst>
        </pc:spChg>
        <pc:spChg chg="mod">
          <ac:chgData name="Arianna Landoni" userId="3d62cfe4-f381-4d93-8543-db56469c63db" providerId="ADAL" clId="{CFFBD93D-FF3B-48A7-9853-4040ECF23D00}" dt="2025-06-19T15:49:25.606" v="5199" actId="947"/>
          <ac:spMkLst>
            <pc:docMk/>
            <pc:sldMk cId="1608923668" sldId="520"/>
            <ac:spMk id="35" creationId="{38B86F43-650C-1D19-2D53-B806C2DFA829}"/>
          </ac:spMkLst>
        </pc:spChg>
        <pc:spChg chg="mod">
          <ac:chgData name="Arianna Landoni" userId="3d62cfe4-f381-4d93-8543-db56469c63db" providerId="ADAL" clId="{CFFBD93D-FF3B-48A7-9853-4040ECF23D00}" dt="2025-06-19T15:49:25.606" v="5200" actId="947"/>
          <ac:spMkLst>
            <pc:docMk/>
            <pc:sldMk cId="1608923668" sldId="520"/>
            <ac:spMk id="53" creationId="{7B05C747-44EF-AD7C-DDAF-558A6E85D4FE}"/>
          </ac:spMkLst>
        </pc:spChg>
        <pc:spChg chg="mod">
          <ac:chgData name="Arianna Landoni" userId="3d62cfe4-f381-4d93-8543-db56469c63db" providerId="ADAL" clId="{CFFBD93D-FF3B-48A7-9853-4040ECF23D00}" dt="2025-06-19T15:49:25.606" v="5201" actId="947"/>
          <ac:spMkLst>
            <pc:docMk/>
            <pc:sldMk cId="1608923668" sldId="520"/>
            <ac:spMk id="54" creationId="{7C33454F-0586-11FA-6D3E-11D477DA6FF5}"/>
          </ac:spMkLst>
        </pc:spChg>
        <pc:spChg chg="mod">
          <ac:chgData name="Arianna Landoni" userId="3d62cfe4-f381-4d93-8543-db56469c63db" providerId="ADAL" clId="{CFFBD93D-FF3B-48A7-9853-4040ECF23D00}" dt="2025-06-20T14:17:38.294" v="12115" actId="20577"/>
          <ac:spMkLst>
            <pc:docMk/>
            <pc:sldMk cId="1608923668" sldId="520"/>
            <ac:spMk id="55" creationId="{44758914-2C45-D96E-857F-CF88BB7A1C85}"/>
          </ac:spMkLst>
        </pc:spChg>
        <pc:graphicFrameChg chg="mod">
          <ac:chgData name="Arianna Landoni" userId="3d62cfe4-f381-4d93-8543-db56469c63db" providerId="ADAL" clId="{CFFBD93D-FF3B-48A7-9853-4040ECF23D00}" dt="2025-06-20T14:12:47.547" v="11568"/>
          <ac:graphicFrameMkLst>
            <pc:docMk/>
            <pc:sldMk cId="1608923668" sldId="520"/>
            <ac:graphicFrameMk id="5" creationId="{BBD4CB8E-AA07-B310-A667-0F96D296A06E}"/>
          </ac:graphicFrameMkLst>
        </pc:graphicFrameChg>
      </pc:sldChg>
      <pc:sldChg chg="addSp delSp modSp add mod ord">
        <pc:chgData name="Arianna Landoni" userId="3d62cfe4-f381-4d93-8543-db56469c63db" providerId="ADAL" clId="{CFFBD93D-FF3B-48A7-9853-4040ECF23D00}" dt="2025-06-20T14:17:49.269" v="12116" actId="1076"/>
        <pc:sldMkLst>
          <pc:docMk/>
          <pc:sldMk cId="3514134071" sldId="521"/>
        </pc:sldMkLst>
        <pc:spChg chg="mod">
          <ac:chgData name="Arianna Landoni" userId="3d62cfe4-f381-4d93-8543-db56469c63db" providerId="ADAL" clId="{CFFBD93D-FF3B-48A7-9853-4040ECF23D00}" dt="2025-06-19T15:49:25.710" v="5241" actId="947"/>
          <ac:spMkLst>
            <pc:docMk/>
            <pc:sldMk cId="3514134071" sldId="521"/>
            <ac:spMk id="6" creationId="{B7342803-6EEF-B6B9-976C-A354A1436005}"/>
          </ac:spMkLst>
        </pc:spChg>
        <pc:spChg chg="mod">
          <ac:chgData name="Arianna Landoni" userId="3d62cfe4-f381-4d93-8543-db56469c63db" providerId="ADAL" clId="{CFFBD93D-FF3B-48A7-9853-4040ECF23D00}" dt="2025-06-20T14:12:56.425" v="11604" actId="948"/>
          <ac:spMkLst>
            <pc:docMk/>
            <pc:sldMk cId="3514134071" sldId="521"/>
            <ac:spMk id="7" creationId="{C8017D3B-0D00-1558-435F-DCDB0B384E82}"/>
          </ac:spMkLst>
        </pc:spChg>
        <pc:spChg chg="mod">
          <ac:chgData name="Arianna Landoni" userId="3d62cfe4-f381-4d93-8543-db56469c63db" providerId="ADAL" clId="{CFFBD93D-FF3B-48A7-9853-4040ECF23D00}" dt="2025-06-19T15:49:25.713" v="5242" actId="947"/>
          <ac:spMkLst>
            <pc:docMk/>
            <pc:sldMk cId="3514134071" sldId="521"/>
            <ac:spMk id="12" creationId="{A234C1B0-56CD-01A8-BB22-873AC7646B44}"/>
          </ac:spMkLst>
        </pc:spChg>
        <pc:spChg chg="mod">
          <ac:chgData name="Arianna Landoni" userId="3d62cfe4-f381-4d93-8543-db56469c63db" providerId="ADAL" clId="{CFFBD93D-FF3B-48A7-9853-4040ECF23D00}" dt="2025-06-19T15:49:25.716" v="5243" actId="947"/>
          <ac:spMkLst>
            <pc:docMk/>
            <pc:sldMk cId="3514134071" sldId="521"/>
            <ac:spMk id="13" creationId="{2CD38586-43C3-73CF-2774-8111BF72F0CC}"/>
          </ac:spMkLst>
        </pc:spChg>
        <pc:spChg chg="mod">
          <ac:chgData name="Arianna Landoni" userId="3d62cfe4-f381-4d93-8543-db56469c63db" providerId="ADAL" clId="{CFFBD93D-FF3B-48A7-9853-4040ECF23D00}" dt="2025-06-19T15:49:25.719" v="5245" actId="947"/>
          <ac:spMkLst>
            <pc:docMk/>
            <pc:sldMk cId="3514134071" sldId="521"/>
            <ac:spMk id="14" creationId="{C9ACACF3-9C73-2454-7BA1-1FF5307A3B7A}"/>
          </ac:spMkLst>
        </pc:spChg>
        <pc:spChg chg="mod">
          <ac:chgData name="Arianna Landoni" userId="3d62cfe4-f381-4d93-8543-db56469c63db" providerId="ADAL" clId="{CFFBD93D-FF3B-48A7-9853-4040ECF23D00}" dt="2025-06-19T15:49:25.739" v="5255" actId="947"/>
          <ac:spMkLst>
            <pc:docMk/>
            <pc:sldMk cId="3514134071" sldId="521"/>
            <ac:spMk id="15" creationId="{772DC266-AC0F-53C8-D989-1D3575AD2B1E}"/>
          </ac:spMkLst>
        </pc:spChg>
        <pc:spChg chg="mod">
          <ac:chgData name="Arianna Landoni" userId="3d62cfe4-f381-4d93-8543-db56469c63db" providerId="ADAL" clId="{CFFBD93D-FF3B-48A7-9853-4040ECF23D00}" dt="2025-06-19T15:49:25.739" v="5256" actId="947"/>
          <ac:spMkLst>
            <pc:docMk/>
            <pc:sldMk cId="3514134071" sldId="521"/>
            <ac:spMk id="16" creationId="{22101B46-14AA-97D5-5B8B-06010D9D1359}"/>
          </ac:spMkLst>
        </pc:spChg>
        <pc:spChg chg="mod">
          <ac:chgData name="Arianna Landoni" userId="3d62cfe4-f381-4d93-8543-db56469c63db" providerId="ADAL" clId="{CFFBD93D-FF3B-48A7-9853-4040ECF23D00}" dt="2025-06-20T14:17:49.269" v="12116" actId="1076"/>
          <ac:spMkLst>
            <pc:docMk/>
            <pc:sldMk cId="3514134071" sldId="521"/>
            <ac:spMk id="18" creationId="{3E79B3F5-8E64-9B97-A6B7-7ED5B452AD20}"/>
          </ac:spMkLst>
        </pc:spChg>
        <pc:spChg chg="mod">
          <ac:chgData name="Arianna Landoni" userId="3d62cfe4-f381-4d93-8543-db56469c63db" providerId="ADAL" clId="{CFFBD93D-FF3B-48A7-9853-4040ECF23D00}" dt="2025-06-19T15:49:25.769" v="5264" actId="947"/>
          <ac:spMkLst>
            <pc:docMk/>
            <pc:sldMk cId="3514134071" sldId="521"/>
            <ac:spMk id="20" creationId="{27F52D66-96F3-6275-037F-64C1ABBA3C2F}"/>
          </ac:spMkLst>
        </pc:spChg>
        <pc:spChg chg="mod">
          <ac:chgData name="Arianna Landoni" userId="3d62cfe4-f381-4d93-8543-db56469c63db" providerId="ADAL" clId="{CFFBD93D-FF3B-48A7-9853-4040ECF23D00}" dt="2025-06-19T15:49:25.769" v="5265" actId="947"/>
          <ac:spMkLst>
            <pc:docMk/>
            <pc:sldMk cId="3514134071" sldId="521"/>
            <ac:spMk id="22" creationId="{95E4A829-79D2-C0DA-FD2D-A8EFE4DFD42C}"/>
          </ac:spMkLst>
        </pc:spChg>
        <pc:spChg chg="mod">
          <ac:chgData name="Arianna Landoni" userId="3d62cfe4-f381-4d93-8543-db56469c63db" providerId="ADAL" clId="{CFFBD93D-FF3B-48A7-9853-4040ECF23D00}" dt="2025-06-19T15:49:25.754" v="5259" actId="947"/>
          <ac:spMkLst>
            <pc:docMk/>
            <pc:sldMk cId="3514134071" sldId="521"/>
            <ac:spMk id="35" creationId="{F8543A52-6B3E-EB3F-7A56-2091B74B0BE3}"/>
          </ac:spMkLst>
        </pc:spChg>
        <pc:spChg chg="mod">
          <ac:chgData name="Arianna Landoni" userId="3d62cfe4-f381-4d93-8543-db56469c63db" providerId="ADAL" clId="{CFFBD93D-FF3B-48A7-9853-4040ECF23D00}" dt="2025-06-19T15:49:25.766" v="5263" actId="947"/>
          <ac:spMkLst>
            <pc:docMk/>
            <pc:sldMk cId="3514134071" sldId="521"/>
            <ac:spMk id="55" creationId="{F8D0E8FC-3CD7-FAB1-FEC7-8DC3DFA4559F}"/>
          </ac:spMkLst>
        </pc:spChg>
        <pc:graphicFrameChg chg="mod">
          <ac:chgData name="Arianna Landoni" userId="3d62cfe4-f381-4d93-8543-db56469c63db" providerId="ADAL" clId="{CFFBD93D-FF3B-48A7-9853-4040ECF23D00}" dt="2025-06-20T14:12:56.481" v="11635"/>
          <ac:graphicFrameMkLst>
            <pc:docMk/>
            <pc:sldMk cId="3514134071" sldId="521"/>
            <ac:graphicFrameMk id="5" creationId="{7A573C3B-C853-4C42-A765-32985C0A5F30}"/>
          </ac:graphicFrameMkLst>
        </pc:graphicFrameChg>
      </pc:sldChg>
      <pc:sldChg chg="addSp delSp modSp add mod ord">
        <pc:chgData name="Arianna Landoni" userId="3d62cfe4-f381-4d93-8543-db56469c63db" providerId="ADAL" clId="{CFFBD93D-FF3B-48A7-9853-4040ECF23D00}" dt="2025-06-20T14:16:32.890" v="12034" actId="20577"/>
        <pc:sldMkLst>
          <pc:docMk/>
          <pc:sldMk cId="3601921281" sldId="522"/>
        </pc:sldMkLst>
        <pc:spChg chg="mod ord">
          <ac:chgData name="Arianna Landoni" userId="3d62cfe4-f381-4d93-8543-db56469c63db" providerId="ADAL" clId="{CFFBD93D-FF3B-48A7-9853-4040ECF23D00}" dt="2025-06-20T14:16:00.099" v="11958"/>
          <ac:spMkLst>
            <pc:docMk/>
            <pc:sldMk cId="3601921281" sldId="522"/>
            <ac:spMk id="3" creationId="{D611150C-25FE-4916-6A3A-5AA697AC26DE}"/>
          </ac:spMkLst>
        </pc:spChg>
        <pc:spChg chg="mod ord">
          <ac:chgData name="Arianna Landoni" userId="3d62cfe4-f381-4d93-8543-db56469c63db" providerId="ADAL" clId="{CFFBD93D-FF3B-48A7-9853-4040ECF23D00}" dt="2025-06-20T14:16:00.096" v="11954"/>
          <ac:spMkLst>
            <pc:docMk/>
            <pc:sldMk cId="3601921281" sldId="522"/>
            <ac:spMk id="4" creationId="{9EEFD61A-434A-3B24-D108-A8019D5E43AB}"/>
          </ac:spMkLst>
        </pc:spChg>
        <pc:spChg chg="mod ord">
          <ac:chgData name="Arianna Landoni" userId="3d62cfe4-f381-4d93-8543-db56469c63db" providerId="ADAL" clId="{CFFBD93D-FF3B-48A7-9853-4040ECF23D00}" dt="2025-06-20T14:16:00.098" v="11956"/>
          <ac:spMkLst>
            <pc:docMk/>
            <pc:sldMk cId="3601921281" sldId="522"/>
            <ac:spMk id="6" creationId="{54865B32-9C10-0BC1-8154-B7B19E273E03}"/>
          </ac:spMkLst>
        </pc:spChg>
        <pc:spChg chg="mod ord">
          <ac:chgData name="Arianna Landoni" userId="3d62cfe4-f381-4d93-8543-db56469c63db" providerId="ADAL" clId="{CFFBD93D-FF3B-48A7-9853-4040ECF23D00}" dt="2025-06-20T14:16:00.096" v="11952"/>
          <ac:spMkLst>
            <pc:docMk/>
            <pc:sldMk cId="3601921281" sldId="522"/>
            <ac:spMk id="7" creationId="{DD982C00-D938-026A-AF89-BE7A57745650}"/>
          </ac:spMkLst>
        </pc:spChg>
        <pc:spChg chg="mod ord">
          <ac:chgData name="Arianna Landoni" userId="3d62cfe4-f381-4d93-8543-db56469c63db" providerId="ADAL" clId="{CFFBD93D-FF3B-48A7-9853-4040ECF23D00}" dt="2025-06-20T14:16:00.108" v="11978"/>
          <ac:spMkLst>
            <pc:docMk/>
            <pc:sldMk cId="3601921281" sldId="522"/>
            <ac:spMk id="9" creationId="{9F8B9D14-7F9B-16C8-3E88-91DC7C07ADEF}"/>
          </ac:spMkLst>
        </pc:spChg>
        <pc:spChg chg="mod ord">
          <ac:chgData name="Arianna Landoni" userId="3d62cfe4-f381-4d93-8543-db56469c63db" providerId="ADAL" clId="{CFFBD93D-FF3B-48A7-9853-4040ECF23D00}" dt="2025-06-20T14:16:00.109" v="11980"/>
          <ac:spMkLst>
            <pc:docMk/>
            <pc:sldMk cId="3601921281" sldId="522"/>
            <ac:spMk id="10" creationId="{D65E5465-6840-3806-691B-714445F42E3C}"/>
          </ac:spMkLst>
        </pc:spChg>
        <pc:spChg chg="mod ord">
          <ac:chgData name="Arianna Landoni" userId="3d62cfe4-f381-4d93-8543-db56469c63db" providerId="ADAL" clId="{CFFBD93D-FF3B-48A7-9853-4040ECF23D00}" dt="2025-06-20T14:16:00.110" v="11982"/>
          <ac:spMkLst>
            <pc:docMk/>
            <pc:sldMk cId="3601921281" sldId="522"/>
            <ac:spMk id="11" creationId="{5D5B0EC8-42E8-EF95-B5A7-2EA9AEEE4870}"/>
          </ac:spMkLst>
        </pc:spChg>
        <pc:spChg chg="mod ord">
          <ac:chgData name="Arianna Landoni" userId="3d62cfe4-f381-4d93-8543-db56469c63db" providerId="ADAL" clId="{CFFBD93D-FF3B-48A7-9853-4040ECF23D00}" dt="2025-06-20T14:16:00.100" v="11960"/>
          <ac:spMkLst>
            <pc:docMk/>
            <pc:sldMk cId="3601921281" sldId="522"/>
            <ac:spMk id="12" creationId="{817F1FAC-2D79-3EBF-D31C-FF63560C9E7C}"/>
          </ac:spMkLst>
        </pc:spChg>
        <pc:spChg chg="mod ord">
          <ac:chgData name="Arianna Landoni" userId="3d62cfe4-f381-4d93-8543-db56469c63db" providerId="ADAL" clId="{CFFBD93D-FF3B-48A7-9853-4040ECF23D00}" dt="2025-06-20T14:16:00.101" v="11962"/>
          <ac:spMkLst>
            <pc:docMk/>
            <pc:sldMk cId="3601921281" sldId="522"/>
            <ac:spMk id="13" creationId="{1CE62C6D-BE7A-5391-3A90-0B3BA9DB7498}"/>
          </ac:spMkLst>
        </pc:spChg>
        <pc:spChg chg="mod ord">
          <ac:chgData name="Arianna Landoni" userId="3d62cfe4-f381-4d93-8543-db56469c63db" providerId="ADAL" clId="{CFFBD93D-FF3B-48A7-9853-4040ECF23D00}" dt="2025-06-20T14:16:00.101" v="11964"/>
          <ac:spMkLst>
            <pc:docMk/>
            <pc:sldMk cId="3601921281" sldId="522"/>
            <ac:spMk id="14" creationId="{105BB0EA-7509-0462-DBC0-97FDD05C791E}"/>
          </ac:spMkLst>
        </pc:spChg>
        <pc:spChg chg="mod ord">
          <ac:chgData name="Arianna Landoni" userId="3d62cfe4-f381-4d93-8543-db56469c63db" providerId="ADAL" clId="{CFFBD93D-FF3B-48A7-9853-4040ECF23D00}" dt="2025-06-20T14:16:00.102" v="11966"/>
          <ac:spMkLst>
            <pc:docMk/>
            <pc:sldMk cId="3601921281" sldId="522"/>
            <ac:spMk id="15" creationId="{7603BE11-BE6B-BC79-4467-859C5026BD29}"/>
          </ac:spMkLst>
        </pc:spChg>
        <pc:spChg chg="mod ord">
          <ac:chgData name="Arianna Landoni" userId="3d62cfe4-f381-4d93-8543-db56469c63db" providerId="ADAL" clId="{CFFBD93D-FF3B-48A7-9853-4040ECF23D00}" dt="2025-06-20T14:16:00.103" v="11968"/>
          <ac:spMkLst>
            <pc:docMk/>
            <pc:sldMk cId="3601921281" sldId="522"/>
            <ac:spMk id="16" creationId="{6B05EC5B-890F-285B-E2B6-8854E50B38E9}"/>
          </ac:spMkLst>
        </pc:spChg>
        <pc:spChg chg="mod ord">
          <ac:chgData name="Arianna Landoni" userId="3d62cfe4-f381-4d93-8543-db56469c63db" providerId="ADAL" clId="{CFFBD93D-FF3B-48A7-9853-4040ECF23D00}" dt="2025-06-20T14:16:00.123" v="12012"/>
          <ac:spMkLst>
            <pc:docMk/>
            <pc:sldMk cId="3601921281" sldId="522"/>
            <ac:spMk id="17" creationId="{7B35B45C-56C9-5A7A-642B-3F78580B4A95}"/>
          </ac:spMkLst>
        </pc:spChg>
        <pc:spChg chg="mod ord">
          <ac:chgData name="Arianna Landoni" userId="3d62cfe4-f381-4d93-8543-db56469c63db" providerId="ADAL" clId="{CFFBD93D-FF3B-48A7-9853-4040ECF23D00}" dt="2025-06-20T14:16:21.659" v="12028" actId="1076"/>
          <ac:spMkLst>
            <pc:docMk/>
            <pc:sldMk cId="3601921281" sldId="522"/>
            <ac:spMk id="18" creationId="{F227CB1C-2FAA-7F4A-3D6E-D68974A456DF}"/>
          </ac:spMkLst>
        </pc:spChg>
        <pc:spChg chg="mod ord">
          <ac:chgData name="Arianna Landoni" userId="3d62cfe4-f381-4d93-8543-db56469c63db" providerId="ADAL" clId="{CFFBD93D-FF3B-48A7-9853-4040ECF23D00}" dt="2025-06-20T14:16:00.111" v="11984"/>
          <ac:spMkLst>
            <pc:docMk/>
            <pc:sldMk cId="3601921281" sldId="522"/>
            <ac:spMk id="19" creationId="{91297C44-1353-AF17-68DA-70A30D85B616}"/>
          </ac:spMkLst>
        </pc:spChg>
        <pc:spChg chg="mod ord">
          <ac:chgData name="Arianna Landoni" userId="3d62cfe4-f381-4d93-8543-db56469c63db" providerId="ADAL" clId="{CFFBD93D-FF3B-48A7-9853-4040ECF23D00}" dt="2025-06-20T14:16:00.111" v="11986"/>
          <ac:spMkLst>
            <pc:docMk/>
            <pc:sldMk cId="3601921281" sldId="522"/>
            <ac:spMk id="20" creationId="{664686D6-C8E3-7DFB-ED19-A43261DACA7E}"/>
          </ac:spMkLst>
        </pc:spChg>
        <pc:spChg chg="mod ord">
          <ac:chgData name="Arianna Landoni" userId="3d62cfe4-f381-4d93-8543-db56469c63db" providerId="ADAL" clId="{CFFBD93D-FF3B-48A7-9853-4040ECF23D00}" dt="2025-06-20T14:16:00.125" v="12016"/>
          <ac:spMkLst>
            <pc:docMk/>
            <pc:sldMk cId="3601921281" sldId="522"/>
            <ac:spMk id="22" creationId="{4EB744E6-1201-8D6C-64D0-FC8055FB61D8}"/>
          </ac:spMkLst>
        </pc:spChg>
        <pc:spChg chg="mod ord">
          <ac:chgData name="Arianna Landoni" userId="3d62cfe4-f381-4d93-8543-db56469c63db" providerId="ADAL" clId="{CFFBD93D-FF3B-48A7-9853-4040ECF23D00}" dt="2025-06-20T14:16:00.113" v="11990"/>
          <ac:spMkLst>
            <pc:docMk/>
            <pc:sldMk cId="3601921281" sldId="522"/>
            <ac:spMk id="23" creationId="{E6626740-C72F-9749-1BCB-B0DD7F552CB1}"/>
          </ac:spMkLst>
        </pc:spChg>
        <pc:spChg chg="mod ord">
          <ac:chgData name="Arianna Landoni" userId="3d62cfe4-f381-4d93-8543-db56469c63db" providerId="ADAL" clId="{CFFBD93D-FF3B-48A7-9853-4040ECF23D00}" dt="2025-06-20T14:16:00.113" v="11992"/>
          <ac:spMkLst>
            <pc:docMk/>
            <pc:sldMk cId="3601921281" sldId="522"/>
            <ac:spMk id="24" creationId="{7103BE82-AC6F-5FBE-5590-DCB52B9C2705}"/>
          </ac:spMkLst>
        </pc:spChg>
        <pc:spChg chg="mod ord">
          <ac:chgData name="Arianna Landoni" userId="3d62cfe4-f381-4d93-8543-db56469c63db" providerId="ADAL" clId="{CFFBD93D-FF3B-48A7-9853-4040ECF23D00}" dt="2025-06-20T14:16:00.114" v="11994"/>
          <ac:spMkLst>
            <pc:docMk/>
            <pc:sldMk cId="3601921281" sldId="522"/>
            <ac:spMk id="25" creationId="{D0308EE6-1B3F-AE53-61D4-417455519DA9}"/>
          </ac:spMkLst>
        </pc:spChg>
        <pc:spChg chg="mod ord">
          <ac:chgData name="Arianna Landoni" userId="3d62cfe4-f381-4d93-8543-db56469c63db" providerId="ADAL" clId="{CFFBD93D-FF3B-48A7-9853-4040ECF23D00}" dt="2025-06-20T14:16:00.114" v="11996"/>
          <ac:spMkLst>
            <pc:docMk/>
            <pc:sldMk cId="3601921281" sldId="522"/>
            <ac:spMk id="26" creationId="{0CB2571B-46A4-0965-FF68-399B072A8177}"/>
          </ac:spMkLst>
        </pc:spChg>
        <pc:spChg chg="mod ord">
          <ac:chgData name="Arianna Landoni" userId="3d62cfe4-f381-4d93-8543-db56469c63db" providerId="ADAL" clId="{CFFBD93D-FF3B-48A7-9853-4040ECF23D00}" dt="2025-06-20T14:16:00.115" v="11998"/>
          <ac:spMkLst>
            <pc:docMk/>
            <pc:sldMk cId="3601921281" sldId="522"/>
            <ac:spMk id="27" creationId="{C16EF4F9-4418-75D5-7881-2778732668C9}"/>
          </ac:spMkLst>
        </pc:spChg>
        <pc:spChg chg="mod ord">
          <ac:chgData name="Arianna Landoni" userId="3d62cfe4-f381-4d93-8543-db56469c63db" providerId="ADAL" clId="{CFFBD93D-FF3B-48A7-9853-4040ECF23D00}" dt="2025-06-20T14:16:00.115" v="12000"/>
          <ac:spMkLst>
            <pc:docMk/>
            <pc:sldMk cId="3601921281" sldId="522"/>
            <ac:spMk id="28" creationId="{39B008FA-3551-0F38-9DBB-97BAE0FFFFB3}"/>
          </ac:spMkLst>
        </pc:spChg>
        <pc:spChg chg="add del mod ord">
          <ac:chgData name="Arianna Landoni" userId="3d62cfe4-f381-4d93-8543-db56469c63db" providerId="ADAL" clId="{CFFBD93D-FF3B-48A7-9853-4040ECF23D00}" dt="2025-06-20T14:16:00.118" v="12004"/>
          <ac:spMkLst>
            <pc:docMk/>
            <pc:sldMk cId="3601921281" sldId="522"/>
            <ac:spMk id="31" creationId="{23B150CB-A57E-E4C8-C85A-69396CA22968}"/>
          </ac:spMkLst>
        </pc:spChg>
        <pc:spChg chg="add mod ord">
          <ac:chgData name="Arianna Landoni" userId="3d62cfe4-f381-4d93-8543-db56469c63db" providerId="ADAL" clId="{CFFBD93D-FF3B-48A7-9853-4040ECF23D00}" dt="2025-06-20T14:16:00.119" v="12006"/>
          <ac:spMkLst>
            <pc:docMk/>
            <pc:sldMk cId="3601921281" sldId="522"/>
            <ac:spMk id="32" creationId="{9DB1BC37-119B-A483-0572-9B04E09BB4E6}"/>
          </ac:spMkLst>
        </pc:spChg>
        <pc:spChg chg="add mod ord">
          <ac:chgData name="Arianna Landoni" userId="3d62cfe4-f381-4d93-8543-db56469c63db" providerId="ADAL" clId="{CFFBD93D-FF3B-48A7-9853-4040ECF23D00}" dt="2025-06-20T14:16:00.120" v="12008"/>
          <ac:spMkLst>
            <pc:docMk/>
            <pc:sldMk cId="3601921281" sldId="522"/>
            <ac:spMk id="33" creationId="{BADCDD19-357E-DA34-83AB-C28B636B696B}"/>
          </ac:spMkLst>
        </pc:spChg>
        <pc:spChg chg="mod ord">
          <ac:chgData name="Arianna Landoni" userId="3d62cfe4-f381-4d93-8543-db56469c63db" providerId="ADAL" clId="{CFFBD93D-FF3B-48A7-9853-4040ECF23D00}" dt="2025-06-20T14:16:00.106" v="11974"/>
          <ac:spMkLst>
            <pc:docMk/>
            <pc:sldMk cId="3601921281" sldId="522"/>
            <ac:spMk id="35" creationId="{F8D90004-3E1D-5245-D67F-BCA958699EB5}"/>
          </ac:spMkLst>
        </pc:spChg>
        <pc:spChg chg="add mod ord">
          <ac:chgData name="Arianna Landoni" userId="3d62cfe4-f381-4d93-8543-db56469c63db" providerId="ADAL" clId="{CFFBD93D-FF3B-48A7-9853-4040ECF23D00}" dt="2025-06-20T14:16:03.200" v="12024" actId="14100"/>
          <ac:spMkLst>
            <pc:docMk/>
            <pc:sldMk cId="3601921281" sldId="522"/>
            <ac:spMk id="37" creationId="{E79FB05F-36F8-6F21-0FE0-813D69113150}"/>
          </ac:spMkLst>
        </pc:spChg>
        <pc:spChg chg="add mod ord">
          <ac:chgData name="Arianna Landoni" userId="3d62cfe4-f381-4d93-8543-db56469c63db" providerId="ADAL" clId="{CFFBD93D-FF3B-48A7-9853-4040ECF23D00}" dt="2025-06-20T14:16:00.121" v="12010"/>
          <ac:spMkLst>
            <pc:docMk/>
            <pc:sldMk cId="3601921281" sldId="522"/>
            <ac:spMk id="39" creationId="{1450BE8B-9DEC-6030-ECF4-F740B976F2FA}"/>
          </ac:spMkLst>
        </pc:spChg>
        <pc:spChg chg="add mod ord">
          <ac:chgData name="Arianna Landoni" userId="3d62cfe4-f381-4d93-8543-db56469c63db" providerId="ADAL" clId="{CFFBD93D-FF3B-48A7-9853-4040ECF23D00}" dt="2025-06-20T14:16:00.124" v="12014"/>
          <ac:spMkLst>
            <pc:docMk/>
            <pc:sldMk cId="3601921281" sldId="522"/>
            <ac:spMk id="40" creationId="{D968CC56-859D-FEB6-3612-7F86FDD94CF2}"/>
          </ac:spMkLst>
        </pc:spChg>
        <pc:spChg chg="add mod ord">
          <ac:chgData name="Arianna Landoni" userId="3d62cfe4-f381-4d93-8543-db56469c63db" providerId="ADAL" clId="{CFFBD93D-FF3B-48A7-9853-4040ECF23D00}" dt="2025-06-20T14:16:00.126" v="12018"/>
          <ac:spMkLst>
            <pc:docMk/>
            <pc:sldMk cId="3601921281" sldId="522"/>
            <ac:spMk id="41" creationId="{1213BF83-E0CE-3A5D-3846-A5163B7DD374}"/>
          </ac:spMkLst>
        </pc:spChg>
        <pc:spChg chg="add mod">
          <ac:chgData name="Arianna Landoni" userId="3d62cfe4-f381-4d93-8543-db56469c63db" providerId="ADAL" clId="{CFFBD93D-FF3B-48A7-9853-4040ECF23D00}" dt="2025-06-20T14:16:13.435" v="12026" actId="1076"/>
          <ac:spMkLst>
            <pc:docMk/>
            <pc:sldMk cId="3601921281" sldId="522"/>
            <ac:spMk id="42" creationId="{22886D4A-7F43-6907-8EA8-3FADAB3E13EB}"/>
          </ac:spMkLst>
        </pc:spChg>
        <pc:spChg chg="add mod">
          <ac:chgData name="Arianna Landoni" userId="3d62cfe4-f381-4d93-8543-db56469c63db" providerId="ADAL" clId="{CFFBD93D-FF3B-48A7-9853-4040ECF23D00}" dt="2025-06-20T14:16:16.885" v="12027" actId="1076"/>
          <ac:spMkLst>
            <pc:docMk/>
            <pc:sldMk cId="3601921281" sldId="522"/>
            <ac:spMk id="43" creationId="{950C62C1-C162-0E52-7AC2-5D7B62200657}"/>
          </ac:spMkLst>
        </pc:spChg>
        <pc:spChg chg="add mod">
          <ac:chgData name="Arianna Landoni" userId="3d62cfe4-f381-4d93-8543-db56469c63db" providerId="ADAL" clId="{CFFBD93D-FF3B-48A7-9853-4040ECF23D00}" dt="2025-06-20T14:16:27.067" v="12031" actId="20577"/>
          <ac:spMkLst>
            <pc:docMk/>
            <pc:sldMk cId="3601921281" sldId="522"/>
            <ac:spMk id="44" creationId="{ADF30719-172B-74E3-5ABD-DF7FD10D5B61}"/>
          </ac:spMkLst>
        </pc:spChg>
        <pc:spChg chg="add mod">
          <ac:chgData name="Arianna Landoni" userId="3d62cfe4-f381-4d93-8543-db56469c63db" providerId="ADAL" clId="{CFFBD93D-FF3B-48A7-9853-4040ECF23D00}" dt="2025-06-20T14:16:32.890" v="12034" actId="20577"/>
          <ac:spMkLst>
            <pc:docMk/>
            <pc:sldMk cId="3601921281" sldId="522"/>
            <ac:spMk id="45" creationId="{9BC492E2-2AFB-147C-43BF-EE11FE2CB15C}"/>
          </ac:spMkLst>
        </pc:spChg>
        <pc:spChg chg="mod ord">
          <ac:chgData name="Arianna Landoni" userId="3d62cfe4-f381-4d93-8543-db56469c63db" providerId="ADAL" clId="{CFFBD93D-FF3B-48A7-9853-4040ECF23D00}" dt="2025-06-20T14:16:00.107" v="11976"/>
          <ac:spMkLst>
            <pc:docMk/>
            <pc:sldMk cId="3601921281" sldId="522"/>
            <ac:spMk id="55" creationId="{E9B38AED-5FB2-A80A-7F40-8DD6C850067E}"/>
          </ac:spMkLst>
        </pc:spChg>
        <pc:graphicFrameChg chg="mod">
          <ac:chgData name="Arianna Landoni" userId="3d62cfe4-f381-4d93-8543-db56469c63db" providerId="ADAL" clId="{CFFBD93D-FF3B-48A7-9853-4040ECF23D00}" dt="2025-06-20T14:16:00.129" v="12022"/>
          <ac:graphicFrameMkLst>
            <pc:docMk/>
            <pc:sldMk cId="3601921281" sldId="522"/>
            <ac:graphicFrameMk id="5" creationId="{1DB21C8E-433C-E094-8FF3-2190E2FE7133}"/>
          </ac:graphicFrameMkLst>
        </pc:graphicFrameChg>
        <pc:picChg chg="mod ord modCrop">
          <ac:chgData name="Arianna Landoni" userId="3d62cfe4-f381-4d93-8543-db56469c63db" providerId="ADAL" clId="{CFFBD93D-FF3B-48A7-9853-4040ECF23D00}" dt="2025-06-20T14:16:00.112" v="11988"/>
          <ac:picMkLst>
            <pc:docMk/>
            <pc:sldMk cId="3601921281" sldId="522"/>
            <ac:picMk id="21" creationId="{14D909EA-5C6C-3B59-4FB1-A2E6CC1B848E}"/>
          </ac:picMkLst>
        </pc:picChg>
        <pc:picChg chg="add mod ord">
          <ac:chgData name="Arianna Landoni" userId="3d62cfe4-f381-4d93-8543-db56469c63db" providerId="ADAL" clId="{CFFBD93D-FF3B-48A7-9853-4040ECF23D00}" dt="2025-06-20T14:16:00.117" v="12002"/>
          <ac:picMkLst>
            <pc:docMk/>
            <pc:sldMk cId="3601921281" sldId="522"/>
            <ac:picMk id="30" creationId="{8AFD939B-AAE2-383B-DA3E-72E8D05E1191}"/>
          </ac:picMkLst>
        </pc:picChg>
        <pc:picChg chg="mod ord">
          <ac:chgData name="Arianna Landoni" userId="3d62cfe4-f381-4d93-8543-db56469c63db" providerId="ADAL" clId="{CFFBD93D-FF3B-48A7-9853-4040ECF23D00}" dt="2025-06-20T14:16:00.104" v="11972"/>
          <ac:picMkLst>
            <pc:docMk/>
            <pc:sldMk cId="3601921281" sldId="522"/>
            <ac:picMk id="34" creationId="{DC7043A2-FEA3-37EB-C543-4A22CCAC1446}"/>
          </ac:picMkLst>
        </pc:picChg>
      </pc:sldChg>
      <pc:sldChg chg="addSp delSp modSp add del mod ord">
        <pc:chgData name="Arianna Landoni" userId="3d62cfe4-f381-4d93-8543-db56469c63db" providerId="ADAL" clId="{CFFBD93D-FF3B-48A7-9853-4040ECF23D00}" dt="2025-06-20T14:16:35.762" v="12035" actId="47"/>
        <pc:sldMkLst>
          <pc:docMk/>
          <pc:sldMk cId="1536109068" sldId="523"/>
        </pc:sldMkLst>
      </pc:sldChg>
      <pc:sldChg chg="addSp delSp modSp add del mod">
        <pc:chgData name="Arianna Landoni" userId="3d62cfe4-f381-4d93-8543-db56469c63db" providerId="ADAL" clId="{CFFBD93D-FF3B-48A7-9853-4040ECF23D00}" dt="2025-06-19T13:54:56.669" v="4065" actId="2890"/>
        <pc:sldMkLst>
          <pc:docMk/>
          <pc:sldMk cId="3249920076" sldId="524"/>
        </pc:sldMkLst>
      </pc:sldChg>
      <pc:sldChg chg="addSp modSp add mod ord">
        <pc:chgData name="Arianna Landoni" userId="3d62cfe4-f381-4d93-8543-db56469c63db" providerId="ADAL" clId="{CFFBD93D-FF3B-48A7-9853-4040ECF23D00}" dt="2025-06-20T15:04:34.374" v="14586"/>
        <pc:sldMkLst>
          <pc:docMk/>
          <pc:sldMk cId="4172541124" sldId="524"/>
        </pc:sldMkLst>
        <pc:spChg chg="mod">
          <ac:chgData name="Arianna Landoni" userId="3d62cfe4-f381-4d93-8543-db56469c63db" providerId="ADAL" clId="{CFFBD93D-FF3B-48A7-9853-4040ECF23D00}" dt="2025-06-20T15:04:34.374" v="14586"/>
          <ac:spMkLst>
            <pc:docMk/>
            <pc:sldMk cId="4172541124" sldId="524"/>
            <ac:spMk id="5" creationId="{CB850042-16BB-7DFB-3C1E-C0DB8E20BE71}"/>
          </ac:spMkLst>
        </pc:spChg>
        <pc:spChg chg="mod">
          <ac:chgData name="Arianna Landoni" userId="3d62cfe4-f381-4d93-8543-db56469c63db" providerId="ADAL" clId="{CFFBD93D-FF3B-48A7-9853-4040ECF23D00}" dt="2025-06-19T15:49:25.030" v="4936" actId="947"/>
          <ac:spMkLst>
            <pc:docMk/>
            <pc:sldMk cId="4172541124" sldId="524"/>
            <ac:spMk id="9" creationId="{F8C74AF8-8DD1-3164-5386-F6C4B99E6248}"/>
          </ac:spMkLst>
        </pc:spChg>
        <pc:spChg chg="mod">
          <ac:chgData name="Arianna Landoni" userId="3d62cfe4-f381-4d93-8543-db56469c63db" providerId="ADAL" clId="{CFFBD93D-FF3B-48A7-9853-4040ECF23D00}" dt="2025-06-19T15:49:26.282" v="5490" actId="948"/>
          <ac:spMkLst>
            <pc:docMk/>
            <pc:sldMk cId="4172541124" sldId="524"/>
            <ac:spMk id="11" creationId="{A8725D95-D1F8-DD7B-9A16-6828CFA718A4}"/>
          </ac:spMkLst>
        </pc:spChg>
        <pc:graphicFrameChg chg="add mod ord modVis">
          <ac:chgData name="Arianna Landoni" userId="3d62cfe4-f381-4d93-8543-db56469c63db" providerId="ADAL" clId="{CFFBD93D-FF3B-48A7-9853-4040ECF23D00}" dt="2025-06-19T15:49:27.813" v="6327"/>
          <ac:graphicFrameMkLst>
            <pc:docMk/>
            <pc:sldMk cId="4172541124" sldId="524"/>
            <ac:graphicFrameMk id="3" creationId="{E9FEFE76-CB71-7CB9-738D-ABB688864A34}"/>
          </ac:graphicFrameMkLst>
        </pc:graphicFrameChg>
      </pc:sldChg>
      <pc:sldChg chg="add del">
        <pc:chgData name="Arianna Landoni" userId="3d62cfe4-f381-4d93-8543-db56469c63db" providerId="ADAL" clId="{CFFBD93D-FF3B-48A7-9853-4040ECF23D00}" dt="2025-06-19T13:54:54.131" v="4060"/>
        <pc:sldMkLst>
          <pc:docMk/>
          <pc:sldMk cId="2372198139" sldId="525"/>
        </pc:sldMkLst>
      </pc:sldChg>
      <pc:sldChg chg="addSp delSp modSp add mod ord">
        <pc:chgData name="Arianna Landoni" userId="3d62cfe4-f381-4d93-8543-db56469c63db" providerId="ADAL" clId="{CFFBD93D-FF3B-48A7-9853-4040ECF23D00}" dt="2025-07-01T07:07:11.416" v="14847" actId="14100"/>
        <pc:sldMkLst>
          <pc:docMk/>
          <pc:sldMk cId="3328723079" sldId="525"/>
        </pc:sldMkLst>
        <pc:spChg chg="add mod">
          <ac:chgData name="Arianna Landoni" userId="3d62cfe4-f381-4d93-8543-db56469c63db" providerId="ADAL" clId="{CFFBD93D-FF3B-48A7-9853-4040ECF23D00}" dt="2025-07-01T07:07:11.416" v="14847" actId="14100"/>
          <ac:spMkLst>
            <pc:docMk/>
            <pc:sldMk cId="3328723079" sldId="525"/>
            <ac:spMk id="2" creationId="{86DB1279-7B38-C1DD-2604-C3650F72DE3E}"/>
          </ac:spMkLst>
        </pc:spChg>
        <pc:spChg chg="mod ord">
          <ac:chgData name="Arianna Landoni" userId="3d62cfe4-f381-4d93-8543-db56469c63db" providerId="ADAL" clId="{CFFBD93D-FF3B-48A7-9853-4040ECF23D00}" dt="2025-06-19T15:39:47.308" v="4435"/>
          <ac:spMkLst>
            <pc:docMk/>
            <pc:sldMk cId="3328723079" sldId="525"/>
            <ac:spMk id="3" creationId="{541EEAF8-6AD2-F93D-0A69-5A1B93192F61}"/>
          </ac:spMkLst>
        </pc:spChg>
        <pc:spChg chg="mod ord">
          <ac:chgData name="Arianna Landoni" userId="3d62cfe4-f381-4d93-8543-db56469c63db" providerId="ADAL" clId="{CFFBD93D-FF3B-48A7-9853-4040ECF23D00}" dt="2025-06-19T15:39:47.306" v="4431"/>
          <ac:spMkLst>
            <pc:docMk/>
            <pc:sldMk cId="3328723079" sldId="525"/>
            <ac:spMk id="4" creationId="{E26FAB80-2532-DE0E-212D-22FF07AE41B0}"/>
          </ac:spMkLst>
        </pc:spChg>
        <pc:spChg chg="mod ord">
          <ac:chgData name="Arianna Landoni" userId="3d62cfe4-f381-4d93-8543-db56469c63db" providerId="ADAL" clId="{CFFBD93D-FF3B-48A7-9853-4040ECF23D00}" dt="2025-06-19T15:49:24.920" v="4901" actId="947"/>
          <ac:spMkLst>
            <pc:docMk/>
            <pc:sldMk cId="3328723079" sldId="525"/>
            <ac:spMk id="6" creationId="{6403210A-59DD-B2B7-CC23-42A4383A4230}"/>
          </ac:spMkLst>
        </pc:spChg>
        <pc:spChg chg="mod ord">
          <ac:chgData name="Arianna Landoni" userId="3d62cfe4-f381-4d93-8543-db56469c63db" providerId="ADAL" clId="{CFFBD93D-FF3B-48A7-9853-4040ECF23D00}" dt="2025-06-20T13:29:52.740" v="10306" actId="948"/>
          <ac:spMkLst>
            <pc:docMk/>
            <pc:sldMk cId="3328723079" sldId="525"/>
            <ac:spMk id="7" creationId="{FE76495B-232E-583E-9552-8A6F8E652B30}"/>
          </ac:spMkLst>
        </pc:spChg>
        <pc:spChg chg="mod ord">
          <ac:chgData name="Arianna Landoni" userId="3d62cfe4-f381-4d93-8543-db56469c63db" providerId="ADAL" clId="{CFFBD93D-FF3B-48A7-9853-4040ECF23D00}" dt="2025-06-19T15:49:24.920" v="4902" actId="947"/>
          <ac:spMkLst>
            <pc:docMk/>
            <pc:sldMk cId="3328723079" sldId="525"/>
            <ac:spMk id="12" creationId="{E4061852-2B1F-8F53-539A-0FAE4AE7BEE7}"/>
          </ac:spMkLst>
        </pc:spChg>
        <pc:spChg chg="mod ord">
          <ac:chgData name="Arianna Landoni" userId="3d62cfe4-f381-4d93-8543-db56469c63db" providerId="ADAL" clId="{CFFBD93D-FF3B-48A7-9853-4040ECF23D00}" dt="2025-06-19T15:49:24.920" v="4903" actId="947"/>
          <ac:spMkLst>
            <pc:docMk/>
            <pc:sldMk cId="3328723079" sldId="525"/>
            <ac:spMk id="13" creationId="{A788C02A-CCB4-15CF-075E-D406AF30B6E6}"/>
          </ac:spMkLst>
        </pc:spChg>
        <pc:spChg chg="mod ord">
          <ac:chgData name="Arianna Landoni" userId="3d62cfe4-f381-4d93-8543-db56469c63db" providerId="ADAL" clId="{CFFBD93D-FF3B-48A7-9853-4040ECF23D00}" dt="2025-06-19T15:49:24.936" v="4905" actId="947"/>
          <ac:spMkLst>
            <pc:docMk/>
            <pc:sldMk cId="3328723079" sldId="525"/>
            <ac:spMk id="14" creationId="{AE2A3E6C-9775-571B-9371-4EE04A38D2DB}"/>
          </ac:spMkLst>
        </pc:spChg>
        <pc:spChg chg="mod ord">
          <ac:chgData name="Arianna Landoni" userId="3d62cfe4-f381-4d93-8543-db56469c63db" providerId="ADAL" clId="{CFFBD93D-FF3B-48A7-9853-4040ECF23D00}" dt="2025-06-19T15:49:24.936" v="4908" actId="947"/>
          <ac:spMkLst>
            <pc:docMk/>
            <pc:sldMk cId="3328723079" sldId="525"/>
            <ac:spMk id="15" creationId="{CBA77941-7F08-B997-CD5A-930E171A0C6C}"/>
          </ac:spMkLst>
        </pc:spChg>
        <pc:spChg chg="mod ord">
          <ac:chgData name="Arianna Landoni" userId="3d62cfe4-f381-4d93-8543-db56469c63db" providerId="ADAL" clId="{CFFBD93D-FF3B-48A7-9853-4040ECF23D00}" dt="2025-06-19T15:49:24.936" v="4909" actId="947"/>
          <ac:spMkLst>
            <pc:docMk/>
            <pc:sldMk cId="3328723079" sldId="525"/>
            <ac:spMk id="16" creationId="{62F7776C-0618-28A5-58C8-C94E51089998}"/>
          </ac:spMkLst>
        </pc:spChg>
        <pc:spChg chg="mod ord">
          <ac:chgData name="Arianna Landoni" userId="3d62cfe4-f381-4d93-8543-db56469c63db" providerId="ADAL" clId="{CFFBD93D-FF3B-48A7-9853-4040ECF23D00}" dt="2025-06-19T15:49:24.936" v="4910" actId="947"/>
          <ac:spMkLst>
            <pc:docMk/>
            <pc:sldMk cId="3328723079" sldId="525"/>
            <ac:spMk id="17" creationId="{6958DDDA-1AA7-8920-FCA6-A230DD71B053}"/>
          </ac:spMkLst>
        </pc:spChg>
        <pc:spChg chg="mod ord">
          <ac:chgData name="Arianna Landoni" userId="3d62cfe4-f381-4d93-8543-db56469c63db" providerId="ADAL" clId="{CFFBD93D-FF3B-48A7-9853-4040ECF23D00}" dt="2025-06-19T15:49:24.936" v="4911" actId="947"/>
          <ac:spMkLst>
            <pc:docMk/>
            <pc:sldMk cId="3328723079" sldId="525"/>
            <ac:spMk id="18" creationId="{BB208DD5-667B-B2AE-7A95-CFA76FD0E973}"/>
          </ac:spMkLst>
        </pc:spChg>
        <pc:spChg chg="add del mod ord">
          <ac:chgData name="Arianna Landoni" userId="3d62cfe4-f381-4d93-8543-db56469c63db" providerId="ADAL" clId="{CFFBD93D-FF3B-48A7-9853-4040ECF23D00}" dt="2025-06-19T15:49:24.952" v="4914" actId="947"/>
          <ac:spMkLst>
            <pc:docMk/>
            <pc:sldMk cId="3328723079" sldId="525"/>
            <ac:spMk id="19" creationId="{903E0FFC-B672-29AB-7850-DCA4FDCA20D6}"/>
          </ac:spMkLst>
        </pc:spChg>
        <pc:spChg chg="add mod ord">
          <ac:chgData name="Arianna Landoni" userId="3d62cfe4-f381-4d93-8543-db56469c63db" providerId="ADAL" clId="{CFFBD93D-FF3B-48A7-9853-4040ECF23D00}" dt="2025-06-19T15:39:47.314" v="4459"/>
          <ac:spMkLst>
            <pc:docMk/>
            <pc:sldMk cId="3328723079" sldId="525"/>
            <ac:spMk id="28" creationId="{B5C27A23-7377-9CE7-E435-51759281C968}"/>
          </ac:spMkLst>
        </pc:spChg>
        <pc:spChg chg="add mod ord">
          <ac:chgData name="Arianna Landoni" userId="3d62cfe4-f381-4d93-8543-db56469c63db" providerId="ADAL" clId="{CFFBD93D-FF3B-48A7-9853-4040ECF23D00}" dt="2025-06-19T15:44:19.522" v="4573" actId="1076"/>
          <ac:spMkLst>
            <pc:docMk/>
            <pc:sldMk cId="3328723079" sldId="525"/>
            <ac:spMk id="33" creationId="{86AB8144-A000-01DB-E8BE-3ACBBCF00312}"/>
          </ac:spMkLst>
        </pc:spChg>
        <pc:spChg chg="mod ord">
          <ac:chgData name="Arianna Landoni" userId="3d62cfe4-f381-4d93-8543-db56469c63db" providerId="ADAL" clId="{CFFBD93D-FF3B-48A7-9853-4040ECF23D00}" dt="2025-06-19T15:49:24.952" v="4913" actId="947"/>
          <ac:spMkLst>
            <pc:docMk/>
            <pc:sldMk cId="3328723079" sldId="525"/>
            <ac:spMk id="35" creationId="{1A501C4C-3345-F0E3-702A-A2F9648440F3}"/>
          </ac:spMkLst>
        </pc:spChg>
        <pc:spChg chg="add mod ord">
          <ac:chgData name="Arianna Landoni" userId="3d62cfe4-f381-4d93-8543-db56469c63db" providerId="ADAL" clId="{CFFBD93D-FF3B-48A7-9853-4040ECF23D00}" dt="2025-06-19T15:44:23.628" v="4574" actId="1076"/>
          <ac:spMkLst>
            <pc:docMk/>
            <pc:sldMk cId="3328723079" sldId="525"/>
            <ac:spMk id="38" creationId="{97A5C2E7-7FFD-4956-15C3-9223C6BF13F7}"/>
          </ac:spMkLst>
        </pc:spChg>
        <pc:spChg chg="add mod ord">
          <ac:chgData name="Arianna Landoni" userId="3d62cfe4-f381-4d93-8543-db56469c63db" providerId="ADAL" clId="{CFFBD93D-FF3B-48A7-9853-4040ECF23D00}" dt="2025-06-19T15:44:23.628" v="4574" actId="1076"/>
          <ac:spMkLst>
            <pc:docMk/>
            <pc:sldMk cId="3328723079" sldId="525"/>
            <ac:spMk id="39" creationId="{0C14E9C0-F90F-3553-D07A-C9F3D3A2C48F}"/>
          </ac:spMkLst>
        </pc:spChg>
        <pc:spChg chg="add mod ord">
          <ac:chgData name="Arianna Landoni" userId="3d62cfe4-f381-4d93-8543-db56469c63db" providerId="ADAL" clId="{CFFBD93D-FF3B-48A7-9853-4040ECF23D00}" dt="2025-06-19T15:44:19.522" v="4573" actId="1076"/>
          <ac:spMkLst>
            <pc:docMk/>
            <pc:sldMk cId="3328723079" sldId="525"/>
            <ac:spMk id="40" creationId="{6BFFCDC1-9C1D-B5CA-C714-8240B19F5B1C}"/>
          </ac:spMkLst>
        </pc:spChg>
        <pc:spChg chg="add mod ord">
          <ac:chgData name="Arianna Landoni" userId="3d62cfe4-f381-4d93-8543-db56469c63db" providerId="ADAL" clId="{CFFBD93D-FF3B-48A7-9853-4040ECF23D00}" dt="2025-06-19T15:44:19.522" v="4573" actId="1076"/>
          <ac:spMkLst>
            <pc:docMk/>
            <pc:sldMk cId="3328723079" sldId="525"/>
            <ac:spMk id="41" creationId="{1C50ACF3-45AA-DFAC-84C0-D5A3F8C9CB91}"/>
          </ac:spMkLst>
        </pc:spChg>
        <pc:spChg chg="add mod">
          <ac:chgData name="Arianna Landoni" userId="3d62cfe4-f381-4d93-8543-db56469c63db" providerId="ADAL" clId="{CFFBD93D-FF3B-48A7-9853-4040ECF23D00}" dt="2025-06-19T15:49:24.967" v="4915" actId="947"/>
          <ac:spMkLst>
            <pc:docMk/>
            <pc:sldMk cId="3328723079" sldId="525"/>
            <ac:spMk id="42" creationId="{3004C332-7BC6-E869-0BBF-967E2B5968DA}"/>
          </ac:spMkLst>
        </pc:spChg>
        <pc:spChg chg="add mod">
          <ac:chgData name="Arianna Landoni" userId="3d62cfe4-f381-4d93-8543-db56469c63db" providerId="ADAL" clId="{CFFBD93D-FF3B-48A7-9853-4040ECF23D00}" dt="2025-06-19T15:49:24.968" v="4916" actId="947"/>
          <ac:spMkLst>
            <pc:docMk/>
            <pc:sldMk cId="3328723079" sldId="525"/>
            <ac:spMk id="43" creationId="{51DC4FEA-DFB5-1B84-BB44-98CFD1BB5419}"/>
          </ac:spMkLst>
        </pc:spChg>
        <pc:spChg chg="add mod">
          <ac:chgData name="Arianna Landoni" userId="3d62cfe4-f381-4d93-8543-db56469c63db" providerId="ADAL" clId="{CFFBD93D-FF3B-48A7-9853-4040ECF23D00}" dt="2025-06-19T15:49:24.974" v="4917" actId="947"/>
          <ac:spMkLst>
            <pc:docMk/>
            <pc:sldMk cId="3328723079" sldId="525"/>
            <ac:spMk id="44" creationId="{617D0BC0-3C96-15CF-0C8F-F11655C561C6}"/>
          </ac:spMkLst>
        </pc:spChg>
        <pc:spChg chg="add mod">
          <ac:chgData name="Arianna Landoni" userId="3d62cfe4-f381-4d93-8543-db56469c63db" providerId="ADAL" clId="{CFFBD93D-FF3B-48A7-9853-4040ECF23D00}" dt="2025-06-19T15:49:24.989" v="4921" actId="947"/>
          <ac:spMkLst>
            <pc:docMk/>
            <pc:sldMk cId="3328723079" sldId="525"/>
            <ac:spMk id="45" creationId="{33E090D3-6620-2503-B891-98223AE8810F}"/>
          </ac:spMkLst>
        </pc:spChg>
        <pc:spChg chg="add mod">
          <ac:chgData name="Arianna Landoni" userId="3d62cfe4-f381-4d93-8543-db56469c63db" providerId="ADAL" clId="{CFFBD93D-FF3B-48A7-9853-4040ECF23D00}" dt="2025-06-19T15:49:24.999" v="4924" actId="947"/>
          <ac:spMkLst>
            <pc:docMk/>
            <pc:sldMk cId="3328723079" sldId="525"/>
            <ac:spMk id="46" creationId="{C4B01707-1AC2-9361-09C7-9AD7B40B7E2D}"/>
          </ac:spMkLst>
        </pc:spChg>
        <pc:spChg chg="add mod">
          <ac:chgData name="Arianna Landoni" userId="3d62cfe4-f381-4d93-8543-db56469c63db" providerId="ADAL" clId="{CFFBD93D-FF3B-48A7-9853-4040ECF23D00}" dt="2025-06-19T15:49:25.003" v="4925" actId="947"/>
          <ac:spMkLst>
            <pc:docMk/>
            <pc:sldMk cId="3328723079" sldId="525"/>
            <ac:spMk id="47" creationId="{E7EFC8C8-257A-DED6-08EA-3F13E1C9DE1E}"/>
          </ac:spMkLst>
        </pc:spChg>
        <pc:spChg chg="add mod">
          <ac:chgData name="Arianna Landoni" userId="3d62cfe4-f381-4d93-8543-db56469c63db" providerId="ADAL" clId="{CFFBD93D-FF3B-48A7-9853-4040ECF23D00}" dt="2025-06-19T15:49:25.003" v="4926" actId="947"/>
          <ac:spMkLst>
            <pc:docMk/>
            <pc:sldMk cId="3328723079" sldId="525"/>
            <ac:spMk id="48" creationId="{4DB7C837-3CDE-162F-5047-ECFCA7845455}"/>
          </ac:spMkLst>
        </pc:spChg>
        <pc:spChg chg="add mod">
          <ac:chgData name="Arianna Landoni" userId="3d62cfe4-f381-4d93-8543-db56469c63db" providerId="ADAL" clId="{CFFBD93D-FF3B-48A7-9853-4040ECF23D00}" dt="2025-06-19T15:49:25.003" v="4927" actId="947"/>
          <ac:spMkLst>
            <pc:docMk/>
            <pc:sldMk cId="3328723079" sldId="525"/>
            <ac:spMk id="52" creationId="{AF5ABD40-3F08-2F26-DAAE-AFD8C778D42A}"/>
          </ac:spMkLst>
        </pc:spChg>
        <pc:spChg chg="add mod">
          <ac:chgData name="Arianna Landoni" userId="3d62cfe4-f381-4d93-8543-db56469c63db" providerId="ADAL" clId="{CFFBD93D-FF3B-48A7-9853-4040ECF23D00}" dt="2025-06-19T15:49:25.018" v="4930" actId="947"/>
          <ac:spMkLst>
            <pc:docMk/>
            <pc:sldMk cId="3328723079" sldId="525"/>
            <ac:spMk id="53" creationId="{80BC6BCB-3809-BF4A-5D31-B5297221BBED}"/>
          </ac:spMkLst>
        </pc:spChg>
        <pc:spChg chg="add mod">
          <ac:chgData name="Arianna Landoni" userId="3d62cfe4-f381-4d93-8543-db56469c63db" providerId="ADAL" clId="{CFFBD93D-FF3B-48A7-9853-4040ECF23D00}" dt="2025-06-19T15:49:25.020" v="4931" actId="947"/>
          <ac:spMkLst>
            <pc:docMk/>
            <pc:sldMk cId="3328723079" sldId="525"/>
            <ac:spMk id="54" creationId="{66211222-6225-86FB-6DB3-0DAE05E19237}"/>
          </ac:spMkLst>
        </pc:spChg>
        <pc:graphicFrameChg chg="mod">
          <ac:chgData name="Arianna Landoni" userId="3d62cfe4-f381-4d93-8543-db56469c63db" providerId="ADAL" clId="{CFFBD93D-FF3B-48A7-9853-4040ECF23D00}" dt="2025-06-20T13:29:52.795" v="10337"/>
          <ac:graphicFrameMkLst>
            <pc:docMk/>
            <pc:sldMk cId="3328723079" sldId="525"/>
            <ac:graphicFrameMk id="5" creationId="{2379D3ED-89F3-B39F-7F6F-E39AE61B795B}"/>
          </ac:graphicFrameMkLst>
        </pc:graphicFrameChg>
        <pc:picChg chg="add mod ord">
          <ac:chgData name="Arianna Landoni" userId="3d62cfe4-f381-4d93-8543-db56469c63db" providerId="ADAL" clId="{CFFBD93D-FF3B-48A7-9853-4040ECF23D00}" dt="2025-06-19T15:44:14.413" v="4571" actId="14100"/>
          <ac:picMkLst>
            <pc:docMk/>
            <pc:sldMk cId="3328723079" sldId="525"/>
            <ac:picMk id="11" creationId="{FED911F3-F5E5-E689-24CB-87C279E3F698}"/>
          </ac:picMkLst>
        </pc:picChg>
        <pc:picChg chg="add mod ord modCrop">
          <ac:chgData name="Arianna Landoni" userId="3d62cfe4-f381-4d93-8543-db56469c63db" providerId="ADAL" clId="{CFFBD93D-FF3B-48A7-9853-4040ECF23D00}" dt="2025-06-19T15:44:19.522" v="4573" actId="1076"/>
          <ac:picMkLst>
            <pc:docMk/>
            <pc:sldMk cId="3328723079" sldId="525"/>
            <ac:picMk id="32" creationId="{F8242D33-1EED-744D-4309-242E9AB47A33}"/>
          </ac:picMkLst>
        </pc:picChg>
        <pc:picChg chg="mod ord">
          <ac:chgData name="Arianna Landoni" userId="3d62cfe4-f381-4d93-8543-db56469c63db" providerId="ADAL" clId="{CFFBD93D-FF3B-48A7-9853-4040ECF23D00}" dt="2025-06-19T15:39:47.313" v="4451"/>
          <ac:picMkLst>
            <pc:docMk/>
            <pc:sldMk cId="3328723079" sldId="525"/>
            <ac:picMk id="34" creationId="{13EEFBC9-82B7-4FDF-26ED-1B2FD243C127}"/>
          </ac:picMkLst>
        </pc:picChg>
        <pc:picChg chg="add mod ord">
          <ac:chgData name="Arianna Landoni" userId="3d62cfe4-f381-4d93-8543-db56469c63db" providerId="ADAL" clId="{CFFBD93D-FF3B-48A7-9853-4040ECF23D00}" dt="2025-06-19T15:44:23.628" v="4574" actId="1076"/>
          <ac:picMkLst>
            <pc:docMk/>
            <pc:sldMk cId="3328723079" sldId="525"/>
            <ac:picMk id="36" creationId="{A2530E10-BE0C-9717-4CE3-080C637026C6}"/>
          </ac:picMkLst>
        </pc:picChg>
        <pc:picChg chg="add mod">
          <ac:chgData name="Arianna Landoni" userId="3d62cfe4-f381-4d93-8543-db56469c63db" providerId="ADAL" clId="{CFFBD93D-FF3B-48A7-9853-4040ECF23D00}" dt="2025-06-19T15:44:29.129" v="4577" actId="1076"/>
          <ac:picMkLst>
            <pc:docMk/>
            <pc:sldMk cId="3328723079" sldId="525"/>
            <ac:picMk id="50" creationId="{6C6BCE4E-EAA8-639D-8E0A-0890696D730F}"/>
          </ac:picMkLst>
        </pc:picChg>
      </pc:sldChg>
      <pc:sldChg chg="addSp modSp add mod ord">
        <pc:chgData name="Arianna Landoni" userId="3d62cfe4-f381-4d93-8543-db56469c63db" providerId="ADAL" clId="{CFFBD93D-FF3B-48A7-9853-4040ECF23D00}" dt="2025-06-20T15:04:37.089" v="14588"/>
        <pc:sldMkLst>
          <pc:docMk/>
          <pc:sldMk cId="1413812308" sldId="526"/>
        </pc:sldMkLst>
        <pc:spChg chg="mod">
          <ac:chgData name="Arianna Landoni" userId="3d62cfe4-f381-4d93-8543-db56469c63db" providerId="ADAL" clId="{CFFBD93D-FF3B-48A7-9853-4040ECF23D00}" dt="2025-06-20T15:04:37.089" v="14588"/>
          <ac:spMkLst>
            <pc:docMk/>
            <pc:sldMk cId="1413812308" sldId="526"/>
            <ac:spMk id="5" creationId="{7B3A181A-CE13-7453-2E8D-514240C9753A}"/>
          </ac:spMkLst>
        </pc:spChg>
        <pc:spChg chg="mod">
          <ac:chgData name="Arianna Landoni" userId="3d62cfe4-f381-4d93-8543-db56469c63db" providerId="ADAL" clId="{CFFBD93D-FF3B-48A7-9853-4040ECF23D00}" dt="2025-06-19T15:49:25.039" v="4941" actId="947"/>
          <ac:spMkLst>
            <pc:docMk/>
            <pc:sldMk cId="1413812308" sldId="526"/>
            <ac:spMk id="9" creationId="{B8748AC0-9CCD-77B3-6715-89ED9EB19784}"/>
          </ac:spMkLst>
        </pc:spChg>
        <pc:spChg chg="mod">
          <ac:chgData name="Arianna Landoni" userId="3d62cfe4-f381-4d93-8543-db56469c63db" providerId="ADAL" clId="{CFFBD93D-FF3B-48A7-9853-4040ECF23D00}" dt="2025-06-19T15:49:26.286" v="5491" actId="948"/>
          <ac:spMkLst>
            <pc:docMk/>
            <pc:sldMk cId="1413812308" sldId="526"/>
            <ac:spMk id="11" creationId="{A920615D-BAAC-724D-0CE8-56DC6677E650}"/>
          </ac:spMkLst>
        </pc:spChg>
        <pc:graphicFrameChg chg="add mod ord modVis">
          <ac:chgData name="Arianna Landoni" userId="3d62cfe4-f381-4d93-8543-db56469c63db" providerId="ADAL" clId="{CFFBD93D-FF3B-48A7-9853-4040ECF23D00}" dt="2025-06-19T15:49:27.871" v="6341"/>
          <ac:graphicFrameMkLst>
            <pc:docMk/>
            <pc:sldMk cId="1413812308" sldId="526"/>
            <ac:graphicFrameMk id="3" creationId="{32D2A781-03C6-761A-8584-625245DF3B39}"/>
          </ac:graphicFrameMkLst>
        </pc:graphicFrameChg>
      </pc:sldChg>
      <pc:sldChg chg="addSp delSp modSp add mod ord">
        <pc:chgData name="Arianna Landoni" userId="3d62cfe4-f381-4d93-8543-db56469c63db" providerId="ADAL" clId="{CFFBD93D-FF3B-48A7-9853-4040ECF23D00}" dt="2025-06-20T09:24:31.380" v="8715"/>
        <pc:sldMkLst>
          <pc:docMk/>
          <pc:sldMk cId="450372086" sldId="527"/>
        </pc:sldMkLst>
        <pc:spChg chg="mod ord">
          <ac:chgData name="Arianna Landoni" userId="3d62cfe4-f381-4d93-8543-db56469c63db" providerId="ADAL" clId="{CFFBD93D-FF3B-48A7-9853-4040ECF23D00}" dt="2025-06-20T08:20:56.109" v="7110"/>
          <ac:spMkLst>
            <pc:docMk/>
            <pc:sldMk cId="450372086" sldId="527"/>
            <ac:spMk id="3" creationId="{7C6A948C-E61F-41FF-1A6E-D00E8E37830F}"/>
          </ac:spMkLst>
        </pc:spChg>
        <pc:spChg chg="mod ord">
          <ac:chgData name="Arianna Landoni" userId="3d62cfe4-f381-4d93-8543-db56469c63db" providerId="ADAL" clId="{CFFBD93D-FF3B-48A7-9853-4040ECF23D00}" dt="2025-06-20T08:20:56.107" v="7106"/>
          <ac:spMkLst>
            <pc:docMk/>
            <pc:sldMk cId="450372086" sldId="527"/>
            <ac:spMk id="4" creationId="{7BE6F298-8D9D-C7CD-775E-7EC439104BAB}"/>
          </ac:spMkLst>
        </pc:spChg>
        <pc:spChg chg="mod ord">
          <ac:chgData name="Arianna Landoni" userId="3d62cfe4-f381-4d93-8543-db56469c63db" providerId="ADAL" clId="{CFFBD93D-FF3B-48A7-9853-4040ECF23D00}" dt="2025-06-20T08:20:56.109" v="7108"/>
          <ac:spMkLst>
            <pc:docMk/>
            <pc:sldMk cId="450372086" sldId="527"/>
            <ac:spMk id="6" creationId="{1539C1D1-F0B9-B10B-63B4-DDBA2D84FB2A}"/>
          </ac:spMkLst>
        </pc:spChg>
        <pc:spChg chg="mod ord">
          <ac:chgData name="Arianna Landoni" userId="3d62cfe4-f381-4d93-8543-db56469c63db" providerId="ADAL" clId="{CFFBD93D-FF3B-48A7-9853-4040ECF23D00}" dt="2025-06-20T08:34:23.393" v="7837" actId="948"/>
          <ac:spMkLst>
            <pc:docMk/>
            <pc:sldMk cId="450372086" sldId="527"/>
            <ac:spMk id="7" creationId="{964E219B-0E42-72BE-E1DC-F0FBC33E7A56}"/>
          </ac:spMkLst>
        </pc:spChg>
        <pc:spChg chg="mod ord">
          <ac:chgData name="Arianna Landoni" userId="3d62cfe4-f381-4d93-8543-db56469c63db" providerId="ADAL" clId="{CFFBD93D-FF3B-48A7-9853-4040ECF23D00}" dt="2025-06-20T08:20:56.110" v="7112"/>
          <ac:spMkLst>
            <pc:docMk/>
            <pc:sldMk cId="450372086" sldId="527"/>
            <ac:spMk id="12" creationId="{556B8B2B-481A-1494-9AFE-9CD224DF52D6}"/>
          </ac:spMkLst>
        </pc:spChg>
        <pc:spChg chg="mod ord">
          <ac:chgData name="Arianna Landoni" userId="3d62cfe4-f381-4d93-8543-db56469c63db" providerId="ADAL" clId="{CFFBD93D-FF3B-48A7-9853-4040ECF23D00}" dt="2025-06-20T08:20:56.111" v="7114"/>
          <ac:spMkLst>
            <pc:docMk/>
            <pc:sldMk cId="450372086" sldId="527"/>
            <ac:spMk id="13" creationId="{A28D0F3D-DBFE-74B3-82B2-80A8E17D8501}"/>
          </ac:spMkLst>
        </pc:spChg>
        <pc:spChg chg="mod ord">
          <ac:chgData name="Arianna Landoni" userId="3d62cfe4-f381-4d93-8543-db56469c63db" providerId="ADAL" clId="{CFFBD93D-FF3B-48A7-9853-4040ECF23D00}" dt="2025-06-20T08:20:56.111" v="7116"/>
          <ac:spMkLst>
            <pc:docMk/>
            <pc:sldMk cId="450372086" sldId="527"/>
            <ac:spMk id="14" creationId="{C8E077B3-F664-198A-D636-A8D0F0B69928}"/>
          </ac:spMkLst>
        </pc:spChg>
        <pc:spChg chg="mod ord">
          <ac:chgData name="Arianna Landoni" userId="3d62cfe4-f381-4d93-8543-db56469c63db" providerId="ADAL" clId="{CFFBD93D-FF3B-48A7-9853-4040ECF23D00}" dt="2025-06-20T08:22:59.647" v="7217" actId="113"/>
          <ac:spMkLst>
            <pc:docMk/>
            <pc:sldMk cId="450372086" sldId="527"/>
            <ac:spMk id="15" creationId="{070A8253-C045-546B-C7FE-2A4E1665D74D}"/>
          </ac:spMkLst>
        </pc:spChg>
        <pc:spChg chg="mod ord">
          <ac:chgData name="Arianna Landoni" userId="3d62cfe4-f381-4d93-8543-db56469c63db" providerId="ADAL" clId="{CFFBD93D-FF3B-48A7-9853-4040ECF23D00}" dt="2025-06-20T08:20:56.113" v="7120"/>
          <ac:spMkLst>
            <pc:docMk/>
            <pc:sldMk cId="450372086" sldId="527"/>
            <ac:spMk id="16" creationId="{2E452DCC-EBBE-5CA9-02C9-BB02AAB5709E}"/>
          </ac:spMkLst>
        </pc:spChg>
        <pc:spChg chg="mod ord">
          <ac:chgData name="Arianna Landoni" userId="3d62cfe4-f381-4d93-8543-db56469c63db" providerId="ADAL" clId="{CFFBD93D-FF3B-48A7-9853-4040ECF23D00}" dt="2025-06-20T08:21:08.178" v="7142" actId="1076"/>
          <ac:spMkLst>
            <pc:docMk/>
            <pc:sldMk cId="450372086" sldId="527"/>
            <ac:spMk id="19" creationId="{2CE7D622-F6BF-7442-7B6F-9473D1579306}"/>
          </ac:spMkLst>
        </pc:spChg>
        <pc:spChg chg="mod ord">
          <ac:chgData name="Arianna Landoni" userId="3d62cfe4-f381-4d93-8543-db56469c63db" providerId="ADAL" clId="{CFFBD93D-FF3B-48A7-9853-4040ECF23D00}" dt="2025-06-20T08:20:56.116" v="7128"/>
          <ac:spMkLst>
            <pc:docMk/>
            <pc:sldMk cId="450372086" sldId="527"/>
            <ac:spMk id="35" creationId="{EF31F422-0A28-5C5E-2DD6-2129C67D2D61}"/>
          </ac:spMkLst>
        </pc:spChg>
        <pc:spChg chg="add mod">
          <ac:chgData name="Arianna Landoni" userId="3d62cfe4-f381-4d93-8543-db56469c63db" providerId="ADAL" clId="{CFFBD93D-FF3B-48A7-9853-4040ECF23D00}" dt="2025-06-20T08:24:40.302" v="7247" actId="20577"/>
          <ac:spMkLst>
            <pc:docMk/>
            <pc:sldMk cId="450372086" sldId="527"/>
            <ac:spMk id="56" creationId="{06F617DA-7268-012F-EF86-D5CB002324A1}"/>
          </ac:spMkLst>
        </pc:spChg>
        <pc:spChg chg="add mod">
          <ac:chgData name="Arianna Landoni" userId="3d62cfe4-f381-4d93-8543-db56469c63db" providerId="ADAL" clId="{CFFBD93D-FF3B-48A7-9853-4040ECF23D00}" dt="2025-06-20T08:21:22.763" v="7148" actId="14100"/>
          <ac:spMkLst>
            <pc:docMk/>
            <pc:sldMk cId="450372086" sldId="527"/>
            <ac:spMk id="57" creationId="{1CC13F83-0578-DD24-F086-9339FFDB7C87}"/>
          </ac:spMkLst>
        </pc:spChg>
        <pc:spChg chg="add mod">
          <ac:chgData name="Arianna Landoni" userId="3d62cfe4-f381-4d93-8543-db56469c63db" providerId="ADAL" clId="{CFFBD93D-FF3B-48A7-9853-4040ECF23D00}" dt="2025-06-20T08:21:31.003" v="7153" actId="1035"/>
          <ac:spMkLst>
            <pc:docMk/>
            <pc:sldMk cId="450372086" sldId="527"/>
            <ac:spMk id="58" creationId="{7F50DE32-3577-47E0-793E-EDB5066F7717}"/>
          </ac:spMkLst>
        </pc:spChg>
        <pc:spChg chg="add mod">
          <ac:chgData name="Arianna Landoni" userId="3d62cfe4-f381-4d93-8543-db56469c63db" providerId="ADAL" clId="{CFFBD93D-FF3B-48A7-9853-4040ECF23D00}" dt="2025-06-20T08:23:22.244" v="7227" actId="12"/>
          <ac:spMkLst>
            <pc:docMk/>
            <pc:sldMk cId="450372086" sldId="527"/>
            <ac:spMk id="62" creationId="{4AFA11DB-C369-EDDB-618F-32C6C8DF9061}"/>
          </ac:spMkLst>
        </pc:spChg>
        <pc:spChg chg="add mod">
          <ac:chgData name="Arianna Landoni" userId="3d62cfe4-f381-4d93-8543-db56469c63db" providerId="ADAL" clId="{CFFBD93D-FF3B-48A7-9853-4040ECF23D00}" dt="2025-06-20T08:23:39.382" v="7233" actId="113"/>
          <ac:spMkLst>
            <pc:docMk/>
            <pc:sldMk cId="450372086" sldId="527"/>
            <ac:spMk id="63" creationId="{34885707-D9FC-2DF6-D7F2-195A741A6434}"/>
          </ac:spMkLst>
        </pc:spChg>
        <pc:spChg chg="add mod">
          <ac:chgData name="Arianna Landoni" userId="3d62cfe4-f381-4d93-8543-db56469c63db" providerId="ADAL" clId="{CFFBD93D-FF3B-48A7-9853-4040ECF23D00}" dt="2025-06-20T08:24:02.069" v="7237" actId="113"/>
          <ac:spMkLst>
            <pc:docMk/>
            <pc:sldMk cId="450372086" sldId="527"/>
            <ac:spMk id="64" creationId="{4CF4FAFB-216B-49DF-A7E4-997927E55383}"/>
          </ac:spMkLst>
        </pc:spChg>
        <pc:spChg chg="add mod">
          <ac:chgData name="Arianna Landoni" userId="3d62cfe4-f381-4d93-8543-db56469c63db" providerId="ADAL" clId="{CFFBD93D-FF3B-48A7-9853-4040ECF23D00}" dt="2025-06-20T08:24:14.045" v="7240" actId="20577"/>
          <ac:spMkLst>
            <pc:docMk/>
            <pc:sldMk cId="450372086" sldId="527"/>
            <ac:spMk id="65" creationId="{B5ED4255-9D43-30CD-D5D6-42027E040FB2}"/>
          </ac:spMkLst>
        </pc:spChg>
        <pc:spChg chg="add mod">
          <ac:chgData name="Arianna Landoni" userId="3d62cfe4-f381-4d93-8543-db56469c63db" providerId="ADAL" clId="{CFFBD93D-FF3B-48A7-9853-4040ECF23D00}" dt="2025-06-20T08:24:21.274" v="7243" actId="20577"/>
          <ac:spMkLst>
            <pc:docMk/>
            <pc:sldMk cId="450372086" sldId="527"/>
            <ac:spMk id="66" creationId="{A991702C-579C-FDCA-DE5E-0E7FDD68EA23}"/>
          </ac:spMkLst>
        </pc:spChg>
        <pc:spChg chg="add mod">
          <ac:chgData name="Arianna Landoni" userId="3d62cfe4-f381-4d93-8543-db56469c63db" providerId="ADAL" clId="{CFFBD93D-FF3B-48A7-9853-4040ECF23D00}" dt="2025-06-20T08:24:27.987" v="7246" actId="20577"/>
          <ac:spMkLst>
            <pc:docMk/>
            <pc:sldMk cId="450372086" sldId="527"/>
            <ac:spMk id="67" creationId="{00323F40-3800-9FAA-F523-975559005E3D}"/>
          </ac:spMkLst>
        </pc:spChg>
        <pc:spChg chg="add mod">
          <ac:chgData name="Arianna Landoni" userId="3d62cfe4-f381-4d93-8543-db56469c63db" providerId="ADAL" clId="{CFFBD93D-FF3B-48A7-9853-4040ECF23D00}" dt="2025-06-20T08:24:47.666" v="7251" actId="20577"/>
          <ac:spMkLst>
            <pc:docMk/>
            <pc:sldMk cId="450372086" sldId="527"/>
            <ac:spMk id="68" creationId="{1420B116-1C60-9105-C0DC-D2C2CDEBF255}"/>
          </ac:spMkLst>
        </pc:spChg>
        <pc:spChg chg="add mod">
          <ac:chgData name="Arianna Landoni" userId="3d62cfe4-f381-4d93-8543-db56469c63db" providerId="ADAL" clId="{CFFBD93D-FF3B-48A7-9853-4040ECF23D00}" dt="2025-06-20T08:25:10.442" v="7257" actId="20577"/>
          <ac:spMkLst>
            <pc:docMk/>
            <pc:sldMk cId="450372086" sldId="527"/>
            <ac:spMk id="69" creationId="{17FDF18C-1D69-A07D-36B4-40E641236ACB}"/>
          </ac:spMkLst>
        </pc:spChg>
        <pc:spChg chg="add mod">
          <ac:chgData name="Arianna Landoni" userId="3d62cfe4-f381-4d93-8543-db56469c63db" providerId="ADAL" clId="{CFFBD93D-FF3B-48A7-9853-4040ECF23D00}" dt="2025-06-20T08:25:04.142" v="7255" actId="14100"/>
          <ac:spMkLst>
            <pc:docMk/>
            <pc:sldMk cId="450372086" sldId="527"/>
            <ac:spMk id="70" creationId="{064B8453-5969-6E5A-4C53-32D54E0305D0}"/>
          </ac:spMkLst>
        </pc:spChg>
        <pc:graphicFrameChg chg="mod">
          <ac:chgData name="Arianna Landoni" userId="3d62cfe4-f381-4d93-8543-db56469c63db" providerId="ADAL" clId="{CFFBD93D-FF3B-48A7-9853-4040ECF23D00}" dt="2025-06-20T08:34:23.469" v="7868"/>
          <ac:graphicFrameMkLst>
            <pc:docMk/>
            <pc:sldMk cId="450372086" sldId="527"/>
            <ac:graphicFrameMk id="5" creationId="{E8B647CE-7F05-0CF0-8C44-AAE10281943F}"/>
          </ac:graphicFrameMkLst>
        </pc:graphicFrameChg>
        <pc:picChg chg="add mod ord">
          <ac:chgData name="Arianna Landoni" userId="3d62cfe4-f381-4d93-8543-db56469c63db" providerId="ADAL" clId="{CFFBD93D-FF3B-48A7-9853-4040ECF23D00}" dt="2025-06-20T08:20:56.117" v="7130"/>
          <ac:picMkLst>
            <pc:docMk/>
            <pc:sldMk cId="450372086" sldId="527"/>
            <ac:picMk id="20" creationId="{80270F00-C9BF-DD8E-400B-6FF843783956}"/>
          </ac:picMkLst>
        </pc:picChg>
        <pc:picChg chg="mod ord">
          <ac:chgData name="Arianna Landoni" userId="3d62cfe4-f381-4d93-8543-db56469c63db" providerId="ADAL" clId="{CFFBD93D-FF3B-48A7-9853-4040ECF23D00}" dt="2025-06-20T08:20:56.116" v="7126"/>
          <ac:picMkLst>
            <pc:docMk/>
            <pc:sldMk cId="450372086" sldId="527"/>
            <ac:picMk id="34" creationId="{FCA6C914-D82A-EB7F-397D-1CBAF11D7CAA}"/>
          </ac:picMkLst>
        </pc:picChg>
        <pc:picChg chg="add mod ord">
          <ac:chgData name="Arianna Landoni" userId="3d62cfe4-f381-4d93-8543-db56469c63db" providerId="ADAL" clId="{CFFBD93D-FF3B-48A7-9853-4040ECF23D00}" dt="2025-06-20T08:21:04.257" v="7141" actId="14100"/>
          <ac:picMkLst>
            <pc:docMk/>
            <pc:sldMk cId="450372086" sldId="527"/>
            <ac:picMk id="49" creationId="{907AC306-DCFD-078C-4FF4-446669B04B7D}"/>
          </ac:picMkLst>
        </pc:picChg>
        <pc:picChg chg="add mod ord modCrop">
          <ac:chgData name="Arianna Landoni" userId="3d62cfe4-f381-4d93-8543-db56469c63db" providerId="ADAL" clId="{CFFBD93D-FF3B-48A7-9853-4040ECF23D00}" dt="2025-06-20T08:20:56.118" v="7132"/>
          <ac:picMkLst>
            <pc:docMk/>
            <pc:sldMk cId="450372086" sldId="527"/>
            <ac:picMk id="55" creationId="{E090EF2E-B53B-2DB5-EE15-0B65A95EA44A}"/>
          </ac:picMkLst>
        </pc:picChg>
      </pc:sldChg>
      <pc:sldChg chg="addSp delSp modSp add mod ord">
        <pc:chgData name="Arianna Landoni" userId="3d62cfe4-f381-4d93-8543-db56469c63db" providerId="ADAL" clId="{CFFBD93D-FF3B-48A7-9853-4040ECF23D00}" dt="2025-06-20T13:03:45.277" v="9235" actId="20577"/>
        <pc:sldMkLst>
          <pc:docMk/>
          <pc:sldMk cId="2094631855" sldId="528"/>
        </pc:sldMkLst>
        <pc:spChg chg="mod ord">
          <ac:chgData name="Arianna Landoni" userId="3d62cfe4-f381-4d93-8543-db56469c63db" providerId="ADAL" clId="{CFFBD93D-FF3B-48A7-9853-4040ECF23D00}" dt="2025-06-20T08:31:26.523" v="7440"/>
          <ac:spMkLst>
            <pc:docMk/>
            <pc:sldMk cId="2094631855" sldId="528"/>
            <ac:spMk id="3" creationId="{54BC6F62-E6E0-3DA0-7751-1D89C83BF05E}"/>
          </ac:spMkLst>
        </pc:spChg>
        <pc:spChg chg="mod ord">
          <ac:chgData name="Arianna Landoni" userId="3d62cfe4-f381-4d93-8543-db56469c63db" providerId="ADAL" clId="{CFFBD93D-FF3B-48A7-9853-4040ECF23D00}" dt="2025-06-20T08:31:26.521" v="7436"/>
          <ac:spMkLst>
            <pc:docMk/>
            <pc:sldMk cId="2094631855" sldId="528"/>
            <ac:spMk id="4" creationId="{49AF724C-39DB-004D-5F3C-60EE0BBB2725}"/>
          </ac:spMkLst>
        </pc:spChg>
        <pc:spChg chg="mod ord">
          <ac:chgData name="Arianna Landoni" userId="3d62cfe4-f381-4d93-8543-db56469c63db" providerId="ADAL" clId="{CFFBD93D-FF3B-48A7-9853-4040ECF23D00}" dt="2025-06-20T08:31:26.522" v="7438"/>
          <ac:spMkLst>
            <pc:docMk/>
            <pc:sldMk cId="2094631855" sldId="528"/>
            <ac:spMk id="6" creationId="{E9458BA3-40E8-5D74-714E-14AEE8891E35}"/>
          </ac:spMkLst>
        </pc:spChg>
        <pc:spChg chg="mod ord">
          <ac:chgData name="Arianna Landoni" userId="3d62cfe4-f381-4d93-8543-db56469c63db" providerId="ADAL" clId="{CFFBD93D-FF3B-48A7-9853-4040ECF23D00}" dt="2025-06-20T08:34:30.899" v="7937" actId="948"/>
          <ac:spMkLst>
            <pc:docMk/>
            <pc:sldMk cId="2094631855" sldId="528"/>
            <ac:spMk id="7" creationId="{3E0E649C-E74B-3D23-BC24-4B04F1B5B800}"/>
          </ac:spMkLst>
        </pc:spChg>
        <pc:spChg chg="add mod ord">
          <ac:chgData name="Arianna Landoni" userId="3d62cfe4-f381-4d93-8543-db56469c63db" providerId="ADAL" clId="{CFFBD93D-FF3B-48A7-9853-4040ECF23D00}" dt="2025-06-20T08:31:26.534" v="7470"/>
          <ac:spMkLst>
            <pc:docMk/>
            <pc:sldMk cId="2094631855" sldId="528"/>
            <ac:spMk id="9" creationId="{56F5428D-09D8-FD43-A89A-2679B1C4DFFF}"/>
          </ac:spMkLst>
        </pc:spChg>
        <pc:spChg chg="add mod ord">
          <ac:chgData name="Arianna Landoni" userId="3d62cfe4-f381-4d93-8543-db56469c63db" providerId="ADAL" clId="{CFFBD93D-FF3B-48A7-9853-4040ECF23D00}" dt="2025-06-20T08:32:19.278" v="7509" actId="1582"/>
          <ac:spMkLst>
            <pc:docMk/>
            <pc:sldMk cId="2094631855" sldId="528"/>
            <ac:spMk id="10" creationId="{1E001457-A1D8-A9FC-0273-2EBFC9DE3236}"/>
          </ac:spMkLst>
        </pc:spChg>
        <pc:spChg chg="add mod ord">
          <ac:chgData name="Arianna Landoni" userId="3d62cfe4-f381-4d93-8543-db56469c63db" providerId="ADAL" clId="{CFFBD93D-FF3B-48A7-9853-4040ECF23D00}" dt="2025-06-20T08:32:48.277" v="7515" actId="1076"/>
          <ac:spMkLst>
            <pc:docMk/>
            <pc:sldMk cId="2094631855" sldId="528"/>
            <ac:spMk id="11" creationId="{59BBA519-2A25-2C2B-FF5A-0C4C98FA8CA5}"/>
          </ac:spMkLst>
        </pc:spChg>
        <pc:spChg chg="mod ord">
          <ac:chgData name="Arianna Landoni" userId="3d62cfe4-f381-4d93-8543-db56469c63db" providerId="ADAL" clId="{CFFBD93D-FF3B-48A7-9853-4040ECF23D00}" dt="2025-06-20T08:31:26.523" v="7442"/>
          <ac:spMkLst>
            <pc:docMk/>
            <pc:sldMk cId="2094631855" sldId="528"/>
            <ac:spMk id="12" creationId="{1FAD4B24-726B-5B60-882A-7644FBCBAE04}"/>
          </ac:spMkLst>
        </pc:spChg>
        <pc:spChg chg="mod ord">
          <ac:chgData name="Arianna Landoni" userId="3d62cfe4-f381-4d93-8543-db56469c63db" providerId="ADAL" clId="{CFFBD93D-FF3B-48A7-9853-4040ECF23D00}" dt="2025-06-20T08:31:26.524" v="7444"/>
          <ac:spMkLst>
            <pc:docMk/>
            <pc:sldMk cId="2094631855" sldId="528"/>
            <ac:spMk id="13" creationId="{98BA4F9E-75AC-4253-29AE-AB51B18AE725}"/>
          </ac:spMkLst>
        </pc:spChg>
        <pc:spChg chg="mod ord">
          <ac:chgData name="Arianna Landoni" userId="3d62cfe4-f381-4d93-8543-db56469c63db" providerId="ADAL" clId="{CFFBD93D-FF3B-48A7-9853-4040ECF23D00}" dt="2025-06-20T08:31:26.525" v="7446"/>
          <ac:spMkLst>
            <pc:docMk/>
            <pc:sldMk cId="2094631855" sldId="528"/>
            <ac:spMk id="14" creationId="{38562AC2-DD03-8877-972E-1E65C701A616}"/>
          </ac:spMkLst>
        </pc:spChg>
        <pc:spChg chg="mod ord">
          <ac:chgData name="Arianna Landoni" userId="3d62cfe4-f381-4d93-8543-db56469c63db" providerId="ADAL" clId="{CFFBD93D-FF3B-48A7-9853-4040ECF23D00}" dt="2025-06-20T08:31:26.526" v="7448"/>
          <ac:spMkLst>
            <pc:docMk/>
            <pc:sldMk cId="2094631855" sldId="528"/>
            <ac:spMk id="15" creationId="{52B6C490-14FC-DE7D-9568-BB408AF3A96D}"/>
          </ac:spMkLst>
        </pc:spChg>
        <pc:spChg chg="mod ord">
          <ac:chgData name="Arianna Landoni" userId="3d62cfe4-f381-4d93-8543-db56469c63db" providerId="ADAL" clId="{CFFBD93D-FF3B-48A7-9853-4040ECF23D00}" dt="2025-06-20T08:31:26.526" v="7450"/>
          <ac:spMkLst>
            <pc:docMk/>
            <pc:sldMk cId="2094631855" sldId="528"/>
            <ac:spMk id="16" creationId="{66762429-47B0-24EC-C75F-24133CD49E3E}"/>
          </ac:spMkLst>
        </pc:spChg>
        <pc:spChg chg="add mod ord">
          <ac:chgData name="Arianna Landoni" userId="3d62cfe4-f381-4d93-8543-db56469c63db" providerId="ADAL" clId="{CFFBD93D-FF3B-48A7-9853-4040ECF23D00}" dt="2025-06-20T08:31:26.528" v="7456"/>
          <ac:spMkLst>
            <pc:docMk/>
            <pc:sldMk cId="2094631855" sldId="528"/>
            <ac:spMk id="21" creationId="{7404C73E-57BD-A572-5AD7-0137CF26D748}"/>
          </ac:spMkLst>
        </pc:spChg>
        <pc:spChg chg="add mod ord">
          <ac:chgData name="Arianna Landoni" userId="3d62cfe4-f381-4d93-8543-db56469c63db" providerId="ADAL" clId="{CFFBD93D-FF3B-48A7-9853-4040ECF23D00}" dt="2025-06-20T08:32:37.022" v="7512" actId="1076"/>
          <ac:spMkLst>
            <pc:docMk/>
            <pc:sldMk cId="2094631855" sldId="528"/>
            <ac:spMk id="22" creationId="{FD7B04A7-A2D1-C3FD-5014-B8D5A489F87F}"/>
          </ac:spMkLst>
        </pc:spChg>
        <pc:spChg chg="mod ord">
          <ac:chgData name="Arianna Landoni" userId="3d62cfe4-f381-4d93-8543-db56469c63db" providerId="ADAL" clId="{CFFBD93D-FF3B-48A7-9853-4040ECF23D00}" dt="2025-06-20T08:32:19.278" v="7509" actId="1582"/>
          <ac:spMkLst>
            <pc:docMk/>
            <pc:sldMk cId="2094631855" sldId="528"/>
            <ac:spMk id="23" creationId="{74F0913E-9F6F-A9BB-76DE-60B25CA8BCC8}"/>
          </ac:spMkLst>
        </pc:spChg>
        <pc:spChg chg="add mod ord">
          <ac:chgData name="Arianna Landoni" userId="3d62cfe4-f381-4d93-8543-db56469c63db" providerId="ADAL" clId="{CFFBD93D-FF3B-48A7-9853-4040ECF23D00}" dt="2025-06-20T08:32:23.792" v="7510" actId="1076"/>
          <ac:spMkLst>
            <pc:docMk/>
            <pc:sldMk cId="2094631855" sldId="528"/>
            <ac:spMk id="24" creationId="{5090DFC9-170E-B27E-B5DC-9D9FDF1627BF}"/>
          </ac:spMkLst>
        </pc:spChg>
        <pc:spChg chg="add mod ord">
          <ac:chgData name="Arianna Landoni" userId="3d62cfe4-f381-4d93-8543-db56469c63db" providerId="ADAL" clId="{CFFBD93D-FF3B-48A7-9853-4040ECF23D00}" dt="2025-06-20T08:32:40.428" v="7513" actId="1076"/>
          <ac:spMkLst>
            <pc:docMk/>
            <pc:sldMk cId="2094631855" sldId="528"/>
            <ac:spMk id="25" creationId="{9D16E3FE-F352-4D98-2CBF-1211188D3785}"/>
          </ac:spMkLst>
        </pc:spChg>
        <pc:spChg chg="add mod ord">
          <ac:chgData name="Arianna Landoni" userId="3d62cfe4-f381-4d93-8543-db56469c63db" providerId="ADAL" clId="{CFFBD93D-FF3B-48A7-9853-4040ECF23D00}" dt="2025-06-20T08:32:53.295" v="7516" actId="1076"/>
          <ac:spMkLst>
            <pc:docMk/>
            <pc:sldMk cId="2094631855" sldId="528"/>
            <ac:spMk id="26" creationId="{730C628A-FB2A-99F4-AF14-62F959A5D09D}"/>
          </ac:spMkLst>
        </pc:spChg>
        <pc:spChg chg="add mod ord">
          <ac:chgData name="Arianna Landoni" userId="3d62cfe4-f381-4d93-8543-db56469c63db" providerId="ADAL" clId="{CFFBD93D-FF3B-48A7-9853-4040ECF23D00}" dt="2025-06-20T08:32:59.809" v="7518" actId="1076"/>
          <ac:spMkLst>
            <pc:docMk/>
            <pc:sldMk cId="2094631855" sldId="528"/>
            <ac:spMk id="27" creationId="{EABEF3A9-6179-ADE3-EC51-A290F2C2047D}"/>
          </ac:spMkLst>
        </pc:spChg>
        <pc:spChg chg="mod ord">
          <ac:chgData name="Arianna Landoni" userId="3d62cfe4-f381-4d93-8543-db56469c63db" providerId="ADAL" clId="{CFFBD93D-FF3B-48A7-9853-4040ECF23D00}" dt="2025-06-20T08:32:56.705" v="7517" actId="1076"/>
          <ac:spMkLst>
            <pc:docMk/>
            <pc:sldMk cId="2094631855" sldId="528"/>
            <ac:spMk id="28" creationId="{B8117CAE-EA5F-4AAB-7E0A-3AE5ECA0F6CC}"/>
          </ac:spMkLst>
        </pc:spChg>
        <pc:spChg chg="add mod ord">
          <ac:chgData name="Arianna Landoni" userId="3d62cfe4-f381-4d93-8543-db56469c63db" providerId="ADAL" clId="{CFFBD93D-FF3B-48A7-9853-4040ECF23D00}" dt="2025-06-20T08:32:44.458" v="7514" actId="1076"/>
          <ac:spMkLst>
            <pc:docMk/>
            <pc:sldMk cId="2094631855" sldId="528"/>
            <ac:spMk id="29" creationId="{14F4CE41-39CB-371B-1CA3-EA4396512749}"/>
          </ac:spMkLst>
        </pc:spChg>
        <pc:spChg chg="mod ord">
          <ac:chgData name="Arianna Landoni" userId="3d62cfe4-f381-4d93-8543-db56469c63db" providerId="ADAL" clId="{CFFBD93D-FF3B-48A7-9853-4040ECF23D00}" dt="2025-06-20T08:31:26.528" v="7454"/>
          <ac:spMkLst>
            <pc:docMk/>
            <pc:sldMk cId="2094631855" sldId="528"/>
            <ac:spMk id="35" creationId="{7E17E9F4-01E9-DF6C-C9A9-0CEC48E618A2}"/>
          </ac:spMkLst>
        </pc:spChg>
        <pc:spChg chg="add mod ord">
          <ac:chgData name="Arianna Landoni" userId="3d62cfe4-f381-4d93-8543-db56469c63db" providerId="ADAL" clId="{CFFBD93D-FF3B-48A7-9853-4040ECF23D00}" dt="2025-06-20T08:31:26.531" v="7464"/>
          <ac:spMkLst>
            <pc:docMk/>
            <pc:sldMk cId="2094631855" sldId="528"/>
            <ac:spMk id="39" creationId="{E61C06F3-DE1A-E76C-E11B-AFEE177E952A}"/>
          </ac:spMkLst>
        </pc:spChg>
        <pc:spChg chg="add mod ord">
          <ac:chgData name="Arianna Landoni" userId="3d62cfe4-f381-4d93-8543-db56469c63db" providerId="ADAL" clId="{CFFBD93D-FF3B-48A7-9853-4040ECF23D00}" dt="2025-06-20T08:31:26.532" v="7466"/>
          <ac:spMkLst>
            <pc:docMk/>
            <pc:sldMk cId="2094631855" sldId="528"/>
            <ac:spMk id="40" creationId="{77500BD5-0DD6-47F9-67E3-EB16D3CA31FA}"/>
          </ac:spMkLst>
        </pc:spChg>
        <pc:spChg chg="add mod ord">
          <ac:chgData name="Arianna Landoni" userId="3d62cfe4-f381-4d93-8543-db56469c63db" providerId="ADAL" clId="{CFFBD93D-FF3B-48A7-9853-4040ECF23D00}" dt="2025-06-20T08:31:26.533" v="7468"/>
          <ac:spMkLst>
            <pc:docMk/>
            <pc:sldMk cId="2094631855" sldId="528"/>
            <ac:spMk id="41" creationId="{C06EE7FF-3CD5-475F-0BD1-46596EE8B182}"/>
          </ac:spMkLst>
        </pc:spChg>
        <pc:spChg chg="add mod ord">
          <ac:chgData name="Arianna Landoni" userId="3d62cfe4-f381-4d93-8543-db56469c63db" providerId="ADAL" clId="{CFFBD93D-FF3B-48A7-9853-4040ECF23D00}" dt="2025-06-20T08:31:26.534" v="7472"/>
          <ac:spMkLst>
            <pc:docMk/>
            <pc:sldMk cId="2094631855" sldId="528"/>
            <ac:spMk id="43" creationId="{D5817DBF-6EE8-0A78-7421-63FEDC8220ED}"/>
          </ac:spMkLst>
        </pc:spChg>
        <pc:spChg chg="add mod">
          <ac:chgData name="Arianna Landoni" userId="3d62cfe4-f381-4d93-8543-db56469c63db" providerId="ADAL" clId="{CFFBD93D-FF3B-48A7-9853-4040ECF23D00}" dt="2025-06-20T08:31:56.484" v="7502" actId="1035"/>
          <ac:spMkLst>
            <pc:docMk/>
            <pc:sldMk cId="2094631855" sldId="528"/>
            <ac:spMk id="44" creationId="{4A335B47-AB0E-1E24-CA8C-EF21713F7AD0}"/>
          </ac:spMkLst>
        </pc:spChg>
        <pc:spChg chg="add mod">
          <ac:chgData name="Arianna Landoni" userId="3d62cfe4-f381-4d93-8543-db56469c63db" providerId="ADAL" clId="{CFFBD93D-FF3B-48A7-9853-4040ECF23D00}" dt="2025-06-20T08:32:03.231" v="7504" actId="1076"/>
          <ac:spMkLst>
            <pc:docMk/>
            <pc:sldMk cId="2094631855" sldId="528"/>
            <ac:spMk id="50" creationId="{E157D177-8531-EEA4-65F1-BD1447334200}"/>
          </ac:spMkLst>
        </pc:spChg>
        <pc:spChg chg="add mod">
          <ac:chgData name="Arianna Landoni" userId="3d62cfe4-f381-4d93-8543-db56469c63db" providerId="ADAL" clId="{CFFBD93D-FF3B-48A7-9853-4040ECF23D00}" dt="2025-06-20T13:03:31.232" v="9230" actId="1076"/>
          <ac:spMkLst>
            <pc:docMk/>
            <pc:sldMk cId="2094631855" sldId="528"/>
            <ac:spMk id="59" creationId="{63A905A5-00C8-DF47-5652-15492D1DD6DF}"/>
          </ac:spMkLst>
        </pc:spChg>
        <pc:spChg chg="add mod">
          <ac:chgData name="Arianna Landoni" userId="3d62cfe4-f381-4d93-8543-db56469c63db" providerId="ADAL" clId="{CFFBD93D-FF3B-48A7-9853-4040ECF23D00}" dt="2025-06-20T13:03:36.521" v="9232" actId="20577"/>
          <ac:spMkLst>
            <pc:docMk/>
            <pc:sldMk cId="2094631855" sldId="528"/>
            <ac:spMk id="60" creationId="{35B0EF71-C15D-6796-7F0F-1F4F3DEC3709}"/>
          </ac:spMkLst>
        </pc:spChg>
        <pc:spChg chg="add mod">
          <ac:chgData name="Arianna Landoni" userId="3d62cfe4-f381-4d93-8543-db56469c63db" providerId="ADAL" clId="{CFFBD93D-FF3B-48A7-9853-4040ECF23D00}" dt="2025-06-20T13:03:45.277" v="9235" actId="20577"/>
          <ac:spMkLst>
            <pc:docMk/>
            <pc:sldMk cId="2094631855" sldId="528"/>
            <ac:spMk id="61" creationId="{BFC3997F-D960-4EE5-A46E-AE08DC6D2567}"/>
          </ac:spMkLst>
        </pc:spChg>
        <pc:graphicFrameChg chg="mod">
          <ac:chgData name="Arianna Landoni" userId="3d62cfe4-f381-4d93-8543-db56469c63db" providerId="ADAL" clId="{CFFBD93D-FF3B-48A7-9853-4040ECF23D00}" dt="2025-06-20T08:34:30.996" v="7968"/>
          <ac:graphicFrameMkLst>
            <pc:docMk/>
            <pc:sldMk cId="2094631855" sldId="528"/>
            <ac:graphicFrameMk id="5" creationId="{765F6B1A-0B15-27AE-8F6C-D527CEE958B4}"/>
          </ac:graphicFrameMkLst>
        </pc:graphicFrameChg>
        <pc:picChg chg="mod ord">
          <ac:chgData name="Arianna Landoni" userId="3d62cfe4-f381-4d93-8543-db56469c63db" providerId="ADAL" clId="{CFFBD93D-FF3B-48A7-9853-4040ECF23D00}" dt="2025-06-20T08:31:26.527" v="7452"/>
          <ac:picMkLst>
            <pc:docMk/>
            <pc:sldMk cId="2094631855" sldId="528"/>
            <ac:picMk id="34" creationId="{6624EE89-8891-FDAF-F635-E7C0961753BE}"/>
          </ac:picMkLst>
        </pc:picChg>
        <pc:picChg chg="add mod ord">
          <ac:chgData name="Arianna Landoni" userId="3d62cfe4-f381-4d93-8543-db56469c63db" providerId="ADAL" clId="{CFFBD93D-FF3B-48A7-9853-4040ECF23D00}" dt="2025-06-20T08:31:26.529" v="7458"/>
          <ac:picMkLst>
            <pc:docMk/>
            <pc:sldMk cId="2094631855" sldId="528"/>
            <ac:picMk id="36" creationId="{EC60E6B3-CFCA-6055-FB6D-F8DEC590EF27}"/>
          </ac:picMkLst>
        </pc:picChg>
        <pc:picChg chg="add mod ord">
          <ac:chgData name="Arianna Landoni" userId="3d62cfe4-f381-4d93-8543-db56469c63db" providerId="ADAL" clId="{CFFBD93D-FF3B-48A7-9853-4040ECF23D00}" dt="2025-06-20T08:31:26.529" v="7462"/>
          <ac:picMkLst>
            <pc:docMk/>
            <pc:sldMk cId="2094631855" sldId="528"/>
            <ac:picMk id="38" creationId="{7A7EB567-7C0B-42EB-505C-0FEDF62932BF}"/>
          </ac:picMkLst>
        </pc:picChg>
      </pc:sldChg>
      <pc:sldChg chg="addSp delSp modSp add mod ord">
        <pc:chgData name="Arianna Landoni" userId="3d62cfe4-f381-4d93-8543-db56469c63db" providerId="ADAL" clId="{CFFBD93D-FF3B-48A7-9853-4040ECF23D00}" dt="2025-06-20T09:24:31.380" v="8715"/>
        <pc:sldMkLst>
          <pc:docMk/>
          <pc:sldMk cId="2398728999" sldId="529"/>
        </pc:sldMkLst>
        <pc:spChg chg="mod ord">
          <ac:chgData name="Arianna Landoni" userId="3d62cfe4-f381-4d93-8543-db56469c63db" providerId="ADAL" clId="{CFFBD93D-FF3B-48A7-9853-4040ECF23D00}" dt="2025-06-20T08:52:52.200" v="8325"/>
          <ac:spMkLst>
            <pc:docMk/>
            <pc:sldMk cId="2398728999" sldId="529"/>
            <ac:spMk id="3" creationId="{7013171C-BBEB-678C-E8A0-FF02A2172755}"/>
          </ac:spMkLst>
        </pc:spChg>
        <pc:spChg chg="mod ord">
          <ac:chgData name="Arianna Landoni" userId="3d62cfe4-f381-4d93-8543-db56469c63db" providerId="ADAL" clId="{CFFBD93D-FF3B-48A7-9853-4040ECF23D00}" dt="2025-06-20T08:52:52.196" v="8321"/>
          <ac:spMkLst>
            <pc:docMk/>
            <pc:sldMk cId="2398728999" sldId="529"/>
            <ac:spMk id="4" creationId="{304B5C4C-3FD0-2876-A045-65C749BDDB3C}"/>
          </ac:spMkLst>
        </pc:spChg>
        <pc:spChg chg="mod ord">
          <ac:chgData name="Arianna Landoni" userId="3d62cfe4-f381-4d93-8543-db56469c63db" providerId="ADAL" clId="{CFFBD93D-FF3B-48A7-9853-4040ECF23D00}" dt="2025-06-20T08:52:52.198" v="8323"/>
          <ac:spMkLst>
            <pc:docMk/>
            <pc:sldMk cId="2398728999" sldId="529"/>
            <ac:spMk id="6" creationId="{2333FD8C-067B-EC11-BFD4-9357DD142EA8}"/>
          </ac:spMkLst>
        </pc:spChg>
        <pc:spChg chg="mod ord">
          <ac:chgData name="Arianna Landoni" userId="3d62cfe4-f381-4d93-8543-db56469c63db" providerId="ADAL" clId="{CFFBD93D-FF3B-48A7-9853-4040ECF23D00}" dt="2025-06-20T08:52:52.195" v="8319"/>
          <ac:spMkLst>
            <pc:docMk/>
            <pc:sldMk cId="2398728999" sldId="529"/>
            <ac:spMk id="7" creationId="{9BD40431-2F04-46E0-2F1F-A531756410A4}"/>
          </ac:spMkLst>
        </pc:spChg>
        <pc:spChg chg="mod ord">
          <ac:chgData name="Arianna Landoni" userId="3d62cfe4-f381-4d93-8543-db56469c63db" providerId="ADAL" clId="{CFFBD93D-FF3B-48A7-9853-4040ECF23D00}" dt="2025-06-20T08:52:52.201" v="8327"/>
          <ac:spMkLst>
            <pc:docMk/>
            <pc:sldMk cId="2398728999" sldId="529"/>
            <ac:spMk id="12" creationId="{7FD1B73B-FB60-98EC-34D4-D3AF453A41F7}"/>
          </ac:spMkLst>
        </pc:spChg>
        <pc:spChg chg="mod ord">
          <ac:chgData name="Arianna Landoni" userId="3d62cfe4-f381-4d93-8543-db56469c63db" providerId="ADAL" clId="{CFFBD93D-FF3B-48A7-9853-4040ECF23D00}" dt="2025-06-20T08:52:52.202" v="8329"/>
          <ac:spMkLst>
            <pc:docMk/>
            <pc:sldMk cId="2398728999" sldId="529"/>
            <ac:spMk id="13" creationId="{0BB5CB15-E958-411E-19D9-4BFC6F98DFE2}"/>
          </ac:spMkLst>
        </pc:spChg>
        <pc:spChg chg="add del mod ord">
          <ac:chgData name="Arianna Landoni" userId="3d62cfe4-f381-4d93-8543-db56469c63db" providerId="ADAL" clId="{CFFBD93D-FF3B-48A7-9853-4040ECF23D00}" dt="2025-06-20T08:52:52.202" v="8331"/>
          <ac:spMkLst>
            <pc:docMk/>
            <pc:sldMk cId="2398728999" sldId="529"/>
            <ac:spMk id="14" creationId="{1A638E68-5424-29B3-74A2-07288E2326B2}"/>
          </ac:spMkLst>
        </pc:spChg>
        <pc:spChg chg="mod ord">
          <ac:chgData name="Arianna Landoni" userId="3d62cfe4-f381-4d93-8543-db56469c63db" providerId="ADAL" clId="{CFFBD93D-FF3B-48A7-9853-4040ECF23D00}" dt="2025-06-20T08:52:52.202" v="8333"/>
          <ac:spMkLst>
            <pc:docMk/>
            <pc:sldMk cId="2398728999" sldId="529"/>
            <ac:spMk id="15" creationId="{2436EFC7-495B-04D9-4CA5-B5D09CD73996}"/>
          </ac:spMkLst>
        </pc:spChg>
        <pc:spChg chg="mod ord">
          <ac:chgData name="Arianna Landoni" userId="3d62cfe4-f381-4d93-8543-db56469c63db" providerId="ADAL" clId="{CFFBD93D-FF3B-48A7-9853-4040ECF23D00}" dt="2025-06-20T08:52:52.203" v="8335"/>
          <ac:spMkLst>
            <pc:docMk/>
            <pc:sldMk cId="2398728999" sldId="529"/>
            <ac:spMk id="16" creationId="{49B02783-B72E-B826-EEAB-978B3021A2B5}"/>
          </ac:spMkLst>
        </pc:spChg>
        <pc:spChg chg="add mod ord">
          <ac:chgData name="Arianna Landoni" userId="3d62cfe4-f381-4d93-8543-db56469c63db" providerId="ADAL" clId="{CFFBD93D-FF3B-48A7-9853-4040ECF23D00}" dt="2025-06-20T08:53:01.571" v="8393" actId="1035"/>
          <ac:spMkLst>
            <pc:docMk/>
            <pc:sldMk cId="2398728999" sldId="529"/>
            <ac:spMk id="19" creationId="{02549B51-DB25-D70C-B644-0D1A0A461544}"/>
          </ac:spMkLst>
        </pc:spChg>
        <pc:spChg chg="add mod ord">
          <ac:chgData name="Arianna Landoni" userId="3d62cfe4-f381-4d93-8543-db56469c63db" providerId="ADAL" clId="{CFFBD93D-FF3B-48A7-9853-4040ECF23D00}" dt="2025-06-20T08:53:15.227" v="8398" actId="1076"/>
          <ac:spMkLst>
            <pc:docMk/>
            <pc:sldMk cId="2398728999" sldId="529"/>
            <ac:spMk id="31" creationId="{EF5B6719-1293-584D-3BC8-5BE236A0F865}"/>
          </ac:spMkLst>
        </pc:spChg>
        <pc:spChg chg="mod ord">
          <ac:chgData name="Arianna Landoni" userId="3d62cfe4-f381-4d93-8543-db56469c63db" providerId="ADAL" clId="{CFFBD93D-FF3B-48A7-9853-4040ECF23D00}" dt="2025-06-20T08:52:52.205" v="8339"/>
          <ac:spMkLst>
            <pc:docMk/>
            <pc:sldMk cId="2398728999" sldId="529"/>
            <ac:spMk id="35" creationId="{6B5C85D0-FD0C-76DF-F589-D9D23FB62B03}"/>
          </ac:spMkLst>
        </pc:spChg>
        <pc:spChg chg="mod ord">
          <ac:chgData name="Arianna Landoni" userId="3d62cfe4-f381-4d93-8543-db56469c63db" providerId="ADAL" clId="{CFFBD93D-FF3B-48A7-9853-4040ECF23D00}" dt="2025-06-20T08:52:52.207" v="8341"/>
          <ac:spMkLst>
            <pc:docMk/>
            <pc:sldMk cId="2398728999" sldId="529"/>
            <ac:spMk id="39" creationId="{88D6C94F-FAD3-D788-BCE6-367EF1171657}"/>
          </ac:spMkLst>
        </pc:spChg>
        <pc:spChg chg="add mod">
          <ac:chgData name="Arianna Landoni" userId="3d62cfe4-f381-4d93-8543-db56469c63db" providerId="ADAL" clId="{CFFBD93D-FF3B-48A7-9853-4040ECF23D00}" dt="2025-06-20T08:53:50.747" v="8414" actId="1076"/>
          <ac:spMkLst>
            <pc:docMk/>
            <pc:sldMk cId="2398728999" sldId="529"/>
            <ac:spMk id="62" creationId="{D4B833FD-8D4A-13C9-1CBF-73276BA4166A}"/>
          </ac:spMkLst>
        </pc:spChg>
        <pc:spChg chg="add mod">
          <ac:chgData name="Arianna Landoni" userId="3d62cfe4-f381-4d93-8543-db56469c63db" providerId="ADAL" clId="{CFFBD93D-FF3B-48A7-9853-4040ECF23D00}" dt="2025-06-20T08:53:11.098" v="8397" actId="1076"/>
          <ac:spMkLst>
            <pc:docMk/>
            <pc:sldMk cId="2398728999" sldId="529"/>
            <ac:spMk id="63" creationId="{0496DD84-C50A-F782-B025-E4214F8A2284}"/>
          </ac:spMkLst>
        </pc:spChg>
        <pc:spChg chg="add mod">
          <ac:chgData name="Arianna Landoni" userId="3d62cfe4-f381-4d93-8543-db56469c63db" providerId="ADAL" clId="{CFFBD93D-FF3B-48A7-9853-4040ECF23D00}" dt="2025-06-20T08:53:22.564" v="8403" actId="1035"/>
          <ac:spMkLst>
            <pc:docMk/>
            <pc:sldMk cId="2398728999" sldId="529"/>
            <ac:spMk id="64" creationId="{F5E6D218-21E2-384C-4842-478B09A7DFB5}"/>
          </ac:spMkLst>
        </pc:spChg>
        <pc:spChg chg="add mod">
          <ac:chgData name="Arianna Landoni" userId="3d62cfe4-f381-4d93-8543-db56469c63db" providerId="ADAL" clId="{CFFBD93D-FF3B-48A7-9853-4040ECF23D00}" dt="2025-06-20T08:53:31.206" v="8407" actId="1076"/>
          <ac:spMkLst>
            <pc:docMk/>
            <pc:sldMk cId="2398728999" sldId="529"/>
            <ac:spMk id="65" creationId="{35BC8611-BC27-06C6-4D55-63AA0887BC3E}"/>
          </ac:spMkLst>
        </pc:spChg>
        <pc:spChg chg="add mod">
          <ac:chgData name="Arianna Landoni" userId="3d62cfe4-f381-4d93-8543-db56469c63db" providerId="ADAL" clId="{CFFBD93D-FF3B-48A7-9853-4040ECF23D00}" dt="2025-06-20T08:53:42.242" v="8410" actId="14100"/>
          <ac:spMkLst>
            <pc:docMk/>
            <pc:sldMk cId="2398728999" sldId="529"/>
            <ac:spMk id="66" creationId="{7B833315-27CE-454A-BEF3-0D91712AE2C4}"/>
          </ac:spMkLst>
        </pc:spChg>
        <pc:spChg chg="add mod">
          <ac:chgData name="Arianna Landoni" userId="3d62cfe4-f381-4d93-8543-db56469c63db" providerId="ADAL" clId="{CFFBD93D-FF3B-48A7-9853-4040ECF23D00}" dt="2025-06-20T08:53:44.900" v="8413" actId="20577"/>
          <ac:spMkLst>
            <pc:docMk/>
            <pc:sldMk cId="2398728999" sldId="529"/>
            <ac:spMk id="67" creationId="{470771BD-951E-0BE2-BABE-28022C5A7ED4}"/>
          </ac:spMkLst>
        </pc:spChg>
        <pc:spChg chg="add mod">
          <ac:chgData name="Arianna Landoni" userId="3d62cfe4-f381-4d93-8543-db56469c63db" providerId="ADAL" clId="{CFFBD93D-FF3B-48A7-9853-4040ECF23D00}" dt="2025-06-20T08:54:01.679" v="8420" actId="1076"/>
          <ac:spMkLst>
            <pc:docMk/>
            <pc:sldMk cId="2398728999" sldId="529"/>
            <ac:spMk id="68" creationId="{185F704F-5D34-67E8-DBAD-71FC8DBB80AD}"/>
          </ac:spMkLst>
        </pc:spChg>
        <pc:spChg chg="add mod">
          <ac:chgData name="Arianna Landoni" userId="3d62cfe4-f381-4d93-8543-db56469c63db" providerId="ADAL" clId="{CFFBD93D-FF3B-48A7-9853-4040ECF23D00}" dt="2025-06-20T08:56:15.379" v="8461" actId="1076"/>
          <ac:spMkLst>
            <pc:docMk/>
            <pc:sldMk cId="2398728999" sldId="529"/>
            <ac:spMk id="71" creationId="{7623652B-E9E0-CB55-E91E-E7529D31894B}"/>
          </ac:spMkLst>
        </pc:spChg>
        <pc:spChg chg="add mod">
          <ac:chgData name="Arianna Landoni" userId="3d62cfe4-f381-4d93-8543-db56469c63db" providerId="ADAL" clId="{CFFBD93D-FF3B-48A7-9853-4040ECF23D00}" dt="2025-06-20T08:54:18.815" v="8430" actId="1076"/>
          <ac:spMkLst>
            <pc:docMk/>
            <pc:sldMk cId="2398728999" sldId="529"/>
            <ac:spMk id="72" creationId="{61BEAF58-CE5D-76BA-EC56-63A801FBEAB0}"/>
          </ac:spMkLst>
        </pc:spChg>
        <pc:spChg chg="add mod">
          <ac:chgData name="Arianna Landoni" userId="3d62cfe4-f381-4d93-8543-db56469c63db" providerId="ADAL" clId="{CFFBD93D-FF3B-48A7-9853-4040ECF23D00}" dt="2025-06-20T08:54:46.990" v="8438" actId="113"/>
          <ac:spMkLst>
            <pc:docMk/>
            <pc:sldMk cId="2398728999" sldId="529"/>
            <ac:spMk id="74" creationId="{32BBD90F-20C9-71AC-4728-FA0537D1B533}"/>
          </ac:spMkLst>
        </pc:spChg>
        <pc:spChg chg="add mod">
          <ac:chgData name="Arianna Landoni" userId="3d62cfe4-f381-4d93-8543-db56469c63db" providerId="ADAL" clId="{CFFBD93D-FF3B-48A7-9853-4040ECF23D00}" dt="2025-06-20T08:54:54.506" v="8440" actId="1076"/>
          <ac:spMkLst>
            <pc:docMk/>
            <pc:sldMk cId="2398728999" sldId="529"/>
            <ac:spMk id="75" creationId="{BF012160-B659-AD05-ACE3-4D4D7D2C24E8}"/>
          </ac:spMkLst>
        </pc:spChg>
        <pc:spChg chg="add mod">
          <ac:chgData name="Arianna Landoni" userId="3d62cfe4-f381-4d93-8543-db56469c63db" providerId="ADAL" clId="{CFFBD93D-FF3B-48A7-9853-4040ECF23D00}" dt="2025-06-20T08:55:13.533" v="8447" actId="113"/>
          <ac:spMkLst>
            <pc:docMk/>
            <pc:sldMk cId="2398728999" sldId="529"/>
            <ac:spMk id="76" creationId="{E24F4428-FE36-5BDD-5991-29B442545F65}"/>
          </ac:spMkLst>
        </pc:spChg>
        <pc:spChg chg="add mod">
          <ac:chgData name="Arianna Landoni" userId="3d62cfe4-f381-4d93-8543-db56469c63db" providerId="ADAL" clId="{CFFBD93D-FF3B-48A7-9853-4040ECF23D00}" dt="2025-06-20T08:55:28.099" v="8450" actId="20577"/>
          <ac:spMkLst>
            <pc:docMk/>
            <pc:sldMk cId="2398728999" sldId="529"/>
            <ac:spMk id="77" creationId="{254D6697-13E0-6F33-7450-F36FEC14C81F}"/>
          </ac:spMkLst>
        </pc:spChg>
        <pc:spChg chg="add mod">
          <ac:chgData name="Arianna Landoni" userId="3d62cfe4-f381-4d93-8543-db56469c63db" providerId="ADAL" clId="{CFFBD93D-FF3B-48A7-9853-4040ECF23D00}" dt="2025-06-20T08:55:52.927" v="8453" actId="20577"/>
          <ac:spMkLst>
            <pc:docMk/>
            <pc:sldMk cId="2398728999" sldId="529"/>
            <ac:spMk id="78" creationId="{6D0319F2-639F-3A85-8FF6-5F07F0EAD3BA}"/>
          </ac:spMkLst>
        </pc:spChg>
        <pc:spChg chg="add mod">
          <ac:chgData name="Arianna Landoni" userId="3d62cfe4-f381-4d93-8543-db56469c63db" providerId="ADAL" clId="{CFFBD93D-FF3B-48A7-9853-4040ECF23D00}" dt="2025-06-20T08:56:00.103" v="8456" actId="20577"/>
          <ac:spMkLst>
            <pc:docMk/>
            <pc:sldMk cId="2398728999" sldId="529"/>
            <ac:spMk id="79" creationId="{1302FC37-5ACC-8317-FE93-1FAF76AC3BA2}"/>
          </ac:spMkLst>
        </pc:spChg>
        <pc:spChg chg="add mod">
          <ac:chgData name="Arianna Landoni" userId="3d62cfe4-f381-4d93-8543-db56469c63db" providerId="ADAL" clId="{CFFBD93D-FF3B-48A7-9853-4040ECF23D00}" dt="2025-06-20T08:56:09.737" v="8459" actId="20577"/>
          <ac:spMkLst>
            <pc:docMk/>
            <pc:sldMk cId="2398728999" sldId="529"/>
            <ac:spMk id="80" creationId="{A566C000-5977-3E78-94C0-A295F800C826}"/>
          </ac:spMkLst>
        </pc:spChg>
        <pc:graphicFrameChg chg="mod">
          <ac:chgData name="Arianna Landoni" userId="3d62cfe4-f381-4d93-8543-db56469c63db" providerId="ADAL" clId="{CFFBD93D-FF3B-48A7-9853-4040ECF23D00}" dt="2025-06-20T08:52:52.212" v="8353"/>
          <ac:graphicFrameMkLst>
            <pc:docMk/>
            <pc:sldMk cId="2398728999" sldId="529"/>
            <ac:graphicFrameMk id="5" creationId="{C99A14DA-75A7-831C-FE1D-7F41D199F5AA}"/>
          </ac:graphicFrameMkLst>
        </pc:graphicFrameChg>
        <pc:picChg chg="mod ord">
          <ac:chgData name="Arianna Landoni" userId="3d62cfe4-f381-4d93-8543-db56469c63db" providerId="ADAL" clId="{CFFBD93D-FF3B-48A7-9853-4040ECF23D00}" dt="2025-06-20T08:52:52.204" v="8337"/>
          <ac:picMkLst>
            <pc:docMk/>
            <pc:sldMk cId="2398728999" sldId="529"/>
            <ac:picMk id="34" creationId="{75F9FEB0-692F-FD35-2A95-DF9745C2E9E5}"/>
          </ac:picMkLst>
        </pc:picChg>
        <pc:picChg chg="add mod ord">
          <ac:chgData name="Arianna Landoni" userId="3d62cfe4-f381-4d93-8543-db56469c63db" providerId="ADAL" clId="{CFFBD93D-FF3B-48A7-9853-4040ECF23D00}" dt="2025-06-20T08:52:52.208" v="8343"/>
          <ac:picMkLst>
            <pc:docMk/>
            <pc:sldMk cId="2398728999" sldId="529"/>
            <ac:picMk id="42" creationId="{7529AAE7-920F-EE9B-4B6C-63DB65A6FE41}"/>
          </ac:picMkLst>
        </pc:picChg>
        <pc:picChg chg="add mod ord">
          <ac:chgData name="Arianna Landoni" userId="3d62cfe4-f381-4d93-8543-db56469c63db" providerId="ADAL" clId="{CFFBD93D-FF3B-48A7-9853-4040ECF23D00}" dt="2025-06-20T08:53:59.346" v="8419" actId="1076"/>
          <ac:picMkLst>
            <pc:docMk/>
            <pc:sldMk cId="2398728999" sldId="529"/>
            <ac:picMk id="58" creationId="{F8710DF4-E381-63B9-7B22-1C7AB19474E6}"/>
          </ac:picMkLst>
        </pc:picChg>
        <pc:picChg chg="add mod ord">
          <ac:chgData name="Arianna Landoni" userId="3d62cfe4-f381-4d93-8543-db56469c63db" providerId="ADAL" clId="{CFFBD93D-FF3B-48A7-9853-4040ECF23D00}" dt="2025-06-20T08:52:52.210" v="8347"/>
          <ac:picMkLst>
            <pc:docMk/>
            <pc:sldMk cId="2398728999" sldId="529"/>
            <ac:picMk id="61" creationId="{A95F0A81-C9B6-266F-0275-B50797BBE793}"/>
          </ac:picMkLst>
        </pc:picChg>
      </pc:sldChg>
      <pc:sldChg chg="addSp delSp modSp add del mod">
        <pc:chgData name="Arianna Landoni" userId="3d62cfe4-f381-4d93-8543-db56469c63db" providerId="ADAL" clId="{CFFBD93D-FF3B-48A7-9853-4040ECF23D00}" dt="2025-06-20T08:34:03.904" v="7669" actId="2890"/>
        <pc:sldMkLst>
          <pc:docMk/>
          <pc:sldMk cId="3343283111" sldId="529"/>
        </pc:sldMkLst>
      </pc:sldChg>
      <pc:sldChg chg="modSp add mod ord">
        <pc:chgData name="Arianna Landoni" userId="3d62cfe4-f381-4d93-8543-db56469c63db" providerId="ADAL" clId="{CFFBD93D-FF3B-48A7-9853-4040ECF23D00}" dt="2025-06-20T15:04:42.014" v="14590"/>
        <pc:sldMkLst>
          <pc:docMk/>
          <pc:sldMk cId="3723097843" sldId="530"/>
        </pc:sldMkLst>
        <pc:spChg chg="mod">
          <ac:chgData name="Arianna Landoni" userId="3d62cfe4-f381-4d93-8543-db56469c63db" providerId="ADAL" clId="{CFFBD93D-FF3B-48A7-9853-4040ECF23D00}" dt="2025-06-20T15:04:42.014" v="14590"/>
          <ac:spMkLst>
            <pc:docMk/>
            <pc:sldMk cId="3723097843" sldId="530"/>
            <ac:spMk id="5" creationId="{DFB00FB5-1D92-693A-1B6C-5D9C6E588492}"/>
          </ac:spMkLst>
        </pc:spChg>
      </pc:sldChg>
      <pc:sldChg chg="add del">
        <pc:chgData name="Arianna Landoni" userId="3d62cfe4-f381-4d93-8543-db56469c63db" providerId="ADAL" clId="{CFFBD93D-FF3B-48A7-9853-4040ECF23D00}" dt="2025-06-20T08:56:26.023" v="8464"/>
        <pc:sldMkLst>
          <pc:docMk/>
          <pc:sldMk cId="207099968" sldId="531"/>
        </pc:sldMkLst>
      </pc:sldChg>
      <pc:sldChg chg="addSp delSp modSp add mod ord">
        <pc:chgData name="Arianna Landoni" userId="3d62cfe4-f381-4d93-8543-db56469c63db" providerId="ADAL" clId="{CFFBD93D-FF3B-48A7-9853-4040ECF23D00}" dt="2025-06-30T08:55:18.297" v="14774" actId="6549"/>
        <pc:sldMkLst>
          <pc:docMk/>
          <pc:sldMk cId="3696700250" sldId="531"/>
        </pc:sldMkLst>
        <pc:spChg chg="mod">
          <ac:chgData name="Arianna Landoni" userId="3d62cfe4-f381-4d93-8543-db56469c63db" providerId="ADAL" clId="{CFFBD93D-FF3B-48A7-9853-4040ECF23D00}" dt="2025-06-20T13:16:45.026" v="9503" actId="948"/>
          <ac:spMkLst>
            <pc:docMk/>
            <pc:sldMk cId="3696700250" sldId="531"/>
            <ac:spMk id="7" creationId="{6DD5FF9C-52A8-2FEE-4B13-65700BE3FD07}"/>
          </ac:spMkLst>
        </pc:spChg>
        <pc:spChg chg="add del mod">
          <ac:chgData name="Arianna Landoni" userId="3d62cfe4-f381-4d93-8543-db56469c63db" providerId="ADAL" clId="{CFFBD93D-FF3B-48A7-9853-4040ECF23D00}" dt="2025-06-30T08:55:18.297" v="14774" actId="6549"/>
          <ac:spMkLst>
            <pc:docMk/>
            <pc:sldMk cId="3696700250" sldId="531"/>
            <ac:spMk id="15" creationId="{3974C44A-9E79-FC25-EF28-773A77865BED}"/>
          </ac:spMkLst>
        </pc:spChg>
        <pc:spChg chg="add mod">
          <ac:chgData name="Arianna Landoni" userId="3d62cfe4-f381-4d93-8543-db56469c63db" providerId="ADAL" clId="{CFFBD93D-FF3B-48A7-9853-4040ECF23D00}" dt="2025-06-20T10:36:00.811" v="9134" actId="1076"/>
          <ac:spMkLst>
            <pc:docMk/>
            <pc:sldMk cId="3696700250" sldId="531"/>
            <ac:spMk id="27" creationId="{FFD6C672-36E5-461A-E47F-C432C555BE60}"/>
          </ac:spMkLst>
        </pc:spChg>
        <pc:spChg chg="add mod">
          <ac:chgData name="Arianna Landoni" userId="3d62cfe4-f381-4d93-8543-db56469c63db" providerId="ADAL" clId="{CFFBD93D-FF3B-48A7-9853-4040ECF23D00}" dt="2025-06-20T10:36:02.931" v="9135" actId="1076"/>
          <ac:spMkLst>
            <pc:docMk/>
            <pc:sldMk cId="3696700250" sldId="531"/>
            <ac:spMk id="28" creationId="{B468DCDD-F95B-CBE0-F379-2FEE9B6A2133}"/>
          </ac:spMkLst>
        </pc:spChg>
        <pc:spChg chg="add mod">
          <ac:chgData name="Arianna Landoni" userId="3d62cfe4-f381-4d93-8543-db56469c63db" providerId="ADAL" clId="{CFFBD93D-FF3B-48A7-9853-4040ECF23D00}" dt="2025-06-20T10:36:04.615" v="9136" actId="1076"/>
          <ac:spMkLst>
            <pc:docMk/>
            <pc:sldMk cId="3696700250" sldId="531"/>
            <ac:spMk id="31" creationId="{16D4BA15-1BD8-6CEA-2AF2-B5C1328CDEC4}"/>
          </ac:spMkLst>
        </pc:spChg>
        <pc:spChg chg="add mod">
          <ac:chgData name="Arianna Landoni" userId="3d62cfe4-f381-4d93-8543-db56469c63db" providerId="ADAL" clId="{CFFBD93D-FF3B-48A7-9853-4040ECF23D00}" dt="2025-06-20T10:34:19.385" v="9091"/>
          <ac:spMkLst>
            <pc:docMk/>
            <pc:sldMk cId="3696700250" sldId="531"/>
            <ac:spMk id="32" creationId="{7CC258C5-54A9-C724-0DB4-9E183A3CE7A0}"/>
          </ac:spMkLst>
        </pc:spChg>
        <pc:spChg chg="mod">
          <ac:chgData name="Arianna Landoni" userId="3d62cfe4-f381-4d93-8543-db56469c63db" providerId="ADAL" clId="{CFFBD93D-FF3B-48A7-9853-4040ECF23D00}" dt="2025-06-20T08:56:55.058" v="8506" actId="207"/>
          <ac:spMkLst>
            <pc:docMk/>
            <pc:sldMk cId="3696700250" sldId="531"/>
            <ac:spMk id="35" creationId="{A10C922C-A2EE-0AED-28CA-12679CC67A70}"/>
          </ac:spMkLst>
        </pc:spChg>
        <pc:spChg chg="add mod">
          <ac:chgData name="Arianna Landoni" userId="3d62cfe4-f381-4d93-8543-db56469c63db" providerId="ADAL" clId="{CFFBD93D-FF3B-48A7-9853-4040ECF23D00}" dt="2025-06-20T10:34:19.385" v="9091"/>
          <ac:spMkLst>
            <pc:docMk/>
            <pc:sldMk cId="3696700250" sldId="531"/>
            <ac:spMk id="36" creationId="{9E64391C-35EB-D084-49DC-8CC26D16CE16}"/>
          </ac:spMkLst>
        </pc:spChg>
        <pc:spChg chg="add mod">
          <ac:chgData name="Arianna Landoni" userId="3d62cfe4-f381-4d93-8543-db56469c63db" providerId="ADAL" clId="{CFFBD93D-FF3B-48A7-9853-4040ECF23D00}" dt="2025-06-20T10:34:24.432" v="9092" actId="1076"/>
          <ac:spMkLst>
            <pc:docMk/>
            <pc:sldMk cId="3696700250" sldId="531"/>
            <ac:spMk id="37" creationId="{A8D07269-933F-5F09-E630-5281B2A67164}"/>
          </ac:spMkLst>
        </pc:spChg>
        <pc:spChg chg="add mod">
          <ac:chgData name="Arianna Landoni" userId="3d62cfe4-f381-4d93-8543-db56469c63db" providerId="ADAL" clId="{CFFBD93D-FF3B-48A7-9853-4040ECF23D00}" dt="2025-06-20T10:34:19.385" v="9091"/>
          <ac:spMkLst>
            <pc:docMk/>
            <pc:sldMk cId="3696700250" sldId="531"/>
            <ac:spMk id="38" creationId="{5CB66A07-C498-1ADE-B03C-24936A1BAF63}"/>
          </ac:spMkLst>
        </pc:spChg>
        <pc:spChg chg="add mod">
          <ac:chgData name="Arianna Landoni" userId="3d62cfe4-f381-4d93-8543-db56469c63db" providerId="ADAL" clId="{CFFBD93D-FF3B-48A7-9853-4040ECF23D00}" dt="2025-06-20T10:34:19.385" v="9091"/>
          <ac:spMkLst>
            <pc:docMk/>
            <pc:sldMk cId="3696700250" sldId="531"/>
            <ac:spMk id="39" creationId="{7CC4630D-4D4D-A6AF-F306-9F864FA6A5FB}"/>
          </ac:spMkLst>
        </pc:spChg>
        <pc:spChg chg="add mod">
          <ac:chgData name="Arianna Landoni" userId="3d62cfe4-f381-4d93-8543-db56469c63db" providerId="ADAL" clId="{CFFBD93D-FF3B-48A7-9853-4040ECF23D00}" dt="2025-06-20T10:34:48.977" v="9101" actId="1076"/>
          <ac:spMkLst>
            <pc:docMk/>
            <pc:sldMk cId="3696700250" sldId="531"/>
            <ac:spMk id="40" creationId="{BF83CB6B-1ABB-11CA-46A4-ED92A528D1B3}"/>
          </ac:spMkLst>
        </pc:spChg>
        <pc:spChg chg="add mod">
          <ac:chgData name="Arianna Landoni" userId="3d62cfe4-f381-4d93-8543-db56469c63db" providerId="ADAL" clId="{CFFBD93D-FF3B-48A7-9853-4040ECF23D00}" dt="2025-06-20T10:34:33.431" v="9094" actId="1076"/>
          <ac:spMkLst>
            <pc:docMk/>
            <pc:sldMk cId="3696700250" sldId="531"/>
            <ac:spMk id="41" creationId="{9D00B9E6-1B2B-86A9-66F3-514E93F07EF0}"/>
          </ac:spMkLst>
        </pc:spChg>
        <pc:spChg chg="add mod">
          <ac:chgData name="Arianna Landoni" userId="3d62cfe4-f381-4d93-8543-db56469c63db" providerId="ADAL" clId="{CFFBD93D-FF3B-48A7-9853-4040ECF23D00}" dt="2025-06-20T10:35:28.303" v="9118" actId="1076"/>
          <ac:spMkLst>
            <pc:docMk/>
            <pc:sldMk cId="3696700250" sldId="531"/>
            <ac:spMk id="44" creationId="{E66AA239-066B-F74F-2219-980A79C8DE32}"/>
          </ac:spMkLst>
        </pc:spChg>
        <pc:spChg chg="add mod">
          <ac:chgData name="Arianna Landoni" userId="3d62cfe4-f381-4d93-8543-db56469c63db" providerId="ADAL" clId="{CFFBD93D-FF3B-48A7-9853-4040ECF23D00}" dt="2025-06-20T10:35:36.646" v="9122" actId="20577"/>
          <ac:spMkLst>
            <pc:docMk/>
            <pc:sldMk cId="3696700250" sldId="531"/>
            <ac:spMk id="45" creationId="{56844DDF-5BD5-D66D-D625-F08A9D669AAE}"/>
          </ac:spMkLst>
        </pc:spChg>
        <pc:spChg chg="add mod">
          <ac:chgData name="Arianna Landoni" userId="3d62cfe4-f381-4d93-8543-db56469c63db" providerId="ADAL" clId="{CFFBD93D-FF3B-48A7-9853-4040ECF23D00}" dt="2025-06-20T10:35:42.171" v="9125" actId="20577"/>
          <ac:spMkLst>
            <pc:docMk/>
            <pc:sldMk cId="3696700250" sldId="531"/>
            <ac:spMk id="46" creationId="{0B2907EC-41B2-1677-7E67-1BD92E43FAD2}"/>
          </ac:spMkLst>
        </pc:spChg>
        <pc:spChg chg="add mod">
          <ac:chgData name="Arianna Landoni" userId="3d62cfe4-f381-4d93-8543-db56469c63db" providerId="ADAL" clId="{CFFBD93D-FF3B-48A7-9853-4040ECF23D00}" dt="2025-06-20T13:04:35.816" v="9239" actId="14100"/>
          <ac:spMkLst>
            <pc:docMk/>
            <pc:sldMk cId="3696700250" sldId="531"/>
            <ac:spMk id="47" creationId="{6F802276-D8F9-579C-9A0C-ED6CEDBDA2A5}"/>
          </ac:spMkLst>
        </pc:spChg>
        <pc:graphicFrameChg chg="mod">
          <ac:chgData name="Arianna Landoni" userId="3d62cfe4-f381-4d93-8543-db56469c63db" providerId="ADAL" clId="{CFFBD93D-FF3B-48A7-9853-4040ECF23D00}" dt="2025-06-20T13:16:45.070" v="9534"/>
          <ac:graphicFrameMkLst>
            <pc:docMk/>
            <pc:sldMk cId="3696700250" sldId="531"/>
            <ac:graphicFrameMk id="5" creationId="{0D80C86C-5EFB-3434-7F09-62CE0E8B1EF7}"/>
          </ac:graphicFrameMkLst>
        </pc:graphicFrameChg>
        <pc:picChg chg="add mod">
          <ac:chgData name="Arianna Landoni" userId="3d62cfe4-f381-4d93-8543-db56469c63db" providerId="ADAL" clId="{CFFBD93D-FF3B-48A7-9853-4040ECF23D00}" dt="2025-06-20T09:04:04.585" v="8518" actId="1076"/>
          <ac:picMkLst>
            <pc:docMk/>
            <pc:sldMk cId="3696700250" sldId="531"/>
            <ac:picMk id="10" creationId="{8F073A91-72D0-5E0B-840E-20A6AFDDD26E}"/>
          </ac:picMkLst>
        </pc:picChg>
        <pc:picChg chg="add mod">
          <ac:chgData name="Arianna Landoni" userId="3d62cfe4-f381-4d93-8543-db56469c63db" providerId="ADAL" clId="{CFFBD93D-FF3B-48A7-9853-4040ECF23D00}" dt="2025-06-20T09:04:09.622" v="8519" actId="1076"/>
          <ac:picMkLst>
            <pc:docMk/>
            <pc:sldMk cId="3696700250" sldId="531"/>
            <ac:picMk id="17" creationId="{277E1425-1E0B-E70E-D0DD-1E6957F9B2B7}"/>
          </ac:picMkLst>
        </pc:picChg>
        <pc:picChg chg="add mod">
          <ac:chgData name="Arianna Landoni" userId="3d62cfe4-f381-4d93-8543-db56469c63db" providerId="ADAL" clId="{CFFBD93D-FF3B-48A7-9853-4040ECF23D00}" dt="2025-06-20T10:23:18.235" v="9069" actId="1076"/>
          <ac:picMkLst>
            <pc:docMk/>
            <pc:sldMk cId="3696700250" sldId="531"/>
            <ac:picMk id="24" creationId="{F7D30C2F-E5B4-80E4-CC4F-BCD3A9AC74CD}"/>
          </ac:picMkLst>
        </pc:picChg>
        <pc:picChg chg="mod">
          <ac:chgData name="Arianna Landoni" userId="3d62cfe4-f381-4d93-8543-db56469c63db" providerId="ADAL" clId="{CFFBD93D-FF3B-48A7-9853-4040ECF23D00}" dt="2025-06-20T08:56:52.611" v="8505" actId="207"/>
          <ac:picMkLst>
            <pc:docMk/>
            <pc:sldMk cId="3696700250" sldId="531"/>
            <ac:picMk id="34" creationId="{BE5AD2F5-BB9F-2C8F-1302-305DA547E3C3}"/>
          </ac:picMkLst>
        </pc:picChg>
      </pc:sldChg>
      <pc:sldChg chg="addSp delSp modSp new mod setBg">
        <pc:chgData name="Arianna Landoni" userId="3d62cfe4-f381-4d93-8543-db56469c63db" providerId="ADAL" clId="{CFFBD93D-FF3B-48A7-9853-4040ECF23D00}" dt="2025-06-20T09:32:20.083" v="9040" actId="1076"/>
        <pc:sldMkLst>
          <pc:docMk/>
          <pc:sldMk cId="1482477983" sldId="532"/>
        </pc:sldMkLst>
        <pc:spChg chg="mod">
          <ac:chgData name="Arianna Landoni" userId="3d62cfe4-f381-4d93-8543-db56469c63db" providerId="ADAL" clId="{CFFBD93D-FF3B-48A7-9853-4040ECF23D00}" dt="2025-06-20T09:25:49.858" v="8949" actId="948"/>
          <ac:spMkLst>
            <pc:docMk/>
            <pc:sldMk cId="1482477983" sldId="532"/>
            <ac:spMk id="2" creationId="{54EBA51D-DC5D-61D9-FD93-ED6D84858AF0}"/>
          </ac:spMkLst>
        </pc:spChg>
        <pc:spChg chg="mod">
          <ac:chgData name="Arianna Landoni" userId="3d62cfe4-f381-4d93-8543-db56469c63db" providerId="ADAL" clId="{CFFBD93D-FF3B-48A7-9853-4040ECF23D00}" dt="2025-06-20T09:22:12.180" v="8679" actId="20577"/>
          <ac:spMkLst>
            <pc:docMk/>
            <pc:sldMk cId="1482477983" sldId="532"/>
            <ac:spMk id="5" creationId="{451A9028-F64A-8D0E-E81D-15D32F3C13E2}"/>
          </ac:spMkLst>
        </pc:spChg>
        <pc:spChg chg="add mod">
          <ac:chgData name="Arianna Landoni" userId="3d62cfe4-f381-4d93-8543-db56469c63db" providerId="ADAL" clId="{CFFBD93D-FF3B-48A7-9853-4040ECF23D00}" dt="2025-06-20T09:32:20.083" v="9040" actId="1076"/>
          <ac:spMkLst>
            <pc:docMk/>
            <pc:sldMk cId="1482477983" sldId="532"/>
            <ac:spMk id="7" creationId="{A5E70A54-C7C7-DB29-1D11-E0F6FE21C816}"/>
          </ac:spMkLst>
        </pc:spChg>
        <pc:spChg chg="add mod">
          <ac:chgData name="Arianna Landoni" userId="3d62cfe4-f381-4d93-8543-db56469c63db" providerId="ADAL" clId="{CFFBD93D-FF3B-48A7-9853-4040ECF23D00}" dt="2025-06-20T09:32:20.083" v="9040" actId="1076"/>
          <ac:spMkLst>
            <pc:docMk/>
            <pc:sldMk cId="1482477983" sldId="532"/>
            <ac:spMk id="8" creationId="{BA60DCAB-3F50-B32B-BC9C-0C062A69D44A}"/>
          </ac:spMkLst>
        </pc:spChg>
        <pc:spChg chg="add mod">
          <ac:chgData name="Arianna Landoni" userId="3d62cfe4-f381-4d93-8543-db56469c63db" providerId="ADAL" clId="{CFFBD93D-FF3B-48A7-9853-4040ECF23D00}" dt="2025-06-20T09:32:20.083" v="9040" actId="1076"/>
          <ac:spMkLst>
            <pc:docMk/>
            <pc:sldMk cId="1482477983" sldId="532"/>
            <ac:spMk id="9" creationId="{163D0802-93C5-C397-92D6-B8FDEF18683F}"/>
          </ac:spMkLst>
        </pc:spChg>
        <pc:graphicFrameChg chg="add mod ord modVis">
          <ac:chgData name="Arianna Landoni" userId="3d62cfe4-f381-4d93-8543-db56469c63db" providerId="ADAL" clId="{CFFBD93D-FF3B-48A7-9853-4040ECF23D00}" dt="2025-06-20T09:25:49.891" v="8973"/>
          <ac:graphicFrameMkLst>
            <pc:docMk/>
            <pc:sldMk cId="1482477983" sldId="532"/>
            <ac:graphicFrameMk id="10" creationId="{DF4EE17E-57A0-175B-9756-553405D874B1}"/>
          </ac:graphicFrameMkLst>
        </pc:graphicFrameChg>
      </pc:sldChg>
      <pc:sldChg chg="addSp delSp modSp add mod">
        <pc:chgData name="Arianna Landoni" userId="3d62cfe4-f381-4d93-8543-db56469c63db" providerId="ADAL" clId="{CFFBD93D-FF3B-48A7-9853-4040ECF23D00}" dt="2025-06-20T13:16:51.843" v="9603" actId="478"/>
        <pc:sldMkLst>
          <pc:docMk/>
          <pc:sldMk cId="2107132437" sldId="533"/>
        </pc:sldMkLst>
        <pc:spChg chg="mod">
          <ac:chgData name="Arianna Landoni" userId="3d62cfe4-f381-4d93-8543-db56469c63db" providerId="ADAL" clId="{CFFBD93D-FF3B-48A7-9853-4040ECF23D00}" dt="2025-06-20T13:16:49.310" v="9571" actId="948"/>
          <ac:spMkLst>
            <pc:docMk/>
            <pc:sldMk cId="2107132437" sldId="533"/>
            <ac:spMk id="7" creationId="{BECBAFA9-98C9-89FD-773F-80B92696963E}"/>
          </ac:spMkLst>
        </pc:spChg>
        <pc:spChg chg="mod">
          <ac:chgData name="Arianna Landoni" userId="3d62cfe4-f381-4d93-8543-db56469c63db" providerId="ADAL" clId="{CFFBD93D-FF3B-48A7-9853-4040ECF23D00}" dt="2025-06-20T12:43:47.386" v="9140" actId="1076"/>
          <ac:spMkLst>
            <pc:docMk/>
            <pc:sldMk cId="2107132437" sldId="533"/>
            <ac:spMk id="14" creationId="{AAB87EB7-1130-6D6D-C31F-960F886CF072}"/>
          </ac:spMkLst>
        </pc:spChg>
        <pc:spChg chg="add mod">
          <ac:chgData name="Arianna Landoni" userId="3d62cfe4-f381-4d93-8543-db56469c63db" providerId="ADAL" clId="{CFFBD93D-FF3B-48A7-9853-4040ECF23D00}" dt="2025-06-20T13:02:19.127" v="9208" actId="2085"/>
          <ac:spMkLst>
            <pc:docMk/>
            <pc:sldMk cId="2107132437" sldId="533"/>
            <ac:spMk id="47" creationId="{7C656045-C37A-1F49-AFB6-C2FB7FE8D2B5}"/>
          </ac:spMkLst>
        </pc:spChg>
        <pc:spChg chg="add mod">
          <ac:chgData name="Arianna Landoni" userId="3d62cfe4-f381-4d93-8543-db56469c63db" providerId="ADAL" clId="{CFFBD93D-FF3B-48A7-9853-4040ECF23D00}" dt="2025-06-20T13:11:32.394" v="9409" actId="20577"/>
          <ac:spMkLst>
            <pc:docMk/>
            <pc:sldMk cId="2107132437" sldId="533"/>
            <ac:spMk id="49" creationId="{3D850ABE-E0B8-D97B-CC01-E7854C604036}"/>
          </ac:spMkLst>
        </pc:spChg>
        <pc:spChg chg="add mod">
          <ac:chgData name="Arianna Landoni" userId="3d62cfe4-f381-4d93-8543-db56469c63db" providerId="ADAL" clId="{CFFBD93D-FF3B-48A7-9853-4040ECF23D00}" dt="2025-06-20T13:03:55.080" v="9236"/>
          <ac:spMkLst>
            <pc:docMk/>
            <pc:sldMk cId="2107132437" sldId="533"/>
            <ac:spMk id="50" creationId="{7ECE3ECE-6387-3B9F-71F6-40BDF7E5418A}"/>
          </ac:spMkLst>
        </pc:spChg>
        <pc:spChg chg="add mod">
          <ac:chgData name="Arianna Landoni" userId="3d62cfe4-f381-4d93-8543-db56469c63db" providerId="ADAL" clId="{CFFBD93D-FF3B-48A7-9853-4040ECF23D00}" dt="2025-06-20T13:03:55.080" v="9236"/>
          <ac:spMkLst>
            <pc:docMk/>
            <pc:sldMk cId="2107132437" sldId="533"/>
            <ac:spMk id="51" creationId="{33E90CA7-C921-59CD-8CC8-FB576D9E556A}"/>
          </ac:spMkLst>
        </pc:spChg>
        <pc:spChg chg="add mod">
          <ac:chgData name="Arianna Landoni" userId="3d62cfe4-f381-4d93-8543-db56469c63db" providerId="ADAL" clId="{CFFBD93D-FF3B-48A7-9853-4040ECF23D00}" dt="2025-06-20T13:11:35.744" v="9412" actId="20577"/>
          <ac:spMkLst>
            <pc:docMk/>
            <pc:sldMk cId="2107132437" sldId="533"/>
            <ac:spMk id="52" creationId="{E6361331-1A91-C663-1D53-DA0043B0B882}"/>
          </ac:spMkLst>
        </pc:spChg>
        <pc:spChg chg="add mod">
          <ac:chgData name="Arianna Landoni" userId="3d62cfe4-f381-4d93-8543-db56469c63db" providerId="ADAL" clId="{CFFBD93D-FF3B-48A7-9853-4040ECF23D00}" dt="2025-06-20T13:03:55.080" v="9236"/>
          <ac:spMkLst>
            <pc:docMk/>
            <pc:sldMk cId="2107132437" sldId="533"/>
            <ac:spMk id="53" creationId="{64FA8F2E-1DB4-A2D7-2C17-FB737B4C1958}"/>
          </ac:spMkLst>
        </pc:spChg>
        <pc:spChg chg="add mod">
          <ac:chgData name="Arianna Landoni" userId="3d62cfe4-f381-4d93-8543-db56469c63db" providerId="ADAL" clId="{CFFBD93D-FF3B-48A7-9853-4040ECF23D00}" dt="2025-06-20T13:03:55.080" v="9236"/>
          <ac:spMkLst>
            <pc:docMk/>
            <pc:sldMk cId="2107132437" sldId="533"/>
            <ac:spMk id="54" creationId="{AA6B529E-E6A7-BE68-0D26-853CD59AFDE2}"/>
          </ac:spMkLst>
        </pc:spChg>
        <pc:spChg chg="add mod">
          <ac:chgData name="Arianna Landoni" userId="3d62cfe4-f381-4d93-8543-db56469c63db" providerId="ADAL" clId="{CFFBD93D-FF3B-48A7-9853-4040ECF23D00}" dt="2025-06-20T13:03:55.080" v="9236"/>
          <ac:spMkLst>
            <pc:docMk/>
            <pc:sldMk cId="2107132437" sldId="533"/>
            <ac:spMk id="55" creationId="{591D494A-9B9C-CB6E-E2AE-26ED907A857C}"/>
          </ac:spMkLst>
        </pc:spChg>
        <pc:spChg chg="add mod">
          <ac:chgData name="Arianna Landoni" userId="3d62cfe4-f381-4d93-8543-db56469c63db" providerId="ADAL" clId="{CFFBD93D-FF3B-48A7-9853-4040ECF23D00}" dt="2025-06-20T13:03:55.080" v="9236"/>
          <ac:spMkLst>
            <pc:docMk/>
            <pc:sldMk cId="2107132437" sldId="533"/>
            <ac:spMk id="56" creationId="{8AB648BE-B34F-95E9-8F74-FC43F5DC8E1C}"/>
          </ac:spMkLst>
        </pc:spChg>
        <pc:spChg chg="add mod">
          <ac:chgData name="Arianna Landoni" userId="3d62cfe4-f381-4d93-8543-db56469c63db" providerId="ADAL" clId="{CFFBD93D-FF3B-48A7-9853-4040ECF23D00}" dt="2025-06-20T13:07:54.630" v="9361" actId="1076"/>
          <ac:spMkLst>
            <pc:docMk/>
            <pc:sldMk cId="2107132437" sldId="533"/>
            <ac:spMk id="57" creationId="{D7E8C6D2-5611-6311-CDFD-CE48C97817D6}"/>
          </ac:spMkLst>
        </pc:spChg>
        <pc:spChg chg="add mod">
          <ac:chgData name="Arianna Landoni" userId="3d62cfe4-f381-4d93-8543-db56469c63db" providerId="ADAL" clId="{CFFBD93D-FF3B-48A7-9853-4040ECF23D00}" dt="2025-06-20T13:06:45.523" v="9284" actId="14100"/>
          <ac:spMkLst>
            <pc:docMk/>
            <pc:sldMk cId="2107132437" sldId="533"/>
            <ac:spMk id="58" creationId="{F357276F-90F7-20FF-2EDD-92C1CC138691}"/>
          </ac:spMkLst>
        </pc:spChg>
        <pc:spChg chg="add mod">
          <ac:chgData name="Arianna Landoni" userId="3d62cfe4-f381-4d93-8543-db56469c63db" providerId="ADAL" clId="{CFFBD93D-FF3B-48A7-9853-4040ECF23D00}" dt="2025-06-20T13:06:38.701" v="9282" actId="14100"/>
          <ac:spMkLst>
            <pc:docMk/>
            <pc:sldMk cId="2107132437" sldId="533"/>
            <ac:spMk id="59" creationId="{CC1D3449-7801-7822-4A12-EC53BE362DFF}"/>
          </ac:spMkLst>
        </pc:spChg>
        <pc:spChg chg="add mod">
          <ac:chgData name="Arianna Landoni" userId="3d62cfe4-f381-4d93-8543-db56469c63db" providerId="ADAL" clId="{CFFBD93D-FF3B-48A7-9853-4040ECF23D00}" dt="2025-06-20T13:06:59.864" v="9288" actId="14100"/>
          <ac:spMkLst>
            <pc:docMk/>
            <pc:sldMk cId="2107132437" sldId="533"/>
            <ac:spMk id="60" creationId="{0492B333-3420-7C3F-0628-6CFA929686A5}"/>
          </ac:spMkLst>
        </pc:spChg>
        <pc:spChg chg="add mod">
          <ac:chgData name="Arianna Landoni" userId="3d62cfe4-f381-4d93-8543-db56469c63db" providerId="ADAL" clId="{CFFBD93D-FF3B-48A7-9853-4040ECF23D00}" dt="2025-06-20T13:07:19.646" v="9348" actId="14100"/>
          <ac:spMkLst>
            <pc:docMk/>
            <pc:sldMk cId="2107132437" sldId="533"/>
            <ac:spMk id="61" creationId="{2F778692-509F-0CE1-0ECC-30A4A2F1FA0B}"/>
          </ac:spMkLst>
        </pc:spChg>
        <pc:spChg chg="add mod">
          <ac:chgData name="Arianna Landoni" userId="3d62cfe4-f381-4d93-8543-db56469c63db" providerId="ADAL" clId="{CFFBD93D-FF3B-48A7-9853-4040ECF23D00}" dt="2025-06-20T13:07:21.684" v="9349" actId="20577"/>
          <ac:spMkLst>
            <pc:docMk/>
            <pc:sldMk cId="2107132437" sldId="533"/>
            <ac:spMk id="62" creationId="{24A5C360-AF50-2B87-CDEF-2BF9FE36BD3E}"/>
          </ac:spMkLst>
        </pc:spChg>
        <pc:spChg chg="add mod">
          <ac:chgData name="Arianna Landoni" userId="3d62cfe4-f381-4d93-8543-db56469c63db" providerId="ADAL" clId="{CFFBD93D-FF3B-48A7-9853-4040ECF23D00}" dt="2025-06-20T13:07:27.470" v="9351" actId="1076"/>
          <ac:spMkLst>
            <pc:docMk/>
            <pc:sldMk cId="2107132437" sldId="533"/>
            <ac:spMk id="63" creationId="{3372386F-F55B-7AD7-2629-7A7B2817F6DE}"/>
          </ac:spMkLst>
        </pc:spChg>
        <pc:spChg chg="add mod">
          <ac:chgData name="Arianna Landoni" userId="3d62cfe4-f381-4d93-8543-db56469c63db" providerId="ADAL" clId="{CFFBD93D-FF3B-48A7-9853-4040ECF23D00}" dt="2025-06-20T13:07:29.957" v="9352" actId="20577"/>
          <ac:spMkLst>
            <pc:docMk/>
            <pc:sldMk cId="2107132437" sldId="533"/>
            <ac:spMk id="64" creationId="{3A8D65E8-A922-DADD-10CE-1005CA5DBA67}"/>
          </ac:spMkLst>
        </pc:spChg>
        <pc:spChg chg="add mod">
          <ac:chgData name="Arianna Landoni" userId="3d62cfe4-f381-4d93-8543-db56469c63db" providerId="ADAL" clId="{CFFBD93D-FF3B-48A7-9853-4040ECF23D00}" dt="2025-06-20T13:07:36.288" v="9355" actId="14100"/>
          <ac:spMkLst>
            <pc:docMk/>
            <pc:sldMk cId="2107132437" sldId="533"/>
            <ac:spMk id="65" creationId="{3A06E710-6686-751A-9B1E-D469C477B6FA}"/>
          </ac:spMkLst>
        </pc:spChg>
        <pc:spChg chg="add mod">
          <ac:chgData name="Arianna Landoni" userId="3d62cfe4-f381-4d93-8543-db56469c63db" providerId="ADAL" clId="{CFFBD93D-FF3B-48A7-9853-4040ECF23D00}" dt="2025-06-20T13:07:45.518" v="9359" actId="20577"/>
          <ac:spMkLst>
            <pc:docMk/>
            <pc:sldMk cId="2107132437" sldId="533"/>
            <ac:spMk id="66" creationId="{71BED4C9-A528-6940-6F35-7152119C865F}"/>
          </ac:spMkLst>
        </pc:spChg>
        <pc:graphicFrameChg chg="mod">
          <ac:chgData name="Arianna Landoni" userId="3d62cfe4-f381-4d93-8543-db56469c63db" providerId="ADAL" clId="{CFFBD93D-FF3B-48A7-9853-4040ECF23D00}" dt="2025-06-20T13:16:49.360" v="9602"/>
          <ac:graphicFrameMkLst>
            <pc:docMk/>
            <pc:sldMk cId="2107132437" sldId="533"/>
            <ac:graphicFrameMk id="5" creationId="{66141198-3197-E902-CA8F-0ECB9D49C1F6}"/>
          </ac:graphicFrameMkLst>
        </pc:graphicFrameChg>
        <pc:picChg chg="add mod">
          <ac:chgData name="Arianna Landoni" userId="3d62cfe4-f381-4d93-8543-db56469c63db" providerId="ADAL" clId="{CFFBD93D-FF3B-48A7-9853-4040ECF23D00}" dt="2025-06-20T13:06:22.107" v="9278" actId="14100"/>
          <ac:picMkLst>
            <pc:docMk/>
            <pc:sldMk cId="2107132437" sldId="533"/>
            <ac:picMk id="26" creationId="{99227A2F-1C9B-18A6-D8C1-F01F2B019D9E}"/>
          </ac:picMkLst>
        </pc:picChg>
        <pc:picChg chg="add mod">
          <ac:chgData name="Arianna Landoni" userId="3d62cfe4-f381-4d93-8543-db56469c63db" providerId="ADAL" clId="{CFFBD93D-FF3B-48A7-9853-4040ECF23D00}" dt="2025-06-20T13:06:23.817" v="9279" actId="1076"/>
          <ac:picMkLst>
            <pc:docMk/>
            <pc:sldMk cId="2107132437" sldId="533"/>
            <ac:picMk id="48" creationId="{4055C4E0-CF7E-4281-9B5E-626AFBB9C223}"/>
          </ac:picMkLst>
        </pc:picChg>
      </pc:sldChg>
      <pc:sldChg chg="addSp delSp modSp add mod">
        <pc:chgData name="Arianna Landoni" userId="3d62cfe4-f381-4d93-8543-db56469c63db" providerId="ADAL" clId="{CFFBD93D-FF3B-48A7-9853-4040ECF23D00}" dt="2025-06-20T13:16:57.054" v="9705"/>
        <pc:sldMkLst>
          <pc:docMk/>
          <pc:sldMk cId="3477691820" sldId="534"/>
        </pc:sldMkLst>
        <pc:spChg chg="mod">
          <ac:chgData name="Arianna Landoni" userId="3d62cfe4-f381-4d93-8543-db56469c63db" providerId="ADAL" clId="{CFFBD93D-FF3B-48A7-9853-4040ECF23D00}" dt="2025-06-20T13:16:56.984" v="9674" actId="948"/>
          <ac:spMkLst>
            <pc:docMk/>
            <pc:sldMk cId="3477691820" sldId="534"/>
            <ac:spMk id="7" creationId="{285CB9BB-672E-4A9E-0A77-52E4F3082F80}"/>
          </ac:spMkLst>
        </pc:spChg>
        <pc:spChg chg="add mod">
          <ac:chgData name="Arianna Landoni" userId="3d62cfe4-f381-4d93-8543-db56469c63db" providerId="ADAL" clId="{CFFBD93D-FF3B-48A7-9853-4040ECF23D00}" dt="2025-06-20T13:11:56.180" v="9414" actId="1076"/>
          <ac:spMkLst>
            <pc:docMk/>
            <pc:sldMk cId="3477691820" sldId="534"/>
            <ac:spMk id="9" creationId="{DAC7E2D5-19F6-8C93-678F-F3732081A9CF}"/>
          </ac:spMkLst>
        </pc:spChg>
        <pc:spChg chg="add mod">
          <ac:chgData name="Arianna Landoni" userId="3d62cfe4-f381-4d93-8543-db56469c63db" providerId="ADAL" clId="{CFFBD93D-FF3B-48A7-9853-4040ECF23D00}" dt="2025-06-20T13:11:56.180" v="9414" actId="1076"/>
          <ac:spMkLst>
            <pc:docMk/>
            <pc:sldMk cId="3477691820" sldId="534"/>
            <ac:spMk id="16" creationId="{9EBDC213-970B-8116-4AF9-AD34CDAE1AC4}"/>
          </ac:spMkLst>
        </pc:spChg>
        <pc:spChg chg="add mod">
          <ac:chgData name="Arianna Landoni" userId="3d62cfe4-f381-4d93-8543-db56469c63db" providerId="ADAL" clId="{CFFBD93D-FF3B-48A7-9853-4040ECF23D00}" dt="2025-06-20T13:11:56.180" v="9414" actId="1076"/>
          <ac:spMkLst>
            <pc:docMk/>
            <pc:sldMk cId="3477691820" sldId="534"/>
            <ac:spMk id="17" creationId="{C130BF26-EE4F-448B-EEE3-648BFDAD3C5B}"/>
          </ac:spMkLst>
        </pc:spChg>
        <pc:spChg chg="add mod">
          <ac:chgData name="Arianna Landoni" userId="3d62cfe4-f381-4d93-8543-db56469c63db" providerId="ADAL" clId="{CFFBD93D-FF3B-48A7-9853-4040ECF23D00}" dt="2025-06-20T13:16:39.236" v="9500" actId="1076"/>
          <ac:spMkLst>
            <pc:docMk/>
            <pc:sldMk cId="3477691820" sldId="534"/>
            <ac:spMk id="23" creationId="{5A1336C9-AC4E-76CF-13DD-D3380D07C9C8}"/>
          </ac:spMkLst>
        </pc:spChg>
        <pc:spChg chg="add mod">
          <ac:chgData name="Arianna Landoni" userId="3d62cfe4-f381-4d93-8543-db56469c63db" providerId="ADAL" clId="{CFFBD93D-FF3B-48A7-9853-4040ECF23D00}" dt="2025-06-20T13:13:49.856" v="9438" actId="1076"/>
          <ac:spMkLst>
            <pc:docMk/>
            <pc:sldMk cId="3477691820" sldId="534"/>
            <ac:spMk id="29" creationId="{EBC39CC5-3529-6791-6C53-782731D3B6AC}"/>
          </ac:spMkLst>
        </pc:spChg>
        <pc:spChg chg="add mod">
          <ac:chgData name="Arianna Landoni" userId="3d62cfe4-f381-4d93-8543-db56469c63db" providerId="ADAL" clId="{CFFBD93D-FF3B-48A7-9853-4040ECF23D00}" dt="2025-06-20T13:13:53.360" v="9439" actId="1076"/>
          <ac:spMkLst>
            <pc:docMk/>
            <pc:sldMk cId="3477691820" sldId="534"/>
            <ac:spMk id="30" creationId="{10BB3FB6-0977-FF3A-C587-22D5BF52E670}"/>
          </ac:spMkLst>
        </pc:spChg>
        <pc:spChg chg="add mod">
          <ac:chgData name="Arianna Landoni" userId="3d62cfe4-f381-4d93-8543-db56469c63db" providerId="ADAL" clId="{CFFBD93D-FF3B-48A7-9853-4040ECF23D00}" dt="2025-06-20T13:16:39.236" v="9500" actId="1076"/>
          <ac:spMkLst>
            <pc:docMk/>
            <pc:sldMk cId="3477691820" sldId="534"/>
            <ac:spMk id="31" creationId="{3805153C-446E-C2BE-2A62-76BFC522F756}"/>
          </ac:spMkLst>
        </pc:spChg>
        <pc:spChg chg="add mod">
          <ac:chgData name="Arianna Landoni" userId="3d62cfe4-f381-4d93-8543-db56469c63db" providerId="ADAL" clId="{CFFBD93D-FF3B-48A7-9853-4040ECF23D00}" dt="2025-06-20T13:16:39.236" v="9500" actId="1076"/>
          <ac:spMkLst>
            <pc:docMk/>
            <pc:sldMk cId="3477691820" sldId="534"/>
            <ac:spMk id="32" creationId="{7B402CE9-8697-83B6-C47C-77F3812A9D8D}"/>
          </ac:spMkLst>
        </pc:spChg>
        <pc:spChg chg="add mod">
          <ac:chgData name="Arianna Landoni" userId="3d62cfe4-f381-4d93-8543-db56469c63db" providerId="ADAL" clId="{CFFBD93D-FF3B-48A7-9853-4040ECF23D00}" dt="2025-06-20T13:16:39.236" v="9500" actId="1076"/>
          <ac:spMkLst>
            <pc:docMk/>
            <pc:sldMk cId="3477691820" sldId="534"/>
            <ac:spMk id="36" creationId="{1640369F-A6D3-9FB7-F597-963FA7356C68}"/>
          </ac:spMkLst>
        </pc:spChg>
        <pc:spChg chg="add mod">
          <ac:chgData name="Arianna Landoni" userId="3d62cfe4-f381-4d93-8543-db56469c63db" providerId="ADAL" clId="{CFFBD93D-FF3B-48A7-9853-4040ECF23D00}" dt="2025-06-20T13:16:39.236" v="9500" actId="1076"/>
          <ac:spMkLst>
            <pc:docMk/>
            <pc:sldMk cId="3477691820" sldId="534"/>
            <ac:spMk id="37" creationId="{402316C7-8D35-5394-E565-970CFAB61AA5}"/>
          </ac:spMkLst>
        </pc:spChg>
        <pc:spChg chg="add mod">
          <ac:chgData name="Arianna Landoni" userId="3d62cfe4-f381-4d93-8543-db56469c63db" providerId="ADAL" clId="{CFFBD93D-FF3B-48A7-9853-4040ECF23D00}" dt="2025-06-20T13:14:35.063" v="9458" actId="20577"/>
          <ac:spMkLst>
            <pc:docMk/>
            <pc:sldMk cId="3477691820" sldId="534"/>
            <ac:spMk id="38" creationId="{FEFE42AD-E183-818C-2949-1206515CE57F}"/>
          </ac:spMkLst>
        </pc:spChg>
        <pc:spChg chg="add mod">
          <ac:chgData name="Arianna Landoni" userId="3d62cfe4-f381-4d93-8543-db56469c63db" providerId="ADAL" clId="{CFFBD93D-FF3B-48A7-9853-4040ECF23D00}" dt="2025-06-20T13:16:39.236" v="9500" actId="1076"/>
          <ac:spMkLst>
            <pc:docMk/>
            <pc:sldMk cId="3477691820" sldId="534"/>
            <ac:spMk id="39" creationId="{2D955839-0057-879E-C579-DB04ABA76F1D}"/>
          </ac:spMkLst>
        </pc:spChg>
        <pc:spChg chg="add mod">
          <ac:chgData name="Arianna Landoni" userId="3d62cfe4-f381-4d93-8543-db56469c63db" providerId="ADAL" clId="{CFFBD93D-FF3B-48A7-9853-4040ECF23D00}" dt="2025-06-20T13:16:39.236" v="9500" actId="1076"/>
          <ac:spMkLst>
            <pc:docMk/>
            <pc:sldMk cId="3477691820" sldId="534"/>
            <ac:spMk id="40" creationId="{C277DF38-154C-06D9-8738-8EBAF3CA2EAE}"/>
          </ac:spMkLst>
        </pc:spChg>
        <pc:spChg chg="add mod">
          <ac:chgData name="Arianna Landoni" userId="3d62cfe4-f381-4d93-8543-db56469c63db" providerId="ADAL" clId="{CFFBD93D-FF3B-48A7-9853-4040ECF23D00}" dt="2025-06-20T13:16:39.236" v="9500" actId="1076"/>
          <ac:spMkLst>
            <pc:docMk/>
            <pc:sldMk cId="3477691820" sldId="534"/>
            <ac:spMk id="41" creationId="{4C457931-43C6-A56E-D465-2061D68604E4}"/>
          </ac:spMkLst>
        </pc:spChg>
        <pc:spChg chg="add mod">
          <ac:chgData name="Arianna Landoni" userId="3d62cfe4-f381-4d93-8543-db56469c63db" providerId="ADAL" clId="{CFFBD93D-FF3B-48A7-9853-4040ECF23D00}" dt="2025-06-20T13:16:32.594" v="9499" actId="552"/>
          <ac:spMkLst>
            <pc:docMk/>
            <pc:sldMk cId="3477691820" sldId="534"/>
            <ac:spMk id="43" creationId="{1FB8627F-C911-F55A-7044-D3C69CB43E78}"/>
          </ac:spMkLst>
        </pc:spChg>
        <pc:spChg chg="add mod">
          <ac:chgData name="Arianna Landoni" userId="3d62cfe4-f381-4d93-8543-db56469c63db" providerId="ADAL" clId="{CFFBD93D-FF3B-48A7-9853-4040ECF23D00}" dt="2025-06-20T13:16:32.594" v="9499" actId="552"/>
          <ac:spMkLst>
            <pc:docMk/>
            <pc:sldMk cId="3477691820" sldId="534"/>
            <ac:spMk id="45" creationId="{C25F5568-4BEF-AA5E-A529-7BF7FC054E38}"/>
          </ac:spMkLst>
        </pc:spChg>
        <pc:spChg chg="add mod">
          <ac:chgData name="Arianna Landoni" userId="3d62cfe4-f381-4d93-8543-db56469c63db" providerId="ADAL" clId="{CFFBD93D-FF3B-48A7-9853-4040ECF23D00}" dt="2025-06-20T13:16:19.997" v="9498"/>
          <ac:spMkLst>
            <pc:docMk/>
            <pc:sldMk cId="3477691820" sldId="534"/>
            <ac:spMk id="46" creationId="{DC6A9C79-03A9-559C-8755-C12D82A221FF}"/>
          </ac:spMkLst>
        </pc:spChg>
        <pc:spChg chg="mod">
          <ac:chgData name="Arianna Landoni" userId="3d62cfe4-f381-4d93-8543-db56469c63db" providerId="ADAL" clId="{CFFBD93D-FF3B-48A7-9853-4040ECF23D00}" dt="2025-06-20T13:15:46.205" v="9490" actId="20577"/>
          <ac:spMkLst>
            <pc:docMk/>
            <pc:sldMk cId="3477691820" sldId="534"/>
            <ac:spMk id="49" creationId="{8E7F4A74-2312-5696-C7ED-9B1F0992B30C}"/>
          </ac:spMkLst>
        </pc:spChg>
        <pc:spChg chg="mod">
          <ac:chgData name="Arianna Landoni" userId="3d62cfe4-f381-4d93-8543-db56469c63db" providerId="ADAL" clId="{CFFBD93D-FF3B-48A7-9853-4040ECF23D00}" dt="2025-06-20T13:16:32.594" v="9499" actId="552"/>
          <ac:spMkLst>
            <pc:docMk/>
            <pc:sldMk cId="3477691820" sldId="534"/>
            <ac:spMk id="50" creationId="{40FE20EB-05F4-BE3C-5856-F6BE32136328}"/>
          </ac:spMkLst>
        </pc:spChg>
        <pc:spChg chg="mod">
          <ac:chgData name="Arianna Landoni" userId="3d62cfe4-f381-4d93-8543-db56469c63db" providerId="ADAL" clId="{CFFBD93D-FF3B-48A7-9853-4040ECF23D00}" dt="2025-06-20T13:16:32.594" v="9499" actId="552"/>
          <ac:spMkLst>
            <pc:docMk/>
            <pc:sldMk cId="3477691820" sldId="534"/>
            <ac:spMk id="54" creationId="{9749659B-3CDE-C341-D2E5-D50EE8EA493B}"/>
          </ac:spMkLst>
        </pc:spChg>
        <pc:graphicFrameChg chg="mod">
          <ac:chgData name="Arianna Landoni" userId="3d62cfe4-f381-4d93-8543-db56469c63db" providerId="ADAL" clId="{CFFBD93D-FF3B-48A7-9853-4040ECF23D00}" dt="2025-06-20T13:16:57.054" v="9705"/>
          <ac:graphicFrameMkLst>
            <pc:docMk/>
            <pc:sldMk cId="3477691820" sldId="534"/>
            <ac:graphicFrameMk id="5" creationId="{158D5F3F-5A43-9594-5F0D-0D6E4A958C14}"/>
          </ac:graphicFrameMkLst>
        </pc:graphicFrameChg>
        <pc:picChg chg="add mod">
          <ac:chgData name="Arianna Landoni" userId="3d62cfe4-f381-4d93-8543-db56469c63db" providerId="ADAL" clId="{CFFBD93D-FF3B-48A7-9853-4040ECF23D00}" dt="2025-06-20T13:11:56.180" v="9414" actId="1076"/>
          <ac:picMkLst>
            <pc:docMk/>
            <pc:sldMk cId="3477691820" sldId="534"/>
            <ac:picMk id="11" creationId="{886B2A71-E66B-3B03-D4D4-1138C7432DE4}"/>
          </ac:picMkLst>
        </pc:picChg>
        <pc:picChg chg="add mod">
          <ac:chgData name="Arianna Landoni" userId="3d62cfe4-f381-4d93-8543-db56469c63db" providerId="ADAL" clId="{CFFBD93D-FF3B-48A7-9853-4040ECF23D00}" dt="2025-06-20T13:16:39.236" v="9500" actId="1076"/>
          <ac:picMkLst>
            <pc:docMk/>
            <pc:sldMk cId="3477691820" sldId="534"/>
            <ac:picMk id="25" creationId="{E1A34421-C091-1135-EBA5-5C6FBA34B6CB}"/>
          </ac:picMkLst>
        </pc:picChg>
      </pc:sldChg>
      <pc:sldChg chg="addSp delSp modSp add mod">
        <pc:chgData name="Arianna Landoni" userId="3d62cfe4-f381-4d93-8543-db56469c63db" providerId="ADAL" clId="{CFFBD93D-FF3B-48A7-9853-4040ECF23D00}" dt="2025-06-20T13:28:35.531" v="10260" actId="20577"/>
        <pc:sldMkLst>
          <pc:docMk/>
          <pc:sldMk cId="1578696052" sldId="535"/>
        </pc:sldMkLst>
        <pc:spChg chg="mod">
          <ac:chgData name="Arianna Landoni" userId="3d62cfe4-f381-4d93-8543-db56469c63db" providerId="ADAL" clId="{CFFBD93D-FF3B-48A7-9853-4040ECF23D00}" dt="2025-06-20T13:17:09.546" v="9709" actId="948"/>
          <ac:spMkLst>
            <pc:docMk/>
            <pc:sldMk cId="1578696052" sldId="535"/>
            <ac:spMk id="7" creationId="{57891D83-1900-1C85-A5F5-E2C0BD7D7819}"/>
          </ac:spMkLst>
        </pc:spChg>
        <pc:spChg chg="add del">
          <ac:chgData name="Arianna Landoni" userId="3d62cfe4-f381-4d93-8543-db56469c63db" providerId="ADAL" clId="{CFFBD93D-FF3B-48A7-9853-4040ECF23D00}" dt="2025-06-20T13:17:37.285" v="9742" actId="478"/>
          <ac:spMkLst>
            <pc:docMk/>
            <pc:sldMk cId="1578696052" sldId="535"/>
            <ac:spMk id="14" creationId="{CB3E1A53-89A9-5618-8DFF-E3C27D9B21F3}"/>
          </ac:spMkLst>
        </pc:spChg>
        <pc:spChg chg="add mod">
          <ac:chgData name="Arianna Landoni" userId="3d62cfe4-f381-4d93-8543-db56469c63db" providerId="ADAL" clId="{CFFBD93D-FF3B-48A7-9853-4040ECF23D00}" dt="2025-06-20T13:21:24.933" v="10133" actId="113"/>
          <ac:spMkLst>
            <pc:docMk/>
            <pc:sldMk cId="1578696052" sldId="535"/>
            <ac:spMk id="21" creationId="{1C7CC8DE-42B5-3CA1-FBA0-869CD2E17DE4}"/>
          </ac:spMkLst>
        </pc:spChg>
        <pc:spChg chg="add mod">
          <ac:chgData name="Arianna Landoni" userId="3d62cfe4-f381-4d93-8543-db56469c63db" providerId="ADAL" clId="{CFFBD93D-FF3B-48A7-9853-4040ECF23D00}" dt="2025-06-20T13:21:31.711" v="10136" actId="20577"/>
          <ac:spMkLst>
            <pc:docMk/>
            <pc:sldMk cId="1578696052" sldId="535"/>
            <ac:spMk id="22" creationId="{F38E082F-9939-FAF1-50E2-A27190BDB0E6}"/>
          </ac:spMkLst>
        </pc:spChg>
        <pc:spChg chg="add mod">
          <ac:chgData name="Arianna Landoni" userId="3d62cfe4-f381-4d93-8543-db56469c63db" providerId="ADAL" clId="{CFFBD93D-FF3B-48A7-9853-4040ECF23D00}" dt="2025-06-20T13:24:26.037" v="10182" actId="1076"/>
          <ac:spMkLst>
            <pc:docMk/>
            <pc:sldMk cId="1578696052" sldId="535"/>
            <ac:spMk id="24" creationId="{FE4CD8FA-146B-7532-417C-2D537131B306}"/>
          </ac:spMkLst>
        </pc:spChg>
        <pc:spChg chg="add mod">
          <ac:chgData name="Arianna Landoni" userId="3d62cfe4-f381-4d93-8543-db56469c63db" providerId="ADAL" clId="{CFFBD93D-FF3B-48A7-9853-4040ECF23D00}" dt="2025-06-20T13:24:23.032" v="10181" actId="1076"/>
          <ac:spMkLst>
            <pc:docMk/>
            <pc:sldMk cId="1578696052" sldId="535"/>
            <ac:spMk id="26" creationId="{0B14D7BC-1D48-BD91-DE49-5A95992004BB}"/>
          </ac:spMkLst>
        </pc:spChg>
        <pc:spChg chg="add mod">
          <ac:chgData name="Arianna Landoni" userId="3d62cfe4-f381-4d93-8543-db56469c63db" providerId="ADAL" clId="{CFFBD93D-FF3B-48A7-9853-4040ECF23D00}" dt="2025-06-20T13:24:27.914" v="10183" actId="1076"/>
          <ac:spMkLst>
            <pc:docMk/>
            <pc:sldMk cId="1578696052" sldId="535"/>
            <ac:spMk id="27" creationId="{ED6A9BEB-2798-F382-04D0-E48FAFB8F711}"/>
          </ac:spMkLst>
        </pc:spChg>
        <pc:spChg chg="add mod">
          <ac:chgData name="Arianna Landoni" userId="3d62cfe4-f381-4d93-8543-db56469c63db" providerId="ADAL" clId="{CFFBD93D-FF3B-48A7-9853-4040ECF23D00}" dt="2025-06-20T13:24:33.713" v="10186" actId="20577"/>
          <ac:spMkLst>
            <pc:docMk/>
            <pc:sldMk cId="1578696052" sldId="535"/>
            <ac:spMk id="48" creationId="{ABF52F50-2120-A6F9-6378-329D8CF1F143}"/>
          </ac:spMkLst>
        </pc:spChg>
        <pc:spChg chg="mod">
          <ac:chgData name="Arianna Landoni" userId="3d62cfe4-f381-4d93-8543-db56469c63db" providerId="ADAL" clId="{CFFBD93D-FF3B-48A7-9853-4040ECF23D00}" dt="2025-06-20T13:21:06.379" v="10119" actId="113"/>
          <ac:spMkLst>
            <pc:docMk/>
            <pc:sldMk cId="1578696052" sldId="535"/>
            <ac:spMk id="49" creationId="{CF4B251D-11A2-E1DD-F8AE-9150A62CBBBB}"/>
          </ac:spMkLst>
        </pc:spChg>
        <pc:spChg chg="add mod">
          <ac:chgData name="Arianna Landoni" userId="3d62cfe4-f381-4d93-8543-db56469c63db" providerId="ADAL" clId="{CFFBD93D-FF3B-48A7-9853-4040ECF23D00}" dt="2025-06-20T13:26:36.903" v="10217" actId="14100"/>
          <ac:spMkLst>
            <pc:docMk/>
            <pc:sldMk cId="1578696052" sldId="535"/>
            <ac:spMk id="58" creationId="{7874D819-002A-91E4-7704-34AE8D9120BA}"/>
          </ac:spMkLst>
        </pc:spChg>
        <pc:spChg chg="add mod">
          <ac:chgData name="Arianna Landoni" userId="3d62cfe4-f381-4d93-8543-db56469c63db" providerId="ADAL" clId="{CFFBD93D-FF3B-48A7-9853-4040ECF23D00}" dt="2025-06-20T13:26:52.445" v="10227" actId="14100"/>
          <ac:spMkLst>
            <pc:docMk/>
            <pc:sldMk cId="1578696052" sldId="535"/>
            <ac:spMk id="59" creationId="{CD7071CA-2FF3-11A2-E34B-C6FEF552F76F}"/>
          </ac:spMkLst>
        </pc:spChg>
        <pc:spChg chg="add mod">
          <ac:chgData name="Arianna Landoni" userId="3d62cfe4-f381-4d93-8543-db56469c63db" providerId="ADAL" clId="{CFFBD93D-FF3B-48A7-9853-4040ECF23D00}" dt="2025-06-20T13:26:58.404" v="10230" actId="20577"/>
          <ac:spMkLst>
            <pc:docMk/>
            <pc:sldMk cId="1578696052" sldId="535"/>
            <ac:spMk id="61" creationId="{67ABF96C-2DC3-47A1-17C1-7755668ACE6A}"/>
          </ac:spMkLst>
        </pc:spChg>
        <pc:spChg chg="add mod">
          <ac:chgData name="Arianna Landoni" userId="3d62cfe4-f381-4d93-8543-db56469c63db" providerId="ADAL" clId="{CFFBD93D-FF3B-48A7-9853-4040ECF23D00}" dt="2025-06-20T13:27:04.714" v="10233" actId="20577"/>
          <ac:spMkLst>
            <pc:docMk/>
            <pc:sldMk cId="1578696052" sldId="535"/>
            <ac:spMk id="62" creationId="{7BD6B266-1DC7-09C8-EBA6-EF493EB108E8}"/>
          </ac:spMkLst>
        </pc:spChg>
        <pc:spChg chg="add mod">
          <ac:chgData name="Arianna Landoni" userId="3d62cfe4-f381-4d93-8543-db56469c63db" providerId="ADAL" clId="{CFFBD93D-FF3B-48A7-9853-4040ECF23D00}" dt="2025-06-20T13:28:01.478" v="10250" actId="2711"/>
          <ac:spMkLst>
            <pc:docMk/>
            <pc:sldMk cId="1578696052" sldId="535"/>
            <ac:spMk id="64" creationId="{3A9A2B46-F0E7-8B91-A88C-B2CE7CB1C783}"/>
          </ac:spMkLst>
        </pc:spChg>
        <pc:spChg chg="add mod">
          <ac:chgData name="Arianna Landoni" userId="3d62cfe4-f381-4d93-8543-db56469c63db" providerId="ADAL" clId="{CFFBD93D-FF3B-48A7-9853-4040ECF23D00}" dt="2025-06-20T13:28:14.114" v="10253" actId="20577"/>
          <ac:spMkLst>
            <pc:docMk/>
            <pc:sldMk cId="1578696052" sldId="535"/>
            <ac:spMk id="65" creationId="{0E6E0829-4A4B-017E-BDF7-C7CD28C3DFC7}"/>
          </ac:spMkLst>
        </pc:spChg>
        <pc:spChg chg="add mod">
          <ac:chgData name="Arianna Landoni" userId="3d62cfe4-f381-4d93-8543-db56469c63db" providerId="ADAL" clId="{CFFBD93D-FF3B-48A7-9853-4040ECF23D00}" dt="2025-06-20T13:28:28.997" v="10257" actId="2711"/>
          <ac:spMkLst>
            <pc:docMk/>
            <pc:sldMk cId="1578696052" sldId="535"/>
            <ac:spMk id="66" creationId="{7F593364-FE1F-A397-4541-B6E39E1780AB}"/>
          </ac:spMkLst>
        </pc:spChg>
        <pc:spChg chg="add mod">
          <ac:chgData name="Arianna Landoni" userId="3d62cfe4-f381-4d93-8543-db56469c63db" providerId="ADAL" clId="{CFFBD93D-FF3B-48A7-9853-4040ECF23D00}" dt="2025-06-20T13:28:35.531" v="10260" actId="20577"/>
          <ac:spMkLst>
            <pc:docMk/>
            <pc:sldMk cId="1578696052" sldId="535"/>
            <ac:spMk id="67" creationId="{CD3B5A24-00AB-C209-0DCB-259DD0C23FC9}"/>
          </ac:spMkLst>
        </pc:spChg>
        <pc:graphicFrameChg chg="mod">
          <ac:chgData name="Arianna Landoni" userId="3d62cfe4-f381-4d93-8543-db56469c63db" providerId="ADAL" clId="{CFFBD93D-FF3B-48A7-9853-4040ECF23D00}" dt="2025-06-20T13:17:09.593" v="9740"/>
          <ac:graphicFrameMkLst>
            <pc:docMk/>
            <pc:sldMk cId="1578696052" sldId="535"/>
            <ac:graphicFrameMk id="5" creationId="{67ACEEFA-0E11-44A1-A169-B602087E51D2}"/>
          </ac:graphicFrameMkLst>
        </pc:graphicFrameChg>
        <pc:picChg chg="add mod">
          <ac:chgData name="Arianna Landoni" userId="3d62cfe4-f381-4d93-8543-db56469c63db" providerId="ADAL" clId="{CFFBD93D-FF3B-48A7-9853-4040ECF23D00}" dt="2025-06-20T13:23:17.083" v="10151" actId="14100"/>
          <ac:picMkLst>
            <pc:docMk/>
            <pc:sldMk cId="1578696052" sldId="535"/>
            <ac:picMk id="20" creationId="{F73DE2AC-18AF-C9F0-0884-94526CD43B62}"/>
          </ac:picMkLst>
        </pc:picChg>
        <pc:picChg chg="add mod">
          <ac:chgData name="Arianna Landoni" userId="3d62cfe4-f381-4d93-8543-db56469c63db" providerId="ADAL" clId="{CFFBD93D-FF3B-48A7-9853-4040ECF23D00}" dt="2025-06-20T13:26:17.992" v="10211" actId="1076"/>
          <ac:picMkLst>
            <pc:docMk/>
            <pc:sldMk cId="1578696052" sldId="535"/>
            <ac:picMk id="44" creationId="{BD30698B-925B-139C-1C35-19533EB2E888}"/>
          </ac:picMkLst>
        </pc:picChg>
        <pc:picChg chg="add mod modCrop">
          <ac:chgData name="Arianna Landoni" userId="3d62cfe4-f381-4d93-8543-db56469c63db" providerId="ADAL" clId="{CFFBD93D-FF3B-48A7-9853-4040ECF23D00}" dt="2025-06-20T13:26:47.139" v="10225" actId="1076"/>
          <ac:picMkLst>
            <pc:docMk/>
            <pc:sldMk cId="1578696052" sldId="535"/>
            <ac:picMk id="57" creationId="{34854DCC-B3B4-48D4-A5C4-068B690165D1}"/>
          </ac:picMkLst>
        </pc:picChg>
      </pc:sldChg>
      <pc:sldChg chg="modSp add mod">
        <pc:chgData name="Arianna Landoni" userId="3d62cfe4-f381-4d93-8543-db56469c63db" providerId="ADAL" clId="{CFFBD93D-FF3B-48A7-9853-4040ECF23D00}" dt="2025-06-20T15:04:46.303" v="14592"/>
        <pc:sldMkLst>
          <pc:docMk/>
          <pc:sldMk cId="1745025626" sldId="536"/>
        </pc:sldMkLst>
        <pc:spChg chg="mod">
          <ac:chgData name="Arianna Landoni" userId="3d62cfe4-f381-4d93-8543-db56469c63db" providerId="ADAL" clId="{CFFBD93D-FF3B-48A7-9853-4040ECF23D00}" dt="2025-06-20T15:04:46.303" v="14592"/>
          <ac:spMkLst>
            <pc:docMk/>
            <pc:sldMk cId="1745025626" sldId="536"/>
            <ac:spMk id="5" creationId="{1906491F-5F53-5F94-4D76-B84960007613}"/>
          </ac:spMkLst>
        </pc:spChg>
      </pc:sldChg>
      <pc:sldChg chg="addSp delSp modSp add mod">
        <pc:chgData name="Arianna Landoni" userId="3d62cfe4-f381-4d93-8543-db56469c63db" providerId="ADAL" clId="{CFFBD93D-FF3B-48A7-9853-4040ECF23D00}" dt="2025-06-20T14:01:13.489" v="11025" actId="1076"/>
        <pc:sldMkLst>
          <pc:docMk/>
          <pc:sldMk cId="2719384632" sldId="537"/>
        </pc:sldMkLst>
        <pc:spChg chg="mod">
          <ac:chgData name="Arianna Landoni" userId="3d62cfe4-f381-4d93-8543-db56469c63db" providerId="ADAL" clId="{CFFBD93D-FF3B-48A7-9853-4040ECF23D00}" dt="2025-06-20T13:55:24.367" v="10551" actId="948"/>
          <ac:spMkLst>
            <pc:docMk/>
            <pc:sldMk cId="2719384632" sldId="537"/>
            <ac:spMk id="7" creationId="{383220CE-8D81-1903-58A9-B5686A9225CC}"/>
          </ac:spMkLst>
        </pc:spChg>
        <pc:spChg chg="mod">
          <ac:chgData name="Arianna Landoni" userId="3d62cfe4-f381-4d93-8543-db56469c63db" providerId="ADAL" clId="{CFFBD93D-FF3B-48A7-9853-4040ECF23D00}" dt="2025-06-20T13:56:01.462" v="10641" actId="313"/>
          <ac:spMkLst>
            <pc:docMk/>
            <pc:sldMk cId="2719384632" sldId="537"/>
            <ac:spMk id="15" creationId="{DF2C10CB-7D73-DFF1-C1F2-328E1CF3E4F0}"/>
          </ac:spMkLst>
        </pc:spChg>
        <pc:spChg chg="mod">
          <ac:chgData name="Arianna Landoni" userId="3d62cfe4-f381-4d93-8543-db56469c63db" providerId="ADAL" clId="{CFFBD93D-FF3B-48A7-9853-4040ECF23D00}" dt="2025-06-20T13:56:50.956" v="10702"/>
          <ac:spMkLst>
            <pc:docMk/>
            <pc:sldMk cId="2719384632" sldId="537"/>
            <ac:spMk id="27" creationId="{7D812FD0-C0B3-1A91-5DB5-11F491B45198}"/>
          </ac:spMkLst>
        </pc:spChg>
        <pc:spChg chg="mod">
          <ac:chgData name="Arianna Landoni" userId="3d62cfe4-f381-4d93-8543-db56469c63db" providerId="ADAL" clId="{CFFBD93D-FF3B-48A7-9853-4040ECF23D00}" dt="2025-06-20T13:58:17.560" v="10821" actId="20577"/>
          <ac:spMkLst>
            <pc:docMk/>
            <pc:sldMk cId="2719384632" sldId="537"/>
            <ac:spMk id="31" creationId="{D1F811EA-444A-7315-F4E2-BC388FC9067B}"/>
          </ac:spMkLst>
        </pc:spChg>
        <pc:spChg chg="mod">
          <ac:chgData name="Arianna Landoni" userId="3d62cfe4-f381-4d93-8543-db56469c63db" providerId="ADAL" clId="{CFFBD93D-FF3B-48A7-9853-4040ECF23D00}" dt="2025-06-20T13:49:47.380" v="10350" actId="207"/>
          <ac:spMkLst>
            <pc:docMk/>
            <pc:sldMk cId="2719384632" sldId="537"/>
            <ac:spMk id="35" creationId="{92E4E179-27E2-23C0-C469-59BBD63B9CEF}"/>
          </ac:spMkLst>
        </pc:spChg>
        <pc:spChg chg="mod">
          <ac:chgData name="Arianna Landoni" userId="3d62cfe4-f381-4d93-8543-db56469c63db" providerId="ADAL" clId="{CFFBD93D-FF3B-48A7-9853-4040ECF23D00}" dt="2025-06-20T14:00:59.888" v="11022" actId="1076"/>
          <ac:spMkLst>
            <pc:docMk/>
            <pc:sldMk cId="2719384632" sldId="537"/>
            <ac:spMk id="44" creationId="{3B7C0309-5AAC-523B-615B-AE22345370EA}"/>
          </ac:spMkLst>
        </pc:spChg>
        <pc:spChg chg="mod">
          <ac:chgData name="Arianna Landoni" userId="3d62cfe4-f381-4d93-8543-db56469c63db" providerId="ADAL" clId="{CFFBD93D-FF3B-48A7-9853-4040ECF23D00}" dt="2025-06-20T14:01:06.654" v="11023" actId="1076"/>
          <ac:spMkLst>
            <pc:docMk/>
            <pc:sldMk cId="2719384632" sldId="537"/>
            <ac:spMk id="45" creationId="{3C3D5FAF-497C-4F7A-58D7-4C79305E1A70}"/>
          </ac:spMkLst>
        </pc:spChg>
        <pc:spChg chg="mod">
          <ac:chgData name="Arianna Landoni" userId="3d62cfe4-f381-4d93-8543-db56469c63db" providerId="ADAL" clId="{CFFBD93D-FF3B-48A7-9853-4040ECF23D00}" dt="2025-06-20T14:01:13.489" v="11025" actId="1076"/>
          <ac:spMkLst>
            <pc:docMk/>
            <pc:sldMk cId="2719384632" sldId="537"/>
            <ac:spMk id="46" creationId="{6D893EE1-0FA0-A025-DC7A-7C77FFC2AB99}"/>
          </ac:spMkLst>
        </pc:spChg>
        <pc:spChg chg="add mod">
          <ac:chgData name="Arianna Landoni" userId="3d62cfe4-f381-4d93-8543-db56469c63db" providerId="ADAL" clId="{CFFBD93D-FF3B-48A7-9853-4040ECF23D00}" dt="2025-06-20T13:58:02.996" v="10792" actId="20577"/>
          <ac:spMkLst>
            <pc:docMk/>
            <pc:sldMk cId="2719384632" sldId="537"/>
            <ac:spMk id="53" creationId="{0B31C893-4FB9-5ACE-4666-1B787D2969CA}"/>
          </ac:spMkLst>
        </pc:spChg>
        <pc:spChg chg="add mod">
          <ac:chgData name="Arianna Landoni" userId="3d62cfe4-f381-4d93-8543-db56469c63db" providerId="ADAL" clId="{CFFBD93D-FF3B-48A7-9853-4040ECF23D00}" dt="2025-06-20T13:58:33.849" v="10868" actId="20577"/>
          <ac:spMkLst>
            <pc:docMk/>
            <pc:sldMk cId="2719384632" sldId="537"/>
            <ac:spMk id="54" creationId="{EF604AF4-0C95-CB52-C953-DDD9603BBFA2}"/>
          </ac:spMkLst>
        </pc:spChg>
        <pc:spChg chg="add mod">
          <ac:chgData name="Arianna Landoni" userId="3d62cfe4-f381-4d93-8543-db56469c63db" providerId="ADAL" clId="{CFFBD93D-FF3B-48A7-9853-4040ECF23D00}" dt="2025-06-20T13:59:12.298" v="10881" actId="20577"/>
          <ac:spMkLst>
            <pc:docMk/>
            <pc:sldMk cId="2719384632" sldId="537"/>
            <ac:spMk id="55" creationId="{E7EFA2CC-A94B-77D8-69A3-4DDF839ED792}"/>
          </ac:spMkLst>
        </pc:spChg>
        <pc:spChg chg="add mod">
          <ac:chgData name="Arianna Landoni" userId="3d62cfe4-f381-4d93-8543-db56469c63db" providerId="ADAL" clId="{CFFBD93D-FF3B-48A7-9853-4040ECF23D00}" dt="2025-06-20T13:59:07.901" v="10879" actId="1076"/>
          <ac:spMkLst>
            <pc:docMk/>
            <pc:sldMk cId="2719384632" sldId="537"/>
            <ac:spMk id="56" creationId="{620E0A75-D9E7-3F3C-0A1F-378B2F7EABFD}"/>
          </ac:spMkLst>
        </pc:spChg>
        <pc:spChg chg="add mod">
          <ac:chgData name="Arianna Landoni" userId="3d62cfe4-f381-4d93-8543-db56469c63db" providerId="ADAL" clId="{CFFBD93D-FF3B-48A7-9853-4040ECF23D00}" dt="2025-06-20T13:59:24.019" v="10908" actId="1036"/>
          <ac:spMkLst>
            <pc:docMk/>
            <pc:sldMk cId="2719384632" sldId="537"/>
            <ac:spMk id="57" creationId="{BC11FA2B-D15F-19AA-A15C-460917A43DFA}"/>
          </ac:spMkLst>
        </pc:spChg>
        <pc:spChg chg="add mod">
          <ac:chgData name="Arianna Landoni" userId="3d62cfe4-f381-4d93-8543-db56469c63db" providerId="ADAL" clId="{CFFBD93D-FF3B-48A7-9853-4040ECF23D00}" dt="2025-06-20T13:59:43.942" v="10915" actId="1076"/>
          <ac:spMkLst>
            <pc:docMk/>
            <pc:sldMk cId="2719384632" sldId="537"/>
            <ac:spMk id="58" creationId="{D335641D-515C-0B9D-2DDA-B0B19D8E138E}"/>
          </ac:spMkLst>
        </pc:spChg>
        <pc:spChg chg="add mod">
          <ac:chgData name="Arianna Landoni" userId="3d62cfe4-f381-4d93-8543-db56469c63db" providerId="ADAL" clId="{CFFBD93D-FF3B-48A7-9853-4040ECF23D00}" dt="2025-06-20T13:59:46.843" v="10921" actId="1038"/>
          <ac:spMkLst>
            <pc:docMk/>
            <pc:sldMk cId="2719384632" sldId="537"/>
            <ac:spMk id="59" creationId="{FE260C03-FFCD-0466-238F-8A592D05C8BB}"/>
          </ac:spMkLst>
        </pc:spChg>
        <pc:spChg chg="add mod">
          <ac:chgData name="Arianna Landoni" userId="3d62cfe4-f381-4d93-8543-db56469c63db" providerId="ADAL" clId="{CFFBD93D-FF3B-48A7-9853-4040ECF23D00}" dt="2025-06-20T14:00:13.637" v="10928" actId="1076"/>
          <ac:spMkLst>
            <pc:docMk/>
            <pc:sldMk cId="2719384632" sldId="537"/>
            <ac:spMk id="60" creationId="{8B61D64C-0C71-8D34-11CF-9A62660EC906}"/>
          </ac:spMkLst>
        </pc:spChg>
        <pc:spChg chg="add mod">
          <ac:chgData name="Arianna Landoni" userId="3d62cfe4-f381-4d93-8543-db56469c63db" providerId="ADAL" clId="{CFFBD93D-FF3B-48A7-9853-4040ECF23D00}" dt="2025-06-20T14:00:03.912" v="10925" actId="14100"/>
          <ac:spMkLst>
            <pc:docMk/>
            <pc:sldMk cId="2719384632" sldId="537"/>
            <ac:spMk id="61" creationId="{BEBD51F8-43E5-5A12-A969-C59422C3D6D9}"/>
          </ac:spMkLst>
        </pc:spChg>
        <pc:spChg chg="add mod">
          <ac:chgData name="Arianna Landoni" userId="3d62cfe4-f381-4d93-8543-db56469c63db" providerId="ADAL" clId="{CFFBD93D-FF3B-48A7-9853-4040ECF23D00}" dt="2025-06-20T14:00:43.078" v="11021" actId="20577"/>
          <ac:spMkLst>
            <pc:docMk/>
            <pc:sldMk cId="2719384632" sldId="537"/>
            <ac:spMk id="62" creationId="{0FA8CDA2-05B0-8F32-D807-8DB5D06DFA4A}"/>
          </ac:spMkLst>
        </pc:spChg>
        <pc:spChg chg="add mod">
          <ac:chgData name="Arianna Landoni" userId="3d62cfe4-f381-4d93-8543-db56469c63db" providerId="ADAL" clId="{CFFBD93D-FF3B-48A7-9853-4040ECF23D00}" dt="2025-06-20T14:00:37.408" v="11019" actId="1036"/>
          <ac:spMkLst>
            <pc:docMk/>
            <pc:sldMk cId="2719384632" sldId="537"/>
            <ac:spMk id="63" creationId="{FB6150E7-EB4D-6EC6-5F1E-545B77490152}"/>
          </ac:spMkLst>
        </pc:spChg>
        <pc:graphicFrameChg chg="mod">
          <ac:chgData name="Arianna Landoni" userId="3d62cfe4-f381-4d93-8543-db56469c63db" providerId="ADAL" clId="{CFFBD93D-FF3B-48A7-9853-4040ECF23D00}" dt="2025-06-20T13:55:24.416" v="10582"/>
          <ac:graphicFrameMkLst>
            <pc:docMk/>
            <pc:sldMk cId="2719384632" sldId="537"/>
            <ac:graphicFrameMk id="5" creationId="{0DCE89CB-07E5-5D60-9765-63357C4A33F5}"/>
          </ac:graphicFrameMkLst>
        </pc:graphicFrameChg>
        <pc:picChg chg="add mod">
          <ac:chgData name="Arianna Landoni" userId="3d62cfe4-f381-4d93-8543-db56469c63db" providerId="ADAL" clId="{CFFBD93D-FF3B-48A7-9853-4040ECF23D00}" dt="2025-06-20T13:52:37.126" v="10375" actId="208"/>
          <ac:picMkLst>
            <pc:docMk/>
            <pc:sldMk cId="2719384632" sldId="537"/>
            <ac:picMk id="8" creationId="{12087475-8592-2A41-8024-C2EBF2086DB4}"/>
          </ac:picMkLst>
        </pc:picChg>
        <pc:picChg chg="add mod">
          <ac:chgData name="Arianna Landoni" userId="3d62cfe4-f381-4d93-8543-db56469c63db" providerId="ADAL" clId="{CFFBD93D-FF3B-48A7-9853-4040ECF23D00}" dt="2025-06-20T13:52:44.932" v="10379" actId="14100"/>
          <ac:picMkLst>
            <pc:docMk/>
            <pc:sldMk cId="2719384632" sldId="537"/>
            <ac:picMk id="23" creationId="{A4DE6229-1662-5AE7-E905-248BCF8BA8CF}"/>
          </ac:picMkLst>
        </pc:picChg>
        <pc:picChg chg="add mod">
          <ac:chgData name="Arianna Landoni" userId="3d62cfe4-f381-4d93-8543-db56469c63db" providerId="ADAL" clId="{CFFBD93D-FF3B-48A7-9853-4040ECF23D00}" dt="2025-06-20T13:54:50.025" v="10467" actId="208"/>
          <ac:picMkLst>
            <pc:docMk/>
            <pc:sldMk cId="2719384632" sldId="537"/>
            <ac:picMk id="33" creationId="{6534BE38-4FF4-A97F-5CF2-1A5FA4B46011}"/>
          </ac:picMkLst>
        </pc:picChg>
        <pc:picChg chg="mod">
          <ac:chgData name="Arianna Landoni" userId="3d62cfe4-f381-4d93-8543-db56469c63db" providerId="ADAL" clId="{CFFBD93D-FF3B-48A7-9853-4040ECF23D00}" dt="2025-06-20T13:49:51.810" v="10351" actId="207"/>
          <ac:picMkLst>
            <pc:docMk/>
            <pc:sldMk cId="2719384632" sldId="537"/>
            <ac:picMk id="34" creationId="{95116AE2-5590-FEB1-A2D1-0A5269C27EAC}"/>
          </ac:picMkLst>
        </pc:picChg>
        <pc:picChg chg="add mod modCrop">
          <ac:chgData name="Arianna Landoni" userId="3d62cfe4-f381-4d93-8543-db56469c63db" providerId="ADAL" clId="{CFFBD93D-FF3B-48A7-9853-4040ECF23D00}" dt="2025-06-20T13:55:06.243" v="10473" actId="1076"/>
          <ac:picMkLst>
            <pc:docMk/>
            <pc:sldMk cId="2719384632" sldId="537"/>
            <ac:picMk id="49" creationId="{EDED2339-3D01-F6B4-BA1E-CE497535018F}"/>
          </ac:picMkLst>
        </pc:picChg>
      </pc:sldChg>
      <pc:sldChg chg="modSp add mod">
        <pc:chgData name="Arianna Landoni" userId="3d62cfe4-f381-4d93-8543-db56469c63db" providerId="ADAL" clId="{CFFBD93D-FF3B-48A7-9853-4040ECF23D00}" dt="2025-06-20T15:07:10.668" v="14616"/>
        <pc:sldMkLst>
          <pc:docMk/>
          <pc:sldMk cId="2628385215" sldId="538"/>
        </pc:sldMkLst>
        <pc:spChg chg="mod">
          <ac:chgData name="Arianna Landoni" userId="3d62cfe4-f381-4d93-8543-db56469c63db" providerId="ADAL" clId="{CFFBD93D-FF3B-48A7-9853-4040ECF23D00}" dt="2025-06-20T15:07:10.668" v="14616"/>
          <ac:spMkLst>
            <pc:docMk/>
            <pc:sldMk cId="2628385215" sldId="538"/>
            <ac:spMk id="5" creationId="{CFA22481-9D10-496F-8F45-3503C26CCC29}"/>
          </ac:spMkLst>
        </pc:spChg>
      </pc:sldChg>
      <pc:sldChg chg="modSp add mod">
        <pc:chgData name="Arianna Landoni" userId="3d62cfe4-f381-4d93-8543-db56469c63db" providerId="ADAL" clId="{CFFBD93D-FF3B-48A7-9853-4040ECF23D00}" dt="2025-06-20T15:07:05.990" v="14614"/>
        <pc:sldMkLst>
          <pc:docMk/>
          <pc:sldMk cId="868687917" sldId="539"/>
        </pc:sldMkLst>
        <pc:spChg chg="mod">
          <ac:chgData name="Arianna Landoni" userId="3d62cfe4-f381-4d93-8543-db56469c63db" providerId="ADAL" clId="{CFFBD93D-FF3B-48A7-9853-4040ECF23D00}" dt="2025-06-20T15:07:05.990" v="14614"/>
          <ac:spMkLst>
            <pc:docMk/>
            <pc:sldMk cId="868687917" sldId="539"/>
            <ac:spMk id="5" creationId="{061C1368-500B-57B6-ECCE-937251B4E0B5}"/>
          </ac:spMkLst>
        </pc:spChg>
      </pc:sldChg>
      <pc:sldChg chg="addSp modSp add mod">
        <pc:chgData name="Arianna Landoni" userId="3d62cfe4-f381-4d93-8543-db56469c63db" providerId="ADAL" clId="{CFFBD93D-FF3B-48A7-9853-4040ECF23D00}" dt="2025-07-01T07:07:46.637" v="14852" actId="113"/>
        <pc:sldMkLst>
          <pc:docMk/>
          <pc:sldMk cId="1097370740" sldId="540"/>
        </pc:sldMkLst>
        <pc:spChg chg="add mod">
          <ac:chgData name="Arianna Landoni" userId="3d62cfe4-f381-4d93-8543-db56469c63db" providerId="ADAL" clId="{CFFBD93D-FF3B-48A7-9853-4040ECF23D00}" dt="2025-07-01T07:07:46.637" v="14852" actId="113"/>
          <ac:spMkLst>
            <pc:docMk/>
            <pc:sldMk cId="1097370740" sldId="540"/>
            <ac:spMk id="2" creationId="{20D985B5-1D0D-0A54-4533-F31003764402}"/>
          </ac:spMkLst>
        </pc:spChg>
        <pc:spChg chg="mod">
          <ac:chgData name="Arianna Landoni" userId="3d62cfe4-f381-4d93-8543-db56469c63db" providerId="ADAL" clId="{CFFBD93D-FF3B-48A7-9853-4040ECF23D00}" dt="2025-06-20T14:19:54.620" v="12208" actId="20577"/>
          <ac:spMkLst>
            <pc:docMk/>
            <pc:sldMk cId="1097370740" sldId="540"/>
            <ac:spMk id="15" creationId="{0ED39F9E-6821-C95A-ED15-B2F6EE17271A}"/>
          </ac:spMkLst>
        </pc:spChg>
        <pc:spChg chg="mod">
          <ac:chgData name="Arianna Landoni" userId="3d62cfe4-f381-4d93-8543-db56469c63db" providerId="ADAL" clId="{CFFBD93D-FF3B-48A7-9853-4040ECF23D00}" dt="2025-06-20T14:20:31.861" v="12293" actId="20577"/>
          <ac:spMkLst>
            <pc:docMk/>
            <pc:sldMk cId="1097370740" sldId="540"/>
            <ac:spMk id="17" creationId="{B8CA0AA6-80A7-8A76-F1AB-7126839AAA8F}"/>
          </ac:spMkLst>
        </pc:spChg>
        <pc:spChg chg="mod">
          <ac:chgData name="Arianna Landoni" userId="3d62cfe4-f381-4d93-8543-db56469c63db" providerId="ADAL" clId="{CFFBD93D-FF3B-48A7-9853-4040ECF23D00}" dt="2025-06-20T14:21:44.118" v="12527" actId="20577"/>
          <ac:spMkLst>
            <pc:docMk/>
            <pc:sldMk cId="1097370740" sldId="540"/>
            <ac:spMk id="45" creationId="{3174D188-A161-43C2-1D8B-1EE149FB9B9A}"/>
          </ac:spMkLst>
        </pc:spChg>
        <pc:spChg chg="mod">
          <ac:chgData name="Arianna Landoni" userId="3d62cfe4-f381-4d93-8543-db56469c63db" providerId="ADAL" clId="{CFFBD93D-FF3B-48A7-9853-4040ECF23D00}" dt="2025-06-20T14:20:45.500" v="12340" actId="20577"/>
          <ac:spMkLst>
            <pc:docMk/>
            <pc:sldMk cId="1097370740" sldId="540"/>
            <ac:spMk id="46" creationId="{974B7641-DF27-09C4-E8F5-2E43486EFF8B}"/>
          </ac:spMkLst>
        </pc:spChg>
        <pc:spChg chg="mod">
          <ac:chgData name="Arianna Landoni" userId="3d62cfe4-f381-4d93-8543-db56469c63db" providerId="ADAL" clId="{CFFBD93D-FF3B-48A7-9853-4040ECF23D00}" dt="2025-06-20T14:22:50.580" v="12709" actId="20577"/>
          <ac:spMkLst>
            <pc:docMk/>
            <pc:sldMk cId="1097370740" sldId="540"/>
            <ac:spMk id="53" creationId="{69955E8B-426E-FF6A-5AF2-53BD88A1A94A}"/>
          </ac:spMkLst>
        </pc:spChg>
        <pc:spChg chg="mod">
          <ac:chgData name="Arianna Landoni" userId="3d62cfe4-f381-4d93-8543-db56469c63db" providerId="ADAL" clId="{CFFBD93D-FF3B-48A7-9853-4040ECF23D00}" dt="2025-06-20T14:21:42.270" v="12524" actId="1036"/>
          <ac:spMkLst>
            <pc:docMk/>
            <pc:sldMk cId="1097370740" sldId="540"/>
            <ac:spMk id="54" creationId="{C5974024-CDA7-F9CA-7006-9E752569AF18}"/>
          </ac:spMkLst>
        </pc:spChg>
      </pc:sldChg>
      <pc:sldChg chg="modSp add mod">
        <pc:chgData name="Arianna Landoni" userId="3d62cfe4-f381-4d93-8543-db56469c63db" providerId="ADAL" clId="{CFFBD93D-FF3B-48A7-9853-4040ECF23D00}" dt="2025-06-20T15:07:02.620" v="14612"/>
        <pc:sldMkLst>
          <pc:docMk/>
          <pc:sldMk cId="3494181779" sldId="541"/>
        </pc:sldMkLst>
        <pc:spChg chg="mod">
          <ac:chgData name="Arianna Landoni" userId="3d62cfe4-f381-4d93-8543-db56469c63db" providerId="ADAL" clId="{CFFBD93D-FF3B-48A7-9853-4040ECF23D00}" dt="2025-06-20T15:07:02.620" v="14612"/>
          <ac:spMkLst>
            <pc:docMk/>
            <pc:sldMk cId="3494181779" sldId="541"/>
            <ac:spMk id="5" creationId="{1ED7ECD5-3FC6-B74D-1664-7DFD3F64F78B}"/>
          </ac:spMkLst>
        </pc:spChg>
      </pc:sldChg>
      <pc:sldChg chg="modSp add mod">
        <pc:chgData name="Arianna Landoni" userId="3d62cfe4-f381-4d93-8543-db56469c63db" providerId="ADAL" clId="{CFFBD93D-FF3B-48A7-9853-4040ECF23D00}" dt="2025-06-20T14:24:20.594" v="12776" actId="20577"/>
        <pc:sldMkLst>
          <pc:docMk/>
          <pc:sldMk cId="3626031041" sldId="542"/>
        </pc:sldMkLst>
        <pc:spChg chg="mod">
          <ac:chgData name="Arianna Landoni" userId="3d62cfe4-f381-4d93-8543-db56469c63db" providerId="ADAL" clId="{CFFBD93D-FF3B-48A7-9853-4040ECF23D00}" dt="2025-06-20T14:23:39.118" v="12752" actId="113"/>
          <ac:spMkLst>
            <pc:docMk/>
            <pc:sldMk cId="3626031041" sldId="542"/>
            <ac:spMk id="15" creationId="{C78BEA3C-84CC-1513-55F1-2F6AFCE59117}"/>
          </ac:spMkLst>
        </pc:spChg>
        <pc:spChg chg="mod">
          <ac:chgData name="Arianna Landoni" userId="3d62cfe4-f381-4d93-8543-db56469c63db" providerId="ADAL" clId="{CFFBD93D-FF3B-48A7-9853-4040ECF23D00}" dt="2025-06-20T14:23:46.996" v="12759"/>
          <ac:spMkLst>
            <pc:docMk/>
            <pc:sldMk cId="3626031041" sldId="542"/>
            <ac:spMk id="62" creationId="{BC708285-5245-CA47-EA0E-BFE94F5CC893}"/>
          </ac:spMkLst>
        </pc:spChg>
        <pc:spChg chg="mod">
          <ac:chgData name="Arianna Landoni" userId="3d62cfe4-f381-4d93-8543-db56469c63db" providerId="ADAL" clId="{CFFBD93D-FF3B-48A7-9853-4040ECF23D00}" dt="2025-06-20T14:24:06.878" v="12760" actId="113"/>
          <ac:spMkLst>
            <pc:docMk/>
            <pc:sldMk cId="3626031041" sldId="542"/>
            <ac:spMk id="63" creationId="{DD6417D3-45DD-A028-206A-7BAE7B032E74}"/>
          </ac:spMkLst>
        </pc:spChg>
        <pc:spChg chg="mod">
          <ac:chgData name="Arianna Landoni" userId="3d62cfe4-f381-4d93-8543-db56469c63db" providerId="ADAL" clId="{CFFBD93D-FF3B-48A7-9853-4040ECF23D00}" dt="2025-06-20T14:24:20.594" v="12776" actId="20577"/>
          <ac:spMkLst>
            <pc:docMk/>
            <pc:sldMk cId="3626031041" sldId="542"/>
            <ac:spMk id="64" creationId="{CE1E5A64-3923-D937-F461-8260E8B49823}"/>
          </ac:spMkLst>
        </pc:spChg>
      </pc:sldChg>
      <pc:sldChg chg="modSp add mod">
        <pc:chgData name="Arianna Landoni" userId="3d62cfe4-f381-4d93-8543-db56469c63db" providerId="ADAL" clId="{CFFBD93D-FF3B-48A7-9853-4040ECF23D00}" dt="2025-06-20T14:26:32.078" v="12936" actId="1035"/>
        <pc:sldMkLst>
          <pc:docMk/>
          <pc:sldMk cId="1220881367" sldId="543"/>
        </pc:sldMkLst>
        <pc:spChg chg="mod">
          <ac:chgData name="Arianna Landoni" userId="3d62cfe4-f381-4d93-8543-db56469c63db" providerId="ADAL" clId="{CFFBD93D-FF3B-48A7-9853-4040ECF23D00}" dt="2025-06-20T14:25:25.549" v="12839" actId="20577"/>
          <ac:spMkLst>
            <pc:docMk/>
            <pc:sldMk cId="1220881367" sldId="543"/>
            <ac:spMk id="15" creationId="{91673E35-5814-AC69-EEE3-561BEFACB378}"/>
          </ac:spMkLst>
        </pc:spChg>
        <pc:spChg chg="mod">
          <ac:chgData name="Arianna Landoni" userId="3d62cfe4-f381-4d93-8543-db56469c63db" providerId="ADAL" clId="{CFFBD93D-FF3B-48A7-9853-4040ECF23D00}" dt="2025-06-20T14:26:28.091" v="12934" actId="552"/>
          <ac:spMkLst>
            <pc:docMk/>
            <pc:sldMk cId="1220881367" sldId="543"/>
            <ac:spMk id="16" creationId="{0580F7FF-1C0E-396E-0466-7B7F5821C036}"/>
          </ac:spMkLst>
        </pc:spChg>
        <pc:spChg chg="mod">
          <ac:chgData name="Arianna Landoni" userId="3d62cfe4-f381-4d93-8543-db56469c63db" providerId="ADAL" clId="{CFFBD93D-FF3B-48A7-9853-4040ECF23D00}" dt="2025-06-20T14:26:19.713" v="12932" actId="1076"/>
          <ac:spMkLst>
            <pc:docMk/>
            <pc:sldMk cId="1220881367" sldId="543"/>
            <ac:spMk id="39" creationId="{DE5EF194-391D-140B-D023-1FACCC07FD62}"/>
          </ac:spMkLst>
        </pc:spChg>
        <pc:spChg chg="mod">
          <ac:chgData name="Arianna Landoni" userId="3d62cfe4-f381-4d93-8543-db56469c63db" providerId="ADAL" clId="{CFFBD93D-FF3B-48A7-9853-4040ECF23D00}" dt="2025-06-20T14:26:14.704" v="12931" actId="1076"/>
          <ac:spMkLst>
            <pc:docMk/>
            <pc:sldMk cId="1220881367" sldId="543"/>
            <ac:spMk id="40" creationId="{DCFD946E-EA68-3894-30E7-D8B710C916E9}"/>
          </ac:spMkLst>
        </pc:spChg>
        <pc:spChg chg="mod">
          <ac:chgData name="Arianna Landoni" userId="3d62cfe4-f381-4d93-8543-db56469c63db" providerId="ADAL" clId="{CFFBD93D-FF3B-48A7-9853-4040ECF23D00}" dt="2025-06-20T14:26:22.219" v="12933" actId="1076"/>
          <ac:spMkLst>
            <pc:docMk/>
            <pc:sldMk cId="1220881367" sldId="543"/>
            <ac:spMk id="41" creationId="{2A678A4F-0A72-05AF-06DA-DCBE961DFC0C}"/>
          </ac:spMkLst>
        </pc:spChg>
        <pc:spChg chg="mod">
          <ac:chgData name="Arianna Landoni" userId="3d62cfe4-f381-4d93-8543-db56469c63db" providerId="ADAL" clId="{CFFBD93D-FF3B-48A7-9853-4040ECF23D00}" dt="2025-06-20T14:26:32.078" v="12936" actId="1035"/>
          <ac:spMkLst>
            <pc:docMk/>
            <pc:sldMk cId="1220881367" sldId="543"/>
            <ac:spMk id="59" creationId="{11FCAFED-F8DB-282C-A442-0AC5FD740A20}"/>
          </ac:spMkLst>
        </pc:spChg>
        <pc:spChg chg="mod">
          <ac:chgData name="Arianna Landoni" userId="3d62cfe4-f381-4d93-8543-db56469c63db" providerId="ADAL" clId="{CFFBD93D-FF3B-48A7-9853-4040ECF23D00}" dt="2025-06-20T14:26:28.091" v="12934" actId="552"/>
          <ac:spMkLst>
            <pc:docMk/>
            <pc:sldMk cId="1220881367" sldId="543"/>
            <ac:spMk id="60" creationId="{21E03F62-4BCE-7C41-BA1E-255E1766BFD6}"/>
          </ac:spMkLst>
        </pc:spChg>
        <pc:spChg chg="mod">
          <ac:chgData name="Arianna Landoni" userId="3d62cfe4-f381-4d93-8543-db56469c63db" providerId="ADAL" clId="{CFFBD93D-FF3B-48A7-9853-4040ECF23D00}" dt="2025-06-20T14:26:28.091" v="12934" actId="552"/>
          <ac:spMkLst>
            <pc:docMk/>
            <pc:sldMk cId="1220881367" sldId="543"/>
            <ac:spMk id="61" creationId="{994AA2FE-CB13-96D7-4632-BB1D425D11A7}"/>
          </ac:spMkLst>
        </pc:spChg>
      </pc:sldChg>
      <pc:sldChg chg="modSp add mod">
        <pc:chgData name="Arianna Landoni" userId="3d62cfe4-f381-4d93-8543-db56469c63db" providerId="ADAL" clId="{CFFBD93D-FF3B-48A7-9853-4040ECF23D00}" dt="2025-06-20T14:28:16.586" v="13055" actId="20577"/>
        <pc:sldMkLst>
          <pc:docMk/>
          <pc:sldMk cId="3468671163" sldId="544"/>
        </pc:sldMkLst>
        <pc:spChg chg="mod">
          <ac:chgData name="Arianna Landoni" userId="3d62cfe4-f381-4d93-8543-db56469c63db" providerId="ADAL" clId="{CFFBD93D-FF3B-48A7-9853-4040ECF23D00}" dt="2025-06-20T14:26:53.174" v="12952" actId="20577"/>
          <ac:spMkLst>
            <pc:docMk/>
            <pc:sldMk cId="3468671163" sldId="544"/>
            <ac:spMk id="15" creationId="{0231D99F-28B4-9F3F-F515-3EB7863E0102}"/>
          </ac:spMkLst>
        </pc:spChg>
        <pc:spChg chg="mod">
          <ac:chgData name="Arianna Landoni" userId="3d62cfe4-f381-4d93-8543-db56469c63db" providerId="ADAL" clId="{CFFBD93D-FF3B-48A7-9853-4040ECF23D00}" dt="2025-06-20T14:27:04.820" v="12954"/>
          <ac:spMkLst>
            <pc:docMk/>
            <pc:sldMk cId="3468671163" sldId="544"/>
            <ac:spMk id="39" creationId="{C24EF434-C812-8776-235D-9B77A44FBC5E}"/>
          </ac:spMkLst>
        </pc:spChg>
        <pc:spChg chg="mod">
          <ac:chgData name="Arianna Landoni" userId="3d62cfe4-f381-4d93-8543-db56469c63db" providerId="ADAL" clId="{CFFBD93D-FF3B-48A7-9853-4040ECF23D00}" dt="2025-06-20T14:27:17.793" v="12987" actId="20577"/>
          <ac:spMkLst>
            <pc:docMk/>
            <pc:sldMk cId="3468671163" sldId="544"/>
            <ac:spMk id="74" creationId="{71F80073-7DB9-3047-7057-C65EF16891E2}"/>
          </ac:spMkLst>
        </pc:spChg>
        <pc:spChg chg="mod">
          <ac:chgData name="Arianna Landoni" userId="3d62cfe4-f381-4d93-8543-db56469c63db" providerId="ADAL" clId="{CFFBD93D-FF3B-48A7-9853-4040ECF23D00}" dt="2025-06-20T14:27:03.546" v="12953"/>
          <ac:spMkLst>
            <pc:docMk/>
            <pc:sldMk cId="3468671163" sldId="544"/>
            <ac:spMk id="75" creationId="{E2A55FD1-5793-0C85-3919-4C70B2A3D530}"/>
          </ac:spMkLst>
        </pc:spChg>
        <pc:spChg chg="mod">
          <ac:chgData name="Arianna Landoni" userId="3d62cfe4-f381-4d93-8543-db56469c63db" providerId="ADAL" clId="{CFFBD93D-FF3B-48A7-9853-4040ECF23D00}" dt="2025-06-20T14:28:16.586" v="13055" actId="20577"/>
          <ac:spMkLst>
            <pc:docMk/>
            <pc:sldMk cId="3468671163" sldId="544"/>
            <ac:spMk id="76" creationId="{0F00BC76-3DEA-EF53-65CB-9C6112840587}"/>
          </ac:spMkLst>
        </pc:spChg>
      </pc:sldChg>
      <pc:sldChg chg="modSp add mod">
        <pc:chgData name="Arianna Landoni" userId="3d62cfe4-f381-4d93-8543-db56469c63db" providerId="ADAL" clId="{CFFBD93D-FF3B-48A7-9853-4040ECF23D00}" dt="2025-06-20T15:06:58.725" v="14610"/>
        <pc:sldMkLst>
          <pc:docMk/>
          <pc:sldMk cId="472629390" sldId="545"/>
        </pc:sldMkLst>
        <pc:spChg chg="mod">
          <ac:chgData name="Arianna Landoni" userId="3d62cfe4-f381-4d93-8543-db56469c63db" providerId="ADAL" clId="{CFFBD93D-FF3B-48A7-9853-4040ECF23D00}" dt="2025-06-20T15:06:58.725" v="14610"/>
          <ac:spMkLst>
            <pc:docMk/>
            <pc:sldMk cId="472629390" sldId="545"/>
            <ac:spMk id="5" creationId="{C6285D1D-8B57-8015-31D2-A7BE9DE00565}"/>
          </ac:spMkLst>
        </pc:spChg>
      </pc:sldChg>
      <pc:sldChg chg="modSp add mod">
        <pc:chgData name="Arianna Landoni" userId="3d62cfe4-f381-4d93-8543-db56469c63db" providerId="ADAL" clId="{CFFBD93D-FF3B-48A7-9853-4040ECF23D00}" dt="2025-06-30T08:56:06.815" v="14802" actId="313"/>
        <pc:sldMkLst>
          <pc:docMk/>
          <pc:sldMk cId="7071422" sldId="546"/>
        </pc:sldMkLst>
        <pc:spChg chg="mod">
          <ac:chgData name="Arianna Landoni" userId="3d62cfe4-f381-4d93-8543-db56469c63db" providerId="ADAL" clId="{CFFBD93D-FF3B-48A7-9853-4040ECF23D00}" dt="2025-06-30T08:56:06.815" v="14802" actId="313"/>
          <ac:spMkLst>
            <pc:docMk/>
            <pc:sldMk cId="7071422" sldId="546"/>
            <ac:spMk id="15" creationId="{28607DC4-D333-3E6C-B85F-FCC16E88A2BF}"/>
          </ac:spMkLst>
        </pc:spChg>
        <pc:spChg chg="mod">
          <ac:chgData name="Arianna Landoni" userId="3d62cfe4-f381-4d93-8543-db56469c63db" providerId="ADAL" clId="{CFFBD93D-FF3B-48A7-9853-4040ECF23D00}" dt="2025-06-20T14:29:35.719" v="13120" actId="12"/>
          <ac:spMkLst>
            <pc:docMk/>
            <pc:sldMk cId="7071422" sldId="546"/>
            <ac:spMk id="27" creationId="{FCE438D1-0BA4-2607-09A4-7F0D5EBE0B63}"/>
          </ac:spMkLst>
        </pc:spChg>
        <pc:spChg chg="mod">
          <ac:chgData name="Arianna Landoni" userId="3d62cfe4-f381-4d93-8543-db56469c63db" providerId="ADAL" clId="{CFFBD93D-FF3B-48A7-9853-4040ECF23D00}" dt="2025-06-20T14:29:44.150" v="13121" actId="113"/>
          <ac:spMkLst>
            <pc:docMk/>
            <pc:sldMk cId="7071422" sldId="546"/>
            <ac:spMk id="28" creationId="{BED8D3DC-56B9-BDD6-F126-0254B819A19B}"/>
          </ac:spMkLst>
        </pc:spChg>
        <pc:spChg chg="mod">
          <ac:chgData name="Arianna Landoni" userId="3d62cfe4-f381-4d93-8543-db56469c63db" providerId="ADAL" clId="{CFFBD93D-FF3B-48A7-9853-4040ECF23D00}" dt="2025-06-20T14:29:55.613" v="13161" actId="20577"/>
          <ac:spMkLst>
            <pc:docMk/>
            <pc:sldMk cId="7071422" sldId="546"/>
            <ac:spMk id="31" creationId="{D909A848-8A93-213D-AF8D-3247FB182959}"/>
          </ac:spMkLst>
        </pc:spChg>
      </pc:sldChg>
      <pc:sldChg chg="modSp add mod">
        <pc:chgData name="Arianna Landoni" userId="3d62cfe4-f381-4d93-8543-db56469c63db" providerId="ADAL" clId="{CFFBD93D-FF3B-48A7-9853-4040ECF23D00}" dt="2025-06-20T14:37:34.010" v="13371" actId="1036"/>
        <pc:sldMkLst>
          <pc:docMk/>
          <pc:sldMk cId="3122212033" sldId="547"/>
        </pc:sldMkLst>
        <pc:spChg chg="mod">
          <ac:chgData name="Arianna Landoni" userId="3d62cfe4-f381-4d93-8543-db56469c63db" providerId="ADAL" clId="{CFFBD93D-FF3B-48A7-9853-4040ECF23D00}" dt="2025-06-20T14:37:13.851" v="13345" actId="20577"/>
          <ac:spMkLst>
            <pc:docMk/>
            <pc:sldMk cId="3122212033" sldId="547"/>
            <ac:spMk id="49" creationId="{E19C1807-AA90-A42A-1652-79DAF70E33FE}"/>
          </ac:spMkLst>
        </pc:spChg>
        <pc:spChg chg="mod">
          <ac:chgData name="Arianna Landoni" userId="3d62cfe4-f381-4d93-8543-db56469c63db" providerId="ADAL" clId="{CFFBD93D-FF3B-48A7-9853-4040ECF23D00}" dt="2025-06-20T14:37:19.452" v="13357" actId="1035"/>
          <ac:spMkLst>
            <pc:docMk/>
            <pc:sldMk cId="3122212033" sldId="547"/>
            <ac:spMk id="51" creationId="{84812384-39F8-7C5A-B9C5-457682FB89DA}"/>
          </ac:spMkLst>
        </pc:spChg>
        <pc:spChg chg="mod">
          <ac:chgData name="Arianna Landoni" userId="3d62cfe4-f381-4d93-8543-db56469c63db" providerId="ADAL" clId="{CFFBD93D-FF3B-48A7-9853-4040ECF23D00}" dt="2025-06-20T14:37:30.675" v="13365" actId="20577"/>
          <ac:spMkLst>
            <pc:docMk/>
            <pc:sldMk cId="3122212033" sldId="547"/>
            <ac:spMk id="52" creationId="{512296CC-2314-F7F4-CF88-000376EE5D50}"/>
          </ac:spMkLst>
        </pc:spChg>
        <pc:spChg chg="mod">
          <ac:chgData name="Arianna Landoni" userId="3d62cfe4-f381-4d93-8543-db56469c63db" providerId="ADAL" clId="{CFFBD93D-FF3B-48A7-9853-4040ECF23D00}" dt="2025-06-20T14:37:34.010" v="13371" actId="1036"/>
          <ac:spMkLst>
            <pc:docMk/>
            <pc:sldMk cId="3122212033" sldId="547"/>
            <ac:spMk id="53" creationId="{9E3399C1-FFB6-F236-DD9D-C471ED671F0F}"/>
          </ac:spMkLst>
        </pc:spChg>
        <pc:spChg chg="mod">
          <ac:chgData name="Arianna Landoni" userId="3d62cfe4-f381-4d93-8543-db56469c63db" providerId="ADAL" clId="{CFFBD93D-FF3B-48A7-9853-4040ECF23D00}" dt="2025-06-20T14:37:19.452" v="13357" actId="1035"/>
          <ac:spMkLst>
            <pc:docMk/>
            <pc:sldMk cId="3122212033" sldId="547"/>
            <ac:spMk id="54" creationId="{C32B3A12-B7F6-8B87-DEE0-7AB4E935B37F}"/>
          </ac:spMkLst>
        </pc:spChg>
        <pc:spChg chg="mod">
          <ac:chgData name="Arianna Landoni" userId="3d62cfe4-f381-4d93-8543-db56469c63db" providerId="ADAL" clId="{CFFBD93D-FF3B-48A7-9853-4040ECF23D00}" dt="2025-06-20T14:37:19.452" v="13357" actId="1035"/>
          <ac:spMkLst>
            <pc:docMk/>
            <pc:sldMk cId="3122212033" sldId="547"/>
            <ac:spMk id="55" creationId="{47E2A85D-544B-8D00-F29C-470C33D3A124}"/>
          </ac:spMkLst>
        </pc:spChg>
        <pc:spChg chg="mod">
          <ac:chgData name="Arianna Landoni" userId="3d62cfe4-f381-4d93-8543-db56469c63db" providerId="ADAL" clId="{CFFBD93D-FF3B-48A7-9853-4040ECF23D00}" dt="2025-06-20T14:37:34.010" v="13371" actId="1036"/>
          <ac:spMkLst>
            <pc:docMk/>
            <pc:sldMk cId="3122212033" sldId="547"/>
            <ac:spMk id="56" creationId="{9ABF6B12-EE94-E0AB-77B0-5356A6FDA107}"/>
          </ac:spMkLst>
        </pc:spChg>
      </pc:sldChg>
      <pc:sldChg chg="modSp add mod">
        <pc:chgData name="Arianna Landoni" userId="3d62cfe4-f381-4d93-8543-db56469c63db" providerId="ADAL" clId="{CFFBD93D-FF3B-48A7-9853-4040ECF23D00}" dt="2025-06-20T14:40:38.124" v="13502"/>
        <pc:sldMkLst>
          <pc:docMk/>
          <pc:sldMk cId="358579851" sldId="548"/>
        </pc:sldMkLst>
        <pc:spChg chg="mod">
          <ac:chgData name="Arianna Landoni" userId="3d62cfe4-f381-4d93-8543-db56469c63db" providerId="ADAL" clId="{CFFBD93D-FF3B-48A7-9853-4040ECF23D00}" dt="2025-06-20T14:40:14.285" v="13479"/>
          <ac:spMkLst>
            <pc:docMk/>
            <pc:sldMk cId="358579851" sldId="548"/>
            <ac:spMk id="29" creationId="{D998D767-0B03-F0DA-A4E6-59E4246A014F}"/>
          </ac:spMkLst>
        </pc:spChg>
        <pc:spChg chg="mod">
          <ac:chgData name="Arianna Landoni" userId="3d62cfe4-f381-4d93-8543-db56469c63db" providerId="ADAL" clId="{CFFBD93D-FF3B-48A7-9853-4040ECF23D00}" dt="2025-06-20T14:40:29.343" v="13501" actId="20577"/>
          <ac:spMkLst>
            <pc:docMk/>
            <pc:sldMk cId="358579851" sldId="548"/>
            <ac:spMk id="30" creationId="{1A2AD4F7-798E-4C05-D7E4-95085642CA2F}"/>
          </ac:spMkLst>
        </pc:spChg>
        <pc:spChg chg="mod">
          <ac:chgData name="Arianna Landoni" userId="3d62cfe4-f381-4d93-8543-db56469c63db" providerId="ADAL" clId="{CFFBD93D-FF3B-48A7-9853-4040ECF23D00}" dt="2025-06-20T14:40:38.124" v="13502"/>
          <ac:spMkLst>
            <pc:docMk/>
            <pc:sldMk cId="358579851" sldId="548"/>
            <ac:spMk id="46" creationId="{662E0CA2-AABE-E43E-C7AE-A32937844014}"/>
          </ac:spMkLst>
        </pc:spChg>
        <pc:spChg chg="mod">
          <ac:chgData name="Arianna Landoni" userId="3d62cfe4-f381-4d93-8543-db56469c63db" providerId="ADAL" clId="{CFFBD93D-FF3B-48A7-9853-4040ECF23D00}" dt="2025-06-20T14:39:40.982" v="13448"/>
          <ac:spMkLst>
            <pc:docMk/>
            <pc:sldMk cId="358579851" sldId="548"/>
            <ac:spMk id="49" creationId="{D7F2C204-1A55-84AC-885B-E7D00406406B}"/>
          </ac:spMkLst>
        </pc:spChg>
      </pc:sldChg>
      <pc:sldChg chg="modSp add mod">
        <pc:chgData name="Arianna Landoni" userId="3d62cfe4-f381-4d93-8543-db56469c63db" providerId="ADAL" clId="{CFFBD93D-FF3B-48A7-9853-4040ECF23D00}" dt="2025-06-20T14:42:03.471" v="13539" actId="20577"/>
        <pc:sldMkLst>
          <pc:docMk/>
          <pc:sldMk cId="3337426716" sldId="549"/>
        </pc:sldMkLst>
        <pc:spChg chg="mod">
          <ac:chgData name="Arianna Landoni" userId="3d62cfe4-f381-4d93-8543-db56469c63db" providerId="ADAL" clId="{CFFBD93D-FF3B-48A7-9853-4040ECF23D00}" dt="2025-06-20T14:41:29.032" v="13514" actId="20577"/>
          <ac:spMkLst>
            <pc:docMk/>
            <pc:sldMk cId="3337426716" sldId="549"/>
            <ac:spMk id="21" creationId="{3BE0B967-2958-62D7-3EA6-748C10444A47}"/>
          </ac:spMkLst>
        </pc:spChg>
        <pc:spChg chg="mod">
          <ac:chgData name="Arianna Landoni" userId="3d62cfe4-f381-4d93-8543-db56469c63db" providerId="ADAL" clId="{CFFBD93D-FF3B-48A7-9853-4040ECF23D00}" dt="2025-06-20T14:41:25.961" v="13508" actId="20577"/>
          <ac:spMkLst>
            <pc:docMk/>
            <pc:sldMk cId="3337426716" sldId="549"/>
            <ac:spMk id="49" creationId="{F4756D93-0D7D-928D-6E2C-30E5BD8408F1}"/>
          </ac:spMkLst>
        </pc:spChg>
        <pc:spChg chg="mod">
          <ac:chgData name="Arianna Landoni" userId="3d62cfe4-f381-4d93-8543-db56469c63db" providerId="ADAL" clId="{CFFBD93D-FF3B-48A7-9853-4040ECF23D00}" dt="2025-06-20T14:41:47.570" v="13516" actId="20577"/>
          <ac:spMkLst>
            <pc:docMk/>
            <pc:sldMk cId="3337426716" sldId="549"/>
            <ac:spMk id="64" creationId="{97623A49-495D-0046-921D-95357CF78F4D}"/>
          </ac:spMkLst>
        </pc:spChg>
        <pc:spChg chg="mod">
          <ac:chgData name="Arianna Landoni" userId="3d62cfe4-f381-4d93-8543-db56469c63db" providerId="ADAL" clId="{CFFBD93D-FF3B-48A7-9853-4040ECF23D00}" dt="2025-06-20T14:42:03.471" v="13539" actId="20577"/>
          <ac:spMkLst>
            <pc:docMk/>
            <pc:sldMk cId="3337426716" sldId="549"/>
            <ac:spMk id="66" creationId="{95E66D28-4827-BA46-4034-C232C440AC75}"/>
          </ac:spMkLst>
        </pc:spChg>
      </pc:sldChg>
      <pc:sldChg chg="modSp add mod">
        <pc:chgData name="Arianna Landoni" userId="3d62cfe4-f381-4d93-8543-db56469c63db" providerId="ADAL" clId="{CFFBD93D-FF3B-48A7-9853-4040ECF23D00}" dt="2025-06-20T15:06:53.017" v="14608" actId="207"/>
        <pc:sldMkLst>
          <pc:docMk/>
          <pc:sldMk cId="143930804" sldId="550"/>
        </pc:sldMkLst>
        <pc:spChg chg="mod">
          <ac:chgData name="Arianna Landoni" userId="3d62cfe4-f381-4d93-8543-db56469c63db" providerId="ADAL" clId="{CFFBD93D-FF3B-48A7-9853-4040ECF23D00}" dt="2025-06-20T15:06:53.017" v="14608" actId="207"/>
          <ac:spMkLst>
            <pc:docMk/>
            <pc:sldMk cId="143930804" sldId="550"/>
            <ac:spMk id="5" creationId="{6A7A9C54-60FE-3903-AAB2-C6425902748C}"/>
          </ac:spMkLst>
        </pc:spChg>
      </pc:sldChg>
      <pc:sldChg chg="modSp add mod">
        <pc:chgData name="Arianna Landoni" userId="3d62cfe4-f381-4d93-8543-db56469c63db" providerId="ADAL" clId="{CFFBD93D-FF3B-48A7-9853-4040ECF23D00}" dt="2025-06-20T14:44:04.168" v="13722" actId="20577"/>
        <pc:sldMkLst>
          <pc:docMk/>
          <pc:sldMk cId="593176323" sldId="551"/>
        </pc:sldMkLst>
        <pc:spChg chg="mod">
          <ac:chgData name="Arianna Landoni" userId="3d62cfe4-f381-4d93-8543-db56469c63db" providerId="ADAL" clId="{CFFBD93D-FF3B-48A7-9853-4040ECF23D00}" dt="2025-06-20T14:42:28.823" v="13559" actId="20577"/>
          <ac:spMkLst>
            <pc:docMk/>
            <pc:sldMk cId="593176323" sldId="551"/>
            <ac:spMk id="15" creationId="{28780726-F87A-3112-2563-487EE396B2CA}"/>
          </ac:spMkLst>
        </pc:spChg>
        <pc:spChg chg="mod">
          <ac:chgData name="Arianna Landoni" userId="3d62cfe4-f381-4d93-8543-db56469c63db" providerId="ADAL" clId="{CFFBD93D-FF3B-48A7-9853-4040ECF23D00}" dt="2025-06-20T14:43:11.568" v="13633" actId="20577"/>
          <ac:spMkLst>
            <pc:docMk/>
            <pc:sldMk cId="593176323" sldId="551"/>
            <ac:spMk id="27" creationId="{98BA3E7B-B38F-D87B-345E-45ED7D40E451}"/>
          </ac:spMkLst>
        </pc:spChg>
        <pc:spChg chg="mod">
          <ac:chgData name="Arianna Landoni" userId="3d62cfe4-f381-4d93-8543-db56469c63db" providerId="ADAL" clId="{CFFBD93D-FF3B-48A7-9853-4040ECF23D00}" dt="2025-06-20T14:43:46.309" v="13687" actId="20577"/>
          <ac:spMkLst>
            <pc:docMk/>
            <pc:sldMk cId="593176323" sldId="551"/>
            <ac:spMk id="31" creationId="{12AE62D3-DE85-223A-0D9E-BC7A671DC344}"/>
          </ac:spMkLst>
        </pc:spChg>
        <pc:spChg chg="mod">
          <ac:chgData name="Arianna Landoni" userId="3d62cfe4-f381-4d93-8543-db56469c63db" providerId="ADAL" clId="{CFFBD93D-FF3B-48A7-9853-4040ECF23D00}" dt="2025-06-20T14:42:38.335" v="13584" actId="1035"/>
          <ac:spMkLst>
            <pc:docMk/>
            <pc:sldMk cId="593176323" sldId="551"/>
            <ac:spMk id="44" creationId="{41908CE1-DAB5-9835-E376-2245B9084944}"/>
          </ac:spMkLst>
        </pc:spChg>
        <pc:spChg chg="mod">
          <ac:chgData name="Arianna Landoni" userId="3d62cfe4-f381-4d93-8543-db56469c63db" providerId="ADAL" clId="{CFFBD93D-FF3B-48A7-9853-4040ECF23D00}" dt="2025-06-20T14:42:38.335" v="13584" actId="1035"/>
          <ac:spMkLst>
            <pc:docMk/>
            <pc:sldMk cId="593176323" sldId="551"/>
            <ac:spMk id="45" creationId="{85F06144-34C1-DF9D-935F-B40B5E977D99}"/>
          </ac:spMkLst>
        </pc:spChg>
        <pc:spChg chg="mod">
          <ac:chgData name="Arianna Landoni" userId="3d62cfe4-f381-4d93-8543-db56469c63db" providerId="ADAL" clId="{CFFBD93D-FF3B-48A7-9853-4040ECF23D00}" dt="2025-06-20T14:43:31.542" v="13647" actId="1036"/>
          <ac:spMkLst>
            <pc:docMk/>
            <pc:sldMk cId="593176323" sldId="551"/>
            <ac:spMk id="46" creationId="{672FB095-3860-C57C-AD66-DAFF306F3173}"/>
          </ac:spMkLst>
        </pc:spChg>
        <pc:spChg chg="mod">
          <ac:chgData name="Arianna Landoni" userId="3d62cfe4-f381-4d93-8543-db56469c63db" providerId="ADAL" clId="{CFFBD93D-FF3B-48A7-9853-4040ECF23D00}" dt="2025-06-20T14:43:26.985" v="13636"/>
          <ac:spMkLst>
            <pc:docMk/>
            <pc:sldMk cId="593176323" sldId="551"/>
            <ac:spMk id="53" creationId="{7674A98F-E2D2-6418-B14E-A19ED9E4D81A}"/>
          </ac:spMkLst>
        </pc:spChg>
        <pc:spChg chg="mod">
          <ac:chgData name="Arianna Landoni" userId="3d62cfe4-f381-4d93-8543-db56469c63db" providerId="ADAL" clId="{CFFBD93D-FF3B-48A7-9853-4040ECF23D00}" dt="2025-06-20T14:44:04.168" v="13722" actId="20577"/>
          <ac:spMkLst>
            <pc:docMk/>
            <pc:sldMk cId="593176323" sldId="551"/>
            <ac:spMk id="54" creationId="{47702F67-D52D-647B-8043-6BF011620F8F}"/>
          </ac:spMkLst>
        </pc:spChg>
      </pc:sldChg>
      <pc:sldChg chg="addSp delSp modSp new mod">
        <pc:chgData name="Arianna Landoni" userId="3d62cfe4-f381-4d93-8543-db56469c63db" providerId="ADAL" clId="{CFFBD93D-FF3B-48A7-9853-4040ECF23D00}" dt="2025-07-02T08:47:57.929" v="15384"/>
        <pc:sldMkLst>
          <pc:docMk/>
          <pc:sldMk cId="383884662" sldId="552"/>
        </pc:sldMkLst>
        <pc:spChg chg="mod">
          <ac:chgData name="Arianna Landoni" userId="3d62cfe4-f381-4d93-8543-db56469c63db" providerId="ADAL" clId="{CFFBD93D-FF3B-48A7-9853-4040ECF23D00}" dt="2025-07-02T08:47:57.828" v="15353" actId="948"/>
          <ac:spMkLst>
            <pc:docMk/>
            <pc:sldMk cId="383884662" sldId="552"/>
            <ac:spMk id="2" creationId="{C6742B6F-4E8C-CAF8-7B89-8336E3FA2E8D}"/>
          </ac:spMkLst>
        </pc:spChg>
        <pc:spChg chg="mod">
          <ac:chgData name="Arianna Landoni" userId="3d62cfe4-f381-4d93-8543-db56469c63db" providerId="ADAL" clId="{CFFBD93D-FF3B-48A7-9853-4040ECF23D00}" dt="2025-06-20T14:46:04.427" v="13725" actId="20577"/>
          <ac:spMkLst>
            <pc:docMk/>
            <pc:sldMk cId="383884662" sldId="552"/>
            <ac:spMk id="5" creationId="{3CAB1E89-592F-AAC8-8E5F-17D0851C954A}"/>
          </ac:spMkLst>
        </pc:spChg>
        <pc:graphicFrameChg chg="add mod ord modVis">
          <ac:chgData name="Arianna Landoni" userId="3d62cfe4-f381-4d93-8543-db56469c63db" providerId="ADAL" clId="{CFFBD93D-FF3B-48A7-9853-4040ECF23D00}" dt="2025-07-02T08:47:57.929" v="15384"/>
          <ac:graphicFrameMkLst>
            <pc:docMk/>
            <pc:sldMk cId="383884662" sldId="552"/>
            <ac:graphicFrameMk id="7" creationId="{05B1B47F-A467-DA4F-F22B-BCCCF0A2CE79}"/>
          </ac:graphicFrameMkLst>
        </pc:graphicFrameChg>
        <pc:graphicFrameChg chg="add mod modGraphic">
          <ac:chgData name="Arianna Landoni" userId="3d62cfe4-f381-4d93-8543-db56469c63db" providerId="ADAL" clId="{CFFBD93D-FF3B-48A7-9853-4040ECF23D00}" dt="2025-07-02T07:53:18.092" v="15043" actId="20577"/>
          <ac:graphicFrameMkLst>
            <pc:docMk/>
            <pc:sldMk cId="383884662" sldId="552"/>
            <ac:graphicFrameMk id="13" creationId="{A4AC4DE4-225B-BAD6-F89D-23086A3768E6}"/>
          </ac:graphicFrameMkLst>
        </pc:graphicFrameChg>
      </pc:sldChg>
      <pc:sldChg chg="add del">
        <pc:chgData name="Arianna Landoni" userId="3d62cfe4-f381-4d93-8543-db56469c63db" providerId="ADAL" clId="{CFFBD93D-FF3B-48A7-9853-4040ECF23D00}" dt="2025-06-20T14:18:13.937" v="12118" actId="47"/>
        <pc:sldMkLst>
          <pc:docMk/>
          <pc:sldMk cId="1520832406" sldId="552"/>
        </pc:sldMkLst>
      </pc:sldChg>
      <pc:sldChg chg="addSp delSp modSp add mod">
        <pc:chgData name="Arianna Landoni" userId="3d62cfe4-f381-4d93-8543-db56469c63db" providerId="ADAL" clId="{CFFBD93D-FF3B-48A7-9853-4040ECF23D00}" dt="2025-07-02T08:48:02.209" v="15422"/>
        <pc:sldMkLst>
          <pc:docMk/>
          <pc:sldMk cId="2049402538" sldId="553"/>
        </pc:sldMkLst>
        <pc:spChg chg="mod">
          <ac:chgData name="Arianna Landoni" userId="3d62cfe4-f381-4d93-8543-db56469c63db" providerId="ADAL" clId="{CFFBD93D-FF3B-48A7-9853-4040ECF23D00}" dt="2025-07-02T08:48:02.136" v="15391" actId="948"/>
          <ac:spMkLst>
            <pc:docMk/>
            <pc:sldMk cId="2049402538" sldId="553"/>
            <ac:spMk id="2" creationId="{0F2A035B-5205-CA60-ADEF-643A3AD4DEC0}"/>
          </ac:spMkLst>
        </pc:spChg>
        <pc:graphicFrameChg chg="add mod modGraphic">
          <ac:chgData name="Arianna Landoni" userId="3d62cfe4-f381-4d93-8543-db56469c63db" providerId="ADAL" clId="{CFFBD93D-FF3B-48A7-9853-4040ECF23D00}" dt="2025-07-02T08:42:32.460" v="15098" actId="113"/>
          <ac:graphicFrameMkLst>
            <pc:docMk/>
            <pc:sldMk cId="2049402538" sldId="553"/>
            <ac:graphicFrameMk id="6" creationId="{1B7B1C9E-8260-DF76-737D-2778F639D04C}"/>
          </ac:graphicFrameMkLst>
        </pc:graphicFrameChg>
        <pc:graphicFrameChg chg="mod">
          <ac:chgData name="Arianna Landoni" userId="3d62cfe4-f381-4d93-8543-db56469c63db" providerId="ADAL" clId="{CFFBD93D-FF3B-48A7-9853-4040ECF23D00}" dt="2025-07-02T08:48:02.209" v="15422"/>
          <ac:graphicFrameMkLst>
            <pc:docMk/>
            <pc:sldMk cId="2049402538" sldId="553"/>
            <ac:graphicFrameMk id="7" creationId="{0DB7F454-1478-563D-A407-F2E87670AB5B}"/>
          </ac:graphicFrameMkLst>
        </pc:graphicFrameChg>
      </pc:sldChg>
      <pc:sldChg chg="addSp delSp modSp add mod">
        <pc:chgData name="Arianna Landoni" userId="3d62cfe4-f381-4d93-8543-db56469c63db" providerId="ADAL" clId="{CFFBD93D-FF3B-48A7-9853-4040ECF23D00}" dt="2025-07-02T10:13:07.885" v="15915"/>
        <pc:sldMkLst>
          <pc:docMk/>
          <pc:sldMk cId="632606902" sldId="554"/>
        </pc:sldMkLst>
        <pc:spChg chg="mod">
          <ac:chgData name="Arianna Landoni" userId="3d62cfe4-f381-4d93-8543-db56469c63db" providerId="ADAL" clId="{CFFBD93D-FF3B-48A7-9853-4040ECF23D00}" dt="2025-07-02T08:48:07.446" v="15463" actId="948"/>
          <ac:spMkLst>
            <pc:docMk/>
            <pc:sldMk cId="632606902" sldId="554"/>
            <ac:spMk id="2" creationId="{9136D5E0-D52D-CFC8-29E5-F6D1E2D1625E}"/>
          </ac:spMkLst>
        </pc:spChg>
        <pc:graphicFrameChg chg="mod">
          <ac:chgData name="Arianna Landoni" userId="3d62cfe4-f381-4d93-8543-db56469c63db" providerId="ADAL" clId="{CFFBD93D-FF3B-48A7-9853-4040ECF23D00}" dt="2025-07-02T08:48:07.529" v="15494"/>
          <ac:graphicFrameMkLst>
            <pc:docMk/>
            <pc:sldMk cId="632606902" sldId="554"/>
            <ac:graphicFrameMk id="7" creationId="{51EB8EF0-A61C-22C6-1808-AF20AC2D714C}"/>
          </ac:graphicFrameMkLst>
        </pc:graphicFrameChg>
        <pc:graphicFrameChg chg="add mod modGraphic">
          <ac:chgData name="Arianna Landoni" userId="3d62cfe4-f381-4d93-8543-db56469c63db" providerId="ADAL" clId="{CFFBD93D-FF3B-48A7-9853-4040ECF23D00}" dt="2025-07-02T10:13:07.885" v="15915"/>
          <ac:graphicFrameMkLst>
            <pc:docMk/>
            <pc:sldMk cId="632606902" sldId="554"/>
            <ac:graphicFrameMk id="9" creationId="{A9AB3A41-BCFF-F1A6-AF36-DD87BC37DDD0}"/>
          </ac:graphicFrameMkLst>
        </pc:graphicFrameChg>
      </pc:sldChg>
      <pc:sldChg chg="addSp delSp modSp add mod">
        <pc:chgData name="Arianna Landoni" userId="3d62cfe4-f381-4d93-8543-db56469c63db" providerId="ADAL" clId="{CFFBD93D-FF3B-48A7-9853-4040ECF23D00}" dt="2025-07-02T08:48:52.409" v="15602"/>
        <pc:sldMkLst>
          <pc:docMk/>
          <pc:sldMk cId="789489419" sldId="555"/>
        </pc:sldMkLst>
        <pc:spChg chg="mod">
          <ac:chgData name="Arianna Landoni" userId="3d62cfe4-f381-4d93-8543-db56469c63db" providerId="ADAL" clId="{CFFBD93D-FF3B-48A7-9853-4040ECF23D00}" dt="2025-07-02T08:48:52.336" v="15571" actId="948"/>
          <ac:spMkLst>
            <pc:docMk/>
            <pc:sldMk cId="789489419" sldId="555"/>
            <ac:spMk id="2" creationId="{87ADE55A-CFDB-FE7E-19F9-DB7CB7BAC49E}"/>
          </ac:spMkLst>
        </pc:spChg>
        <pc:graphicFrameChg chg="mod">
          <ac:chgData name="Arianna Landoni" userId="3d62cfe4-f381-4d93-8543-db56469c63db" providerId="ADAL" clId="{CFFBD93D-FF3B-48A7-9853-4040ECF23D00}" dt="2025-07-02T08:48:52.409" v="15602"/>
          <ac:graphicFrameMkLst>
            <pc:docMk/>
            <pc:sldMk cId="789489419" sldId="555"/>
            <ac:graphicFrameMk id="7" creationId="{35B61C68-4587-57A8-05EB-17B348E94079}"/>
          </ac:graphicFrameMkLst>
        </pc:graphicFrameChg>
        <pc:graphicFrameChg chg="mod modGraphic">
          <ac:chgData name="Arianna Landoni" userId="3d62cfe4-f381-4d93-8543-db56469c63db" providerId="ADAL" clId="{CFFBD93D-FF3B-48A7-9853-4040ECF23D00}" dt="2025-07-02T08:48:20.927" v="15496" actId="14100"/>
          <ac:graphicFrameMkLst>
            <pc:docMk/>
            <pc:sldMk cId="789489419" sldId="555"/>
            <ac:graphicFrameMk id="13" creationId="{88C26A56-9431-29F4-FF5E-602A144C06ED}"/>
          </ac:graphicFrameMkLst>
        </pc:graphicFrameChg>
      </pc:sldChg>
      <pc:sldChg chg="addSp delSp modSp add mod">
        <pc:chgData name="Arianna Landoni" userId="3d62cfe4-f381-4d93-8543-db56469c63db" providerId="ADAL" clId="{CFFBD93D-FF3B-48A7-9853-4040ECF23D00}" dt="2025-07-02T08:56:29.354" v="15802" actId="113"/>
        <pc:sldMkLst>
          <pc:docMk/>
          <pc:sldMk cId="537959510" sldId="556"/>
        </pc:sldMkLst>
        <pc:spChg chg="mod">
          <ac:chgData name="Arianna Landoni" userId="3d62cfe4-f381-4d93-8543-db56469c63db" providerId="ADAL" clId="{CFFBD93D-FF3B-48A7-9853-4040ECF23D00}" dt="2025-07-02T08:48:57.315" v="15643" actId="948"/>
          <ac:spMkLst>
            <pc:docMk/>
            <pc:sldMk cId="537959510" sldId="556"/>
            <ac:spMk id="2" creationId="{5F5D375E-B95E-EA53-3C1C-F97439EE5CA7}"/>
          </ac:spMkLst>
        </pc:spChg>
        <pc:graphicFrameChg chg="mod modGraphic">
          <ac:chgData name="Arianna Landoni" userId="3d62cfe4-f381-4d93-8543-db56469c63db" providerId="ADAL" clId="{CFFBD93D-FF3B-48A7-9853-4040ECF23D00}" dt="2025-07-02T08:56:29.354" v="15802" actId="113"/>
          <ac:graphicFrameMkLst>
            <pc:docMk/>
            <pc:sldMk cId="537959510" sldId="556"/>
            <ac:graphicFrameMk id="6" creationId="{4CABE633-8612-CB68-D9DD-C6FFFE446B39}"/>
          </ac:graphicFrameMkLst>
        </pc:graphicFrameChg>
        <pc:graphicFrameChg chg="mod">
          <ac:chgData name="Arianna Landoni" userId="3d62cfe4-f381-4d93-8543-db56469c63db" providerId="ADAL" clId="{CFFBD93D-FF3B-48A7-9853-4040ECF23D00}" dt="2025-07-02T08:48:57.366" v="15674"/>
          <ac:graphicFrameMkLst>
            <pc:docMk/>
            <pc:sldMk cId="537959510" sldId="556"/>
            <ac:graphicFrameMk id="7" creationId="{80931D44-E6F6-3D9E-BD8E-8C23324880B1}"/>
          </ac:graphicFrameMkLst>
        </pc:graphicFrameChg>
      </pc:sldChg>
      <pc:sldChg chg="addSp delSp modSp add mod">
        <pc:chgData name="Arianna Landoni" userId="3d62cfe4-f381-4d93-8543-db56469c63db" providerId="ADAL" clId="{CFFBD93D-FF3B-48A7-9853-4040ECF23D00}" dt="2025-07-02T10:13:52.108" v="16005" actId="113"/>
        <pc:sldMkLst>
          <pc:docMk/>
          <pc:sldMk cId="486928007" sldId="557"/>
        </pc:sldMkLst>
        <pc:spChg chg="mod">
          <ac:chgData name="Arianna Landoni" userId="3d62cfe4-f381-4d93-8543-db56469c63db" providerId="ADAL" clId="{CFFBD93D-FF3B-48A7-9853-4040ECF23D00}" dt="2025-07-02T08:49:02.729" v="15745" actId="948"/>
          <ac:spMkLst>
            <pc:docMk/>
            <pc:sldMk cId="486928007" sldId="557"/>
            <ac:spMk id="2" creationId="{B5261FCA-0015-E4E0-A66D-7D3C4E0F3049}"/>
          </ac:spMkLst>
        </pc:spChg>
        <pc:graphicFrameChg chg="mod">
          <ac:chgData name="Arianna Landoni" userId="3d62cfe4-f381-4d93-8543-db56469c63db" providerId="ADAL" clId="{CFFBD93D-FF3B-48A7-9853-4040ECF23D00}" dt="2025-07-02T08:49:02.774" v="15776"/>
          <ac:graphicFrameMkLst>
            <pc:docMk/>
            <pc:sldMk cId="486928007" sldId="557"/>
            <ac:graphicFrameMk id="7" creationId="{C1B77CEF-91F4-A28C-4DB6-DD5AB33E48D5}"/>
          </ac:graphicFrameMkLst>
        </pc:graphicFrameChg>
        <pc:graphicFrameChg chg="mod modGraphic">
          <ac:chgData name="Arianna Landoni" userId="3d62cfe4-f381-4d93-8543-db56469c63db" providerId="ADAL" clId="{CFFBD93D-FF3B-48A7-9853-4040ECF23D00}" dt="2025-07-02T10:13:52.108" v="16005" actId="113"/>
          <ac:graphicFrameMkLst>
            <pc:docMk/>
            <pc:sldMk cId="486928007" sldId="557"/>
            <ac:graphicFrameMk id="9" creationId="{507BC561-C660-10D0-0737-BEC51951B1BF}"/>
          </ac:graphicFrameMkLst>
        </pc:graphicFrameChg>
      </pc:sldChg>
      <pc:sldChg chg="modSp add mod">
        <pc:chgData name="Arianna Landoni" userId="3d62cfe4-f381-4d93-8543-db56469c63db" providerId="ADAL" clId="{CFFBD93D-FF3B-48A7-9853-4040ECF23D00}" dt="2025-06-20T15:04:58.593" v="14597" actId="207"/>
        <pc:sldMkLst>
          <pc:docMk/>
          <pc:sldMk cId="1202131856" sldId="558"/>
        </pc:sldMkLst>
        <pc:spChg chg="mod">
          <ac:chgData name="Arianna Landoni" userId="3d62cfe4-f381-4d93-8543-db56469c63db" providerId="ADAL" clId="{CFFBD93D-FF3B-48A7-9853-4040ECF23D00}" dt="2025-06-20T15:04:58.593" v="14597" actId="207"/>
          <ac:spMkLst>
            <pc:docMk/>
            <pc:sldMk cId="1202131856" sldId="558"/>
            <ac:spMk id="5" creationId="{F2621AA5-DD32-0CD9-1E04-59EF73CE2A38}"/>
          </ac:spMkLst>
        </pc:spChg>
      </pc:sldChg>
      <pc:sldChg chg="add">
        <pc:chgData name="Arianna Landoni" userId="3d62cfe4-f381-4d93-8543-db56469c63db" providerId="ADAL" clId="{CFFBD93D-FF3B-48A7-9853-4040ECF23D00}" dt="2025-06-20T15:05:07.829" v="14598"/>
        <pc:sldMkLst>
          <pc:docMk/>
          <pc:sldMk cId="1441476572" sldId="559"/>
        </pc:sldMkLst>
      </pc:sldChg>
      <pc:sldChg chg="delSp modSp add del mod ord">
        <pc:chgData name="Arianna Landoni" userId="3d62cfe4-f381-4d93-8543-db56469c63db" providerId="ADAL" clId="{CFFBD93D-FF3B-48A7-9853-4040ECF23D00}" dt="2025-06-20T09:21:24.763" v="8671" actId="47"/>
        <pc:sldMkLst>
          <pc:docMk/>
          <pc:sldMk cId="3325447069" sldId="2147483363"/>
        </pc:sldMkLst>
      </pc:sldChg>
      <pc:sldMasterChg chg="addSp delSp modSp mod delSldLayout modSldLayout">
        <pc:chgData name="Arianna Landoni" userId="3d62cfe4-f381-4d93-8543-db56469c63db" providerId="ADAL" clId="{CFFBD93D-FF3B-48A7-9853-4040ECF23D00}" dt="2025-06-19T15:49:30.123" v="6881"/>
        <pc:sldMasterMkLst>
          <pc:docMk/>
          <pc:sldMasterMk cId="2561877458" sldId="2147483799"/>
        </pc:sldMasterMkLst>
        <pc:spChg chg="mod">
          <ac:chgData name="Arianna Landoni" userId="3d62cfe4-f381-4d93-8543-db56469c63db" providerId="ADAL" clId="{CFFBD93D-FF3B-48A7-9853-4040ECF23D00}" dt="2025-06-19T15:49:27.088" v="5908" actId="948"/>
          <ac:spMkLst>
            <pc:docMk/>
            <pc:sldMasterMk cId="2561877458" sldId="2147483799"/>
            <ac:spMk id="2" creationId="{3D38113D-0579-C14B-A0EB-5C20596E8187}"/>
          </ac:spMkLst>
        </pc:spChg>
        <pc:spChg chg="mod">
          <ac:chgData name="Arianna Landoni" userId="3d62cfe4-f381-4d93-8543-db56469c63db" providerId="ADAL" clId="{CFFBD93D-FF3B-48A7-9853-4040ECF23D00}" dt="2025-06-19T15:49:25.399" v="5099"/>
          <ac:spMkLst>
            <pc:docMk/>
            <pc:sldMasterMk cId="2561877458" sldId="2147483799"/>
            <ac:spMk id="5" creationId="{661E9F3D-C10F-7649-9E16-D18BE13A48B4}"/>
          </ac:spMkLst>
        </pc:spChg>
        <pc:spChg chg="mod">
          <ac:chgData name="Arianna Landoni" userId="3d62cfe4-f381-4d93-8543-db56469c63db" providerId="ADAL" clId="{CFFBD93D-FF3B-48A7-9853-4040ECF23D00}" dt="2025-06-19T15:49:25.401" v="5100" actId="947"/>
          <ac:spMkLst>
            <pc:docMk/>
            <pc:sldMasterMk cId="2561877458" sldId="2147483799"/>
            <ac:spMk id="12" creationId="{00000000-0000-0000-0000-000000000000}"/>
          </ac:spMkLst>
        </pc:spChg>
        <pc:graphicFrameChg chg="add mod ord modVis">
          <ac:chgData name="Arianna Landoni" userId="3d62cfe4-f381-4d93-8543-db56469c63db" providerId="ADAL" clId="{CFFBD93D-FF3B-48A7-9853-4040ECF23D00}" dt="2025-06-19T15:49:29.085" v="6669"/>
          <ac:graphicFrameMkLst>
            <pc:docMk/>
            <pc:sldMasterMk cId="2561877458" sldId="2147483799"/>
            <ac:graphicFrameMk id="9" creationId="{2A7E7680-6A9F-FE09-084D-9836F27CD7AC}"/>
          </ac:graphicFrameMkLst>
        </pc:graphicFrameChg>
        <pc:sldLayoutChg chg="addSp modSp mod">
          <pc:chgData name="Arianna Landoni" userId="3d62cfe4-f381-4d93-8543-db56469c63db" providerId="ADAL" clId="{CFFBD93D-FF3B-48A7-9853-4040ECF23D00}" dt="2025-06-19T15:49:28.674" v="6563"/>
          <pc:sldLayoutMkLst>
            <pc:docMk/>
            <pc:sldMasterMk cId="2561877458" sldId="2147483799"/>
            <pc:sldLayoutMk cId="2721803230" sldId="2147483800"/>
          </pc:sldLayoutMkLst>
          <pc:spChg chg="mod">
            <ac:chgData name="Arianna Landoni" userId="3d62cfe4-f381-4d93-8543-db56469c63db" providerId="ADAL" clId="{CFFBD93D-FF3B-48A7-9853-4040ECF23D00}" dt="2025-06-19T15:49:26.851" v="5765" actId="948"/>
            <ac:spMkLst>
              <pc:docMk/>
              <pc:sldMasterMk cId="2561877458" sldId="2147483799"/>
              <pc:sldLayoutMk cId="2721803230" sldId="2147483800"/>
              <ac:spMk id="2" creationId="{8CAA164A-95D1-764C-8DE7-DD0907B29910}"/>
            </ac:spMkLst>
          </pc:spChg>
          <pc:spChg chg="mod">
            <ac:chgData name="Arianna Landoni" userId="3d62cfe4-f381-4d93-8543-db56469c63db" providerId="ADAL" clId="{CFFBD93D-FF3B-48A7-9853-4040ECF23D00}" dt="2025-06-19T15:49:25.187" v="4993"/>
            <ac:spMkLst>
              <pc:docMk/>
              <pc:sldMasterMk cId="2561877458" sldId="2147483799"/>
              <pc:sldLayoutMk cId="2721803230" sldId="2147483800"/>
              <ac:spMk id="12" creationId="{7CCDC2D9-F2CC-404E-A187-234B94963FA6}"/>
            </ac:spMkLst>
          </pc:spChg>
          <pc:spChg chg="mod">
            <ac:chgData name="Arianna Landoni" userId="3d62cfe4-f381-4d93-8543-db56469c63db" providerId="ADAL" clId="{CFFBD93D-FF3B-48A7-9853-4040ECF23D00}" dt="2025-06-19T15:49:25.192" v="4995"/>
            <ac:spMkLst>
              <pc:docMk/>
              <pc:sldMasterMk cId="2561877458" sldId="2147483799"/>
              <pc:sldLayoutMk cId="2721803230" sldId="2147483800"/>
              <ac:spMk id="14" creationId="{650B7AD8-2233-904A-9609-1784339723CC}"/>
            </ac:spMkLst>
          </pc:spChg>
          <pc:spChg chg="mod">
            <ac:chgData name="Arianna Landoni" userId="3d62cfe4-f381-4d93-8543-db56469c63db" providerId="ADAL" clId="{CFFBD93D-FF3B-48A7-9853-4040ECF23D00}" dt="2025-06-19T15:49:25.184" v="4992"/>
            <ac:spMkLst>
              <pc:docMk/>
              <pc:sldMasterMk cId="2561877458" sldId="2147483799"/>
              <pc:sldLayoutMk cId="2721803230" sldId="2147483800"/>
              <ac:spMk id="29" creationId="{BFEF6121-4E47-7C49-B558-8CF2A3DE90CD}"/>
            </ac:spMkLst>
          </pc:spChg>
          <pc:graphicFrameChg chg="add mod ord modVis">
            <ac:chgData name="Arianna Landoni" userId="3d62cfe4-f381-4d93-8543-db56469c63db" providerId="ADAL" clId="{CFFBD93D-FF3B-48A7-9853-4040ECF23D00}" dt="2025-06-19T15:49:28.674" v="6563"/>
            <ac:graphicFrameMkLst>
              <pc:docMk/>
              <pc:sldMasterMk cId="2561877458" sldId="2147483799"/>
              <pc:sldLayoutMk cId="2721803230" sldId="2147483800"/>
              <ac:graphicFrameMk id="4" creationId="{B62BB60B-9C5C-3D18-D8E6-5DD07C7C8041}"/>
            </ac:graphicFrameMkLst>
          </pc:graphicFrameChg>
        </pc:sldLayoutChg>
        <pc:sldLayoutChg chg="addSp delSp modSp mod">
          <pc:chgData name="Arianna Landoni" userId="3d62cfe4-f381-4d93-8543-db56469c63db" providerId="ADAL" clId="{CFFBD93D-FF3B-48A7-9853-4040ECF23D00}" dt="2025-06-19T15:49:28.435" v="6501"/>
          <pc:sldLayoutMkLst>
            <pc:docMk/>
            <pc:sldMasterMk cId="2561877458" sldId="2147483799"/>
            <pc:sldLayoutMk cId="1601644391" sldId="2147483802"/>
          </pc:sldLayoutMkLst>
          <pc:spChg chg="mod">
            <ac:chgData name="Arianna Landoni" userId="3d62cfe4-f381-4d93-8543-db56469c63db" providerId="ADAL" clId="{CFFBD93D-FF3B-48A7-9853-4040ECF23D00}" dt="2025-06-19T15:49:25.154" v="4980"/>
            <ac:spMkLst>
              <pc:docMk/>
              <pc:sldMasterMk cId="2561877458" sldId="2147483799"/>
              <pc:sldLayoutMk cId="1601644391" sldId="2147483802"/>
              <ac:spMk id="3" creationId="{E93CF349-5D48-044C-BC63-9B205F970AE9}"/>
            </ac:spMkLst>
          </pc:spChg>
          <pc:spChg chg="mod">
            <ac:chgData name="Arianna Landoni" userId="3d62cfe4-f381-4d93-8543-db56469c63db" providerId="ADAL" clId="{CFFBD93D-FF3B-48A7-9853-4040ECF23D00}" dt="2025-06-19T15:49:26.711" v="5681" actId="948"/>
            <ac:spMkLst>
              <pc:docMk/>
              <pc:sldMasterMk cId="2561877458" sldId="2147483799"/>
              <pc:sldLayoutMk cId="1601644391" sldId="2147483802"/>
              <ac:spMk id="4" creationId="{0BD0B50B-5E86-DD4C-85A4-6C4377608BE4}"/>
            </ac:spMkLst>
          </pc:spChg>
          <pc:spChg chg="mod">
            <ac:chgData name="Arianna Landoni" userId="3d62cfe4-f381-4d93-8543-db56469c63db" providerId="ADAL" clId="{CFFBD93D-FF3B-48A7-9853-4040ECF23D00}" dt="2025-06-19T15:49:25.158" v="4982"/>
            <ac:spMkLst>
              <pc:docMk/>
              <pc:sldMasterMk cId="2561877458" sldId="2147483799"/>
              <pc:sldLayoutMk cId="1601644391" sldId="2147483802"/>
              <ac:spMk id="9" creationId="{4F7361D9-0ACB-A947-ABAC-C439D546903C}"/>
            </ac:spMkLst>
          </pc:spChg>
          <pc:graphicFrameChg chg="add mod ord modVis">
            <ac:chgData name="Arianna Landoni" userId="3d62cfe4-f381-4d93-8543-db56469c63db" providerId="ADAL" clId="{CFFBD93D-FF3B-48A7-9853-4040ECF23D00}" dt="2025-06-19T15:49:28.435" v="6501"/>
            <ac:graphicFrameMkLst>
              <pc:docMk/>
              <pc:sldMasterMk cId="2561877458" sldId="2147483799"/>
              <pc:sldLayoutMk cId="1601644391" sldId="2147483802"/>
              <ac:graphicFrameMk id="6" creationId="{042E6B32-0635-7E86-39CC-395350D64929}"/>
            </ac:graphicFrameMkLst>
          </pc:graphicFrameChg>
        </pc:sldLayoutChg>
        <pc:sldLayoutChg chg="addSp delSp modSp mod">
          <pc:chgData name="Arianna Landoni" userId="3d62cfe4-f381-4d93-8543-db56469c63db" providerId="ADAL" clId="{CFFBD93D-FF3B-48A7-9853-4040ECF23D00}" dt="2025-06-19T15:49:28.557" v="6533"/>
          <pc:sldLayoutMkLst>
            <pc:docMk/>
            <pc:sldMasterMk cId="2561877458" sldId="2147483799"/>
            <pc:sldLayoutMk cId="3791680106" sldId="2147483803"/>
          </pc:sldLayoutMkLst>
          <pc:spChg chg="mod">
            <ac:chgData name="Arianna Landoni" userId="3d62cfe4-f381-4d93-8543-db56469c63db" providerId="ADAL" clId="{CFFBD93D-FF3B-48A7-9853-4040ECF23D00}" dt="2025-06-19T15:49:25.165" v="4986"/>
            <ac:spMkLst>
              <pc:docMk/>
              <pc:sldMasterMk cId="2561877458" sldId="2147483799"/>
              <pc:sldLayoutMk cId="3791680106" sldId="2147483803"/>
              <ac:spMk id="3" creationId="{E93CF349-5D48-044C-BC63-9B205F970AE9}"/>
            </ac:spMkLst>
          </pc:spChg>
          <pc:spChg chg="mod">
            <ac:chgData name="Arianna Landoni" userId="3d62cfe4-f381-4d93-8543-db56469c63db" providerId="ADAL" clId="{CFFBD93D-FF3B-48A7-9853-4040ECF23D00}" dt="2025-06-19T15:49:26.803" v="5723" actId="948"/>
            <ac:spMkLst>
              <pc:docMk/>
              <pc:sldMasterMk cId="2561877458" sldId="2147483799"/>
              <pc:sldLayoutMk cId="3791680106" sldId="2147483803"/>
              <ac:spMk id="4" creationId="{49E1C007-75C9-C743-B566-22E0B3EBE186}"/>
            </ac:spMkLst>
          </pc:spChg>
          <pc:spChg chg="mod">
            <ac:chgData name="Arianna Landoni" userId="3d62cfe4-f381-4d93-8543-db56469c63db" providerId="ADAL" clId="{CFFBD93D-FF3B-48A7-9853-4040ECF23D00}" dt="2025-06-19T15:49:25.165" v="4988"/>
            <ac:spMkLst>
              <pc:docMk/>
              <pc:sldMasterMk cId="2561877458" sldId="2147483799"/>
              <pc:sldLayoutMk cId="3791680106" sldId="2147483803"/>
              <ac:spMk id="10" creationId="{79CA8BA1-027D-D84F-9A21-77A0F9A5B23F}"/>
            </ac:spMkLst>
          </pc:spChg>
          <pc:graphicFrameChg chg="add mod ord modVis">
            <ac:chgData name="Arianna Landoni" userId="3d62cfe4-f381-4d93-8543-db56469c63db" providerId="ADAL" clId="{CFFBD93D-FF3B-48A7-9853-4040ECF23D00}" dt="2025-06-19T15:49:28.557" v="6533"/>
            <ac:graphicFrameMkLst>
              <pc:docMk/>
              <pc:sldMasterMk cId="2561877458" sldId="2147483799"/>
              <pc:sldLayoutMk cId="3791680106" sldId="2147483803"/>
              <ac:graphicFrameMk id="6" creationId="{A7E27585-7FA0-FE68-F68E-66357EF58A95}"/>
            </ac:graphicFrameMkLst>
          </pc:graphicFrameChg>
        </pc:sldLayoutChg>
        <pc:sldLayoutChg chg="addSp delSp modSp mod">
          <pc:chgData name="Arianna Landoni" userId="3d62cfe4-f381-4d93-8543-db56469c63db" providerId="ADAL" clId="{CFFBD93D-FF3B-48A7-9853-4040ECF23D00}" dt="2025-06-19T15:49:28.492" v="6517"/>
          <pc:sldLayoutMkLst>
            <pc:docMk/>
            <pc:sldMasterMk cId="2561877458" sldId="2147483799"/>
            <pc:sldLayoutMk cId="2833970849" sldId="2147483804"/>
          </pc:sldLayoutMkLst>
          <pc:spChg chg="mod">
            <ac:chgData name="Arianna Landoni" userId="3d62cfe4-f381-4d93-8543-db56469c63db" providerId="ADAL" clId="{CFFBD93D-FF3B-48A7-9853-4040ECF23D00}" dt="2025-06-19T15:49:25.162" v="4983"/>
            <ac:spMkLst>
              <pc:docMk/>
              <pc:sldMasterMk cId="2561877458" sldId="2147483799"/>
              <pc:sldLayoutMk cId="2833970849" sldId="2147483804"/>
              <ac:spMk id="3" creationId="{E93CF349-5D48-044C-BC63-9B205F970AE9}"/>
            </ac:spMkLst>
          </pc:spChg>
          <pc:spChg chg="mod">
            <ac:chgData name="Arianna Landoni" userId="3d62cfe4-f381-4d93-8543-db56469c63db" providerId="ADAL" clId="{CFFBD93D-FF3B-48A7-9853-4040ECF23D00}" dt="2025-06-19T15:49:26.739" v="5702" actId="948"/>
            <ac:spMkLst>
              <pc:docMk/>
              <pc:sldMasterMk cId="2561877458" sldId="2147483799"/>
              <pc:sldLayoutMk cId="2833970849" sldId="2147483804"/>
              <ac:spMk id="4" creationId="{331383AD-8780-1546-8FD7-D7B663590FBE}"/>
            </ac:spMkLst>
          </pc:spChg>
          <pc:spChg chg="mod">
            <ac:chgData name="Arianna Landoni" userId="3d62cfe4-f381-4d93-8543-db56469c63db" providerId="ADAL" clId="{CFFBD93D-FF3B-48A7-9853-4040ECF23D00}" dt="2025-06-19T15:49:25.165" v="4985"/>
            <ac:spMkLst>
              <pc:docMk/>
              <pc:sldMasterMk cId="2561877458" sldId="2147483799"/>
              <pc:sldLayoutMk cId="2833970849" sldId="2147483804"/>
              <ac:spMk id="8" creationId="{29750D31-0C4F-6446-B8E6-9EE38DCF097B}"/>
            </ac:spMkLst>
          </pc:spChg>
          <pc:graphicFrameChg chg="add mod ord modVis">
            <ac:chgData name="Arianna Landoni" userId="3d62cfe4-f381-4d93-8543-db56469c63db" providerId="ADAL" clId="{CFFBD93D-FF3B-48A7-9853-4040ECF23D00}" dt="2025-06-19T15:49:28.492" v="6517"/>
            <ac:graphicFrameMkLst>
              <pc:docMk/>
              <pc:sldMasterMk cId="2561877458" sldId="2147483799"/>
              <pc:sldLayoutMk cId="2833970849" sldId="2147483804"/>
              <ac:graphicFrameMk id="6" creationId="{34CA4EAE-60C3-F823-0B83-1310EA449541}"/>
            </ac:graphicFrameMkLst>
          </pc:graphicFrameChg>
        </pc:sldLayoutChg>
        <pc:sldLayoutChg chg="addSp delSp modSp mod">
          <pc:chgData name="Arianna Landoni" userId="3d62cfe4-f381-4d93-8543-db56469c63db" providerId="ADAL" clId="{CFFBD93D-FF3B-48A7-9853-4040ECF23D00}" dt="2025-06-19T15:49:28.605" v="6549"/>
          <pc:sldLayoutMkLst>
            <pc:docMk/>
            <pc:sldMasterMk cId="2561877458" sldId="2147483799"/>
            <pc:sldLayoutMk cId="4040385505" sldId="2147483805"/>
          </pc:sldLayoutMkLst>
          <pc:spChg chg="mod">
            <ac:chgData name="Arianna Landoni" userId="3d62cfe4-f381-4d93-8543-db56469c63db" providerId="ADAL" clId="{CFFBD93D-FF3B-48A7-9853-4040ECF23D00}" dt="2025-06-19T15:49:25.165" v="4989"/>
            <ac:spMkLst>
              <pc:docMk/>
              <pc:sldMasterMk cId="2561877458" sldId="2147483799"/>
              <pc:sldLayoutMk cId="4040385505" sldId="2147483805"/>
              <ac:spMk id="3" creationId="{E93CF349-5D48-044C-BC63-9B205F970AE9}"/>
            </ac:spMkLst>
          </pc:spChg>
          <pc:spChg chg="mod">
            <ac:chgData name="Arianna Landoni" userId="3d62cfe4-f381-4d93-8543-db56469c63db" providerId="ADAL" clId="{CFFBD93D-FF3B-48A7-9853-4040ECF23D00}" dt="2025-06-19T15:49:26.831" v="5744" actId="948"/>
            <ac:spMkLst>
              <pc:docMk/>
              <pc:sldMasterMk cId="2561877458" sldId="2147483799"/>
              <pc:sldLayoutMk cId="4040385505" sldId="2147483805"/>
              <ac:spMk id="4" creationId="{E8F62936-B16B-B847-AE33-8959DA8853CA}"/>
            </ac:spMkLst>
          </pc:spChg>
          <pc:spChg chg="mod">
            <ac:chgData name="Arianna Landoni" userId="3d62cfe4-f381-4d93-8543-db56469c63db" providerId="ADAL" clId="{CFFBD93D-FF3B-48A7-9853-4040ECF23D00}" dt="2025-06-19T15:49:25.165" v="4991"/>
            <ac:spMkLst>
              <pc:docMk/>
              <pc:sldMasterMk cId="2561877458" sldId="2147483799"/>
              <pc:sldLayoutMk cId="4040385505" sldId="2147483805"/>
              <ac:spMk id="11" creationId="{591D2781-4AB8-D24E-B76A-CE1AF9E8C355}"/>
            </ac:spMkLst>
          </pc:spChg>
          <pc:graphicFrameChg chg="add mod ord modVis">
            <ac:chgData name="Arianna Landoni" userId="3d62cfe4-f381-4d93-8543-db56469c63db" providerId="ADAL" clId="{CFFBD93D-FF3B-48A7-9853-4040ECF23D00}" dt="2025-06-19T15:49:28.605" v="6549"/>
            <ac:graphicFrameMkLst>
              <pc:docMk/>
              <pc:sldMasterMk cId="2561877458" sldId="2147483799"/>
              <pc:sldLayoutMk cId="4040385505" sldId="2147483805"/>
              <ac:graphicFrameMk id="6" creationId="{697C4549-190A-D2E8-A7A3-4CB967713F03}"/>
            </ac:graphicFrameMkLst>
          </pc:graphicFrameChg>
        </pc:sldLayoutChg>
        <pc:sldLayoutChg chg="addSp delSp modSp mod">
          <pc:chgData name="Arianna Landoni" userId="3d62cfe4-f381-4d93-8543-db56469c63db" providerId="ADAL" clId="{CFFBD93D-FF3B-48A7-9853-4040ECF23D00}" dt="2025-06-19T15:49:28.269" v="6453"/>
          <pc:sldLayoutMkLst>
            <pc:docMk/>
            <pc:sldMasterMk cId="2561877458" sldId="2147483799"/>
            <pc:sldLayoutMk cId="1980035070" sldId="2147483806"/>
          </pc:sldLayoutMkLst>
          <pc:spChg chg="mod">
            <ac:chgData name="Arianna Landoni" userId="3d62cfe4-f381-4d93-8543-db56469c63db" providerId="ADAL" clId="{CFFBD93D-FF3B-48A7-9853-4040ECF23D00}" dt="2025-06-19T15:49:25.122" v="4968"/>
            <ac:spMkLst>
              <pc:docMk/>
              <pc:sldMasterMk cId="2561877458" sldId="2147483799"/>
              <pc:sldLayoutMk cId="1980035070" sldId="2147483806"/>
              <ac:spMk id="3" creationId="{E93CF349-5D48-044C-BC63-9B205F970AE9}"/>
            </ac:spMkLst>
          </pc:spChg>
          <pc:spChg chg="mod">
            <ac:chgData name="Arianna Landoni" userId="3d62cfe4-f381-4d93-8543-db56469c63db" providerId="ADAL" clId="{CFFBD93D-FF3B-48A7-9853-4040ECF23D00}" dt="2025-06-19T15:49:26.609" v="5618" actId="948"/>
            <ac:spMkLst>
              <pc:docMk/>
              <pc:sldMasterMk cId="2561877458" sldId="2147483799"/>
              <pc:sldLayoutMk cId="1980035070" sldId="2147483806"/>
              <ac:spMk id="4" creationId="{EEFC81F9-F50D-B14A-97C9-B9345083457F}"/>
            </ac:spMkLst>
          </pc:spChg>
          <pc:spChg chg="mod">
            <ac:chgData name="Arianna Landoni" userId="3d62cfe4-f381-4d93-8543-db56469c63db" providerId="ADAL" clId="{CFFBD93D-FF3B-48A7-9853-4040ECF23D00}" dt="2025-06-19T15:49:25.122" v="4969"/>
            <ac:spMkLst>
              <pc:docMk/>
              <pc:sldMasterMk cId="2561877458" sldId="2147483799"/>
              <pc:sldLayoutMk cId="1980035070" sldId="2147483806"/>
              <ac:spMk id="10" creationId="{A3EFB53D-86A4-6E43-9495-1274C0CDE12D}"/>
            </ac:spMkLst>
          </pc:spChg>
          <pc:spChg chg="mod">
            <ac:chgData name="Arianna Landoni" userId="3d62cfe4-f381-4d93-8543-db56469c63db" providerId="ADAL" clId="{CFFBD93D-FF3B-48A7-9853-4040ECF23D00}" dt="2025-06-19T15:49:25.133" v="4971"/>
            <ac:spMkLst>
              <pc:docMk/>
              <pc:sldMasterMk cId="2561877458" sldId="2147483799"/>
              <pc:sldLayoutMk cId="1980035070" sldId="2147483806"/>
              <ac:spMk id="12" creationId="{03B4C331-97FF-AC4F-811E-22E57F1AD8A6}"/>
            </ac:spMkLst>
          </pc:spChg>
          <pc:graphicFrameChg chg="add mod ord modVis">
            <ac:chgData name="Arianna Landoni" userId="3d62cfe4-f381-4d93-8543-db56469c63db" providerId="ADAL" clId="{CFFBD93D-FF3B-48A7-9853-4040ECF23D00}" dt="2025-06-19T15:49:28.269" v="6453"/>
            <ac:graphicFrameMkLst>
              <pc:docMk/>
              <pc:sldMasterMk cId="2561877458" sldId="2147483799"/>
              <pc:sldLayoutMk cId="1980035070" sldId="2147483806"/>
              <ac:graphicFrameMk id="5" creationId="{E0104ECF-E743-1459-D28F-0DFF824D1975}"/>
            </ac:graphicFrameMkLst>
          </pc:graphicFrameChg>
        </pc:sldLayoutChg>
        <pc:sldLayoutChg chg="addSp delSp modSp mod">
          <pc:chgData name="Arianna Landoni" userId="3d62cfe4-f381-4d93-8543-db56469c63db" providerId="ADAL" clId="{CFFBD93D-FF3B-48A7-9853-4040ECF23D00}" dt="2025-06-19T15:49:28.318" v="6469"/>
          <pc:sldLayoutMkLst>
            <pc:docMk/>
            <pc:sldMasterMk cId="2561877458" sldId="2147483799"/>
            <pc:sldLayoutMk cId="228557785" sldId="2147483807"/>
          </pc:sldLayoutMkLst>
          <pc:spChg chg="mod">
            <ac:chgData name="Arianna Landoni" userId="3d62cfe4-f381-4d93-8543-db56469c63db" providerId="ADAL" clId="{CFFBD93D-FF3B-48A7-9853-4040ECF23D00}" dt="2025-06-19T15:49:25.136" v="4972"/>
            <ac:spMkLst>
              <pc:docMk/>
              <pc:sldMasterMk cId="2561877458" sldId="2147483799"/>
              <pc:sldLayoutMk cId="228557785" sldId="2147483807"/>
              <ac:spMk id="3" creationId="{E93CF349-5D48-044C-BC63-9B205F970AE9}"/>
            </ac:spMkLst>
          </pc:spChg>
          <pc:spChg chg="mod">
            <ac:chgData name="Arianna Landoni" userId="3d62cfe4-f381-4d93-8543-db56469c63db" providerId="ADAL" clId="{CFFBD93D-FF3B-48A7-9853-4040ECF23D00}" dt="2025-06-19T15:49:26.636" v="5639" actId="948"/>
            <ac:spMkLst>
              <pc:docMk/>
              <pc:sldMasterMk cId="2561877458" sldId="2147483799"/>
              <pc:sldLayoutMk cId="228557785" sldId="2147483807"/>
              <ac:spMk id="4" creationId="{17AA660E-E2C5-FA48-86F9-D586A00EDB9C}"/>
            </ac:spMkLst>
          </pc:spChg>
          <pc:spChg chg="mod">
            <ac:chgData name="Arianna Landoni" userId="3d62cfe4-f381-4d93-8543-db56469c63db" providerId="ADAL" clId="{CFFBD93D-FF3B-48A7-9853-4040ECF23D00}" dt="2025-06-19T15:49:25.138" v="4973"/>
            <ac:spMkLst>
              <pc:docMk/>
              <pc:sldMasterMk cId="2561877458" sldId="2147483799"/>
              <pc:sldLayoutMk cId="228557785" sldId="2147483807"/>
              <ac:spMk id="10" creationId="{A3EFB53D-86A4-6E43-9495-1274C0CDE12D}"/>
            </ac:spMkLst>
          </pc:spChg>
          <pc:spChg chg="mod">
            <ac:chgData name="Arianna Landoni" userId="3d62cfe4-f381-4d93-8543-db56469c63db" providerId="ADAL" clId="{CFFBD93D-FF3B-48A7-9853-4040ECF23D00}" dt="2025-06-19T15:49:25.142" v="4975"/>
            <ac:spMkLst>
              <pc:docMk/>
              <pc:sldMasterMk cId="2561877458" sldId="2147483799"/>
              <pc:sldLayoutMk cId="228557785" sldId="2147483807"/>
              <ac:spMk id="12" creationId="{4EDF0713-3EAD-3049-9683-03750DA01C5E}"/>
            </ac:spMkLst>
          </pc:spChg>
          <pc:graphicFrameChg chg="add mod ord modVis">
            <ac:chgData name="Arianna Landoni" userId="3d62cfe4-f381-4d93-8543-db56469c63db" providerId="ADAL" clId="{CFFBD93D-FF3B-48A7-9853-4040ECF23D00}" dt="2025-06-19T15:49:28.318" v="6469"/>
            <ac:graphicFrameMkLst>
              <pc:docMk/>
              <pc:sldMasterMk cId="2561877458" sldId="2147483799"/>
              <pc:sldLayoutMk cId="228557785" sldId="2147483807"/>
              <ac:graphicFrameMk id="5" creationId="{9AF957AE-0DAE-D0DF-01F1-94C47CC03DE2}"/>
            </ac:graphicFrameMkLst>
          </pc:graphicFrameChg>
        </pc:sldLayoutChg>
        <pc:sldLayoutChg chg="addSp delSp modSp mod">
          <pc:chgData name="Arianna Landoni" userId="3d62cfe4-f381-4d93-8543-db56469c63db" providerId="ADAL" clId="{CFFBD93D-FF3B-48A7-9853-4040ECF23D00}" dt="2025-06-19T15:49:28.152" v="6421"/>
          <pc:sldLayoutMkLst>
            <pc:docMk/>
            <pc:sldMasterMk cId="2561877458" sldId="2147483799"/>
            <pc:sldLayoutMk cId="2215524296" sldId="2147483808"/>
          </pc:sldLayoutMkLst>
          <pc:spChg chg="mod">
            <ac:chgData name="Arianna Landoni" userId="3d62cfe4-f381-4d93-8543-db56469c63db" providerId="ADAL" clId="{CFFBD93D-FF3B-48A7-9853-4040ECF23D00}" dt="2025-06-19T15:49:25.102" v="4959"/>
            <ac:spMkLst>
              <pc:docMk/>
              <pc:sldMasterMk cId="2561877458" sldId="2147483799"/>
              <pc:sldLayoutMk cId="2215524296" sldId="2147483808"/>
              <ac:spMk id="3" creationId="{E93CF349-5D48-044C-BC63-9B205F970AE9}"/>
            </ac:spMkLst>
          </pc:spChg>
          <pc:spChg chg="mod">
            <ac:chgData name="Arianna Landoni" userId="3d62cfe4-f381-4d93-8543-db56469c63db" providerId="ADAL" clId="{CFFBD93D-FF3B-48A7-9853-4040ECF23D00}" dt="2025-06-19T15:49:26.479" v="5576" actId="948"/>
            <ac:spMkLst>
              <pc:docMk/>
              <pc:sldMasterMk cId="2561877458" sldId="2147483799"/>
              <pc:sldLayoutMk cId="2215524296" sldId="2147483808"/>
              <ac:spMk id="4" creationId="{46DB7439-9F35-094F-80D1-35955EB61D25}"/>
            </ac:spMkLst>
          </pc:spChg>
          <pc:spChg chg="mod">
            <ac:chgData name="Arianna Landoni" userId="3d62cfe4-f381-4d93-8543-db56469c63db" providerId="ADAL" clId="{CFFBD93D-FF3B-48A7-9853-4040ECF23D00}" dt="2025-06-19T15:49:25.102" v="4960"/>
            <ac:spMkLst>
              <pc:docMk/>
              <pc:sldMasterMk cId="2561877458" sldId="2147483799"/>
              <pc:sldLayoutMk cId="2215524296" sldId="2147483808"/>
              <ac:spMk id="10" creationId="{A3EFB53D-86A4-6E43-9495-1274C0CDE12D}"/>
            </ac:spMkLst>
          </pc:spChg>
          <pc:spChg chg="mod">
            <ac:chgData name="Arianna Landoni" userId="3d62cfe4-f381-4d93-8543-db56469c63db" providerId="ADAL" clId="{CFFBD93D-FF3B-48A7-9853-4040ECF23D00}" dt="2025-06-19T15:49:25.102" v="4962"/>
            <ac:spMkLst>
              <pc:docMk/>
              <pc:sldMasterMk cId="2561877458" sldId="2147483799"/>
              <pc:sldLayoutMk cId="2215524296" sldId="2147483808"/>
              <ac:spMk id="12" creationId="{4006587D-D117-894E-9B55-D0E240D301BC}"/>
            </ac:spMkLst>
          </pc:spChg>
          <pc:graphicFrameChg chg="add mod ord modVis">
            <ac:chgData name="Arianna Landoni" userId="3d62cfe4-f381-4d93-8543-db56469c63db" providerId="ADAL" clId="{CFFBD93D-FF3B-48A7-9853-4040ECF23D00}" dt="2025-06-19T15:49:28.152" v="6421"/>
            <ac:graphicFrameMkLst>
              <pc:docMk/>
              <pc:sldMasterMk cId="2561877458" sldId="2147483799"/>
              <pc:sldLayoutMk cId="2215524296" sldId="2147483808"/>
              <ac:graphicFrameMk id="5" creationId="{F75F6763-691D-CD81-BA3D-979DC642A633}"/>
            </ac:graphicFrameMkLst>
          </pc:graphicFrameChg>
        </pc:sldLayoutChg>
        <pc:sldLayoutChg chg="addSp delSp modSp mod">
          <pc:chgData name="Arianna Landoni" userId="3d62cfe4-f381-4d93-8543-db56469c63db" providerId="ADAL" clId="{CFFBD93D-FF3B-48A7-9853-4040ECF23D00}" dt="2025-06-19T15:49:28.215" v="6437"/>
          <pc:sldLayoutMkLst>
            <pc:docMk/>
            <pc:sldMasterMk cId="2561877458" sldId="2147483799"/>
            <pc:sldLayoutMk cId="304509922" sldId="2147483809"/>
          </pc:sldLayoutMkLst>
          <pc:spChg chg="mod">
            <ac:chgData name="Arianna Landoni" userId="3d62cfe4-f381-4d93-8543-db56469c63db" providerId="ADAL" clId="{CFFBD93D-FF3B-48A7-9853-4040ECF23D00}" dt="2025-06-19T15:49:25.102" v="4963"/>
            <ac:spMkLst>
              <pc:docMk/>
              <pc:sldMasterMk cId="2561877458" sldId="2147483799"/>
              <pc:sldLayoutMk cId="304509922" sldId="2147483809"/>
              <ac:spMk id="3" creationId="{E93CF349-5D48-044C-BC63-9B205F970AE9}"/>
            </ac:spMkLst>
          </pc:spChg>
          <pc:spChg chg="mod">
            <ac:chgData name="Arianna Landoni" userId="3d62cfe4-f381-4d93-8543-db56469c63db" providerId="ADAL" clId="{CFFBD93D-FF3B-48A7-9853-4040ECF23D00}" dt="2025-06-19T15:49:26.552" v="5597" actId="948"/>
            <ac:spMkLst>
              <pc:docMk/>
              <pc:sldMasterMk cId="2561877458" sldId="2147483799"/>
              <pc:sldLayoutMk cId="304509922" sldId="2147483809"/>
              <ac:spMk id="4" creationId="{C62525F6-D2F4-D045-93E8-80E41D772338}"/>
            </ac:spMkLst>
          </pc:spChg>
          <pc:spChg chg="mod">
            <ac:chgData name="Arianna Landoni" userId="3d62cfe4-f381-4d93-8543-db56469c63db" providerId="ADAL" clId="{CFFBD93D-FF3B-48A7-9853-4040ECF23D00}" dt="2025-06-19T15:49:25.118" v="4965"/>
            <ac:spMkLst>
              <pc:docMk/>
              <pc:sldMasterMk cId="2561877458" sldId="2147483799"/>
              <pc:sldLayoutMk cId="304509922" sldId="2147483809"/>
              <ac:spMk id="8" creationId="{D8E40871-E1D4-2E4D-BEFF-EA3EB2A96590}"/>
            </ac:spMkLst>
          </pc:spChg>
          <pc:spChg chg="mod">
            <ac:chgData name="Arianna Landoni" userId="3d62cfe4-f381-4d93-8543-db56469c63db" providerId="ADAL" clId="{CFFBD93D-FF3B-48A7-9853-4040ECF23D00}" dt="2025-06-19T15:49:25.102" v="4964"/>
            <ac:spMkLst>
              <pc:docMk/>
              <pc:sldMasterMk cId="2561877458" sldId="2147483799"/>
              <pc:sldLayoutMk cId="304509922" sldId="2147483809"/>
              <ac:spMk id="10" creationId="{A3EFB53D-86A4-6E43-9495-1274C0CDE12D}"/>
            </ac:spMkLst>
          </pc:spChg>
          <pc:spChg chg="mod">
            <ac:chgData name="Arianna Landoni" userId="3d62cfe4-f381-4d93-8543-db56469c63db" providerId="ADAL" clId="{CFFBD93D-FF3B-48A7-9853-4040ECF23D00}" dt="2025-06-19T15:49:25.122" v="4967"/>
            <ac:spMkLst>
              <pc:docMk/>
              <pc:sldMasterMk cId="2561877458" sldId="2147483799"/>
              <pc:sldLayoutMk cId="304509922" sldId="2147483809"/>
              <ac:spMk id="14" creationId="{A3739664-C1D7-CA46-84F7-2C16A0496D94}"/>
            </ac:spMkLst>
          </pc:spChg>
          <pc:graphicFrameChg chg="add mod ord modVis">
            <ac:chgData name="Arianna Landoni" userId="3d62cfe4-f381-4d93-8543-db56469c63db" providerId="ADAL" clId="{CFFBD93D-FF3B-48A7-9853-4040ECF23D00}" dt="2025-06-19T15:49:28.215" v="6437"/>
            <ac:graphicFrameMkLst>
              <pc:docMk/>
              <pc:sldMasterMk cId="2561877458" sldId="2147483799"/>
              <pc:sldLayoutMk cId="304509922" sldId="2147483809"/>
              <ac:graphicFrameMk id="5" creationId="{BFC5F04D-6DCC-D0AF-2DAA-16A06760D987}"/>
            </ac:graphicFrameMkLst>
          </pc:graphicFrameChg>
        </pc:sldLayoutChg>
        <pc:sldLayoutChg chg="addSp delSp modSp mod">
          <pc:chgData name="Arianna Landoni" userId="3d62cfe4-f381-4d93-8543-db56469c63db" providerId="ADAL" clId="{CFFBD93D-FF3B-48A7-9853-4040ECF23D00}" dt="2025-06-19T15:49:27.969" v="6373"/>
          <pc:sldLayoutMkLst>
            <pc:docMk/>
            <pc:sldMasterMk cId="2561877458" sldId="2147483799"/>
            <pc:sldLayoutMk cId="1371015924" sldId="2147483810"/>
          </pc:sldLayoutMkLst>
          <pc:spChg chg="mod">
            <ac:chgData name="Arianna Landoni" userId="3d62cfe4-f381-4d93-8543-db56469c63db" providerId="ADAL" clId="{CFFBD93D-FF3B-48A7-9853-4040ECF23D00}" dt="2025-06-19T15:49:26.333" v="5513" actId="948"/>
            <ac:spMkLst>
              <pc:docMk/>
              <pc:sldMasterMk cId="2561877458" sldId="2147483799"/>
              <pc:sldLayoutMk cId="1371015924" sldId="2147483810"/>
              <ac:spMk id="2" creationId="{234358A9-A76C-FD46-B9FF-5AF210624D98}"/>
            </ac:spMkLst>
          </pc:spChg>
          <pc:spChg chg="mod">
            <ac:chgData name="Arianna Landoni" userId="3d62cfe4-f381-4d93-8543-db56469c63db" providerId="ADAL" clId="{CFFBD93D-FF3B-48A7-9853-4040ECF23D00}" dt="2025-06-19T15:49:25.071" v="4947"/>
            <ac:spMkLst>
              <pc:docMk/>
              <pc:sldMasterMk cId="2561877458" sldId="2147483799"/>
              <pc:sldLayoutMk cId="1371015924" sldId="2147483810"/>
              <ac:spMk id="3" creationId="{E93CF349-5D48-044C-BC63-9B205F970AE9}"/>
            </ac:spMkLst>
          </pc:spChg>
          <pc:spChg chg="mod">
            <ac:chgData name="Arianna Landoni" userId="3d62cfe4-f381-4d93-8543-db56469c63db" providerId="ADAL" clId="{CFFBD93D-FF3B-48A7-9853-4040ECF23D00}" dt="2025-06-19T15:49:25.071" v="4948"/>
            <ac:spMkLst>
              <pc:docMk/>
              <pc:sldMasterMk cId="2561877458" sldId="2147483799"/>
              <pc:sldLayoutMk cId="1371015924" sldId="2147483810"/>
              <ac:spMk id="9" creationId="{09157650-9D63-054F-8B39-15F6B755C8D3}"/>
            </ac:spMkLst>
          </pc:spChg>
          <pc:spChg chg="mod">
            <ac:chgData name="Arianna Landoni" userId="3d62cfe4-f381-4d93-8543-db56469c63db" providerId="ADAL" clId="{CFFBD93D-FF3B-48A7-9853-4040ECF23D00}" dt="2025-06-19T15:49:25.071" v="4950"/>
            <ac:spMkLst>
              <pc:docMk/>
              <pc:sldMasterMk cId="2561877458" sldId="2147483799"/>
              <pc:sldLayoutMk cId="1371015924" sldId="2147483810"/>
              <ac:spMk id="11" creationId="{F38D39E8-0DBF-C140-B96B-4636BFA1A686}"/>
            </ac:spMkLst>
          </pc:spChg>
          <pc:graphicFrameChg chg="add mod ord modVis">
            <ac:chgData name="Arianna Landoni" userId="3d62cfe4-f381-4d93-8543-db56469c63db" providerId="ADAL" clId="{CFFBD93D-FF3B-48A7-9853-4040ECF23D00}" dt="2025-06-19T15:49:27.969" v="6373"/>
            <ac:graphicFrameMkLst>
              <pc:docMk/>
              <pc:sldMasterMk cId="2561877458" sldId="2147483799"/>
              <pc:sldLayoutMk cId="1371015924" sldId="2147483810"/>
              <ac:graphicFrameMk id="5" creationId="{ECB2A1D7-D549-3823-17F7-38E8A604D7B8}"/>
            </ac:graphicFrameMkLst>
          </pc:graphicFrameChg>
        </pc:sldLayoutChg>
        <pc:sldLayoutChg chg="addSp delSp modSp mod">
          <pc:chgData name="Arianna Landoni" userId="3d62cfe4-f381-4d93-8543-db56469c63db" providerId="ADAL" clId="{CFFBD93D-FF3B-48A7-9853-4040ECF23D00}" dt="2025-06-19T15:49:27.917" v="6357"/>
          <pc:sldLayoutMkLst>
            <pc:docMk/>
            <pc:sldMasterMk cId="2561877458" sldId="2147483799"/>
            <pc:sldLayoutMk cId="1025814136" sldId="2147483811"/>
          </pc:sldLayoutMkLst>
          <pc:spChg chg="mod">
            <ac:chgData name="Arianna Landoni" userId="3d62cfe4-f381-4d93-8543-db56469c63db" providerId="ADAL" clId="{CFFBD93D-FF3B-48A7-9853-4040ECF23D00}" dt="2025-06-19T15:49:25.049" v="4942"/>
            <ac:spMkLst>
              <pc:docMk/>
              <pc:sldMasterMk cId="2561877458" sldId="2147483799"/>
              <pc:sldLayoutMk cId="1025814136" sldId="2147483811"/>
              <ac:spMk id="3" creationId="{E93CF349-5D48-044C-BC63-9B205F970AE9}"/>
            </ac:spMkLst>
          </pc:spChg>
          <pc:spChg chg="mod">
            <ac:chgData name="Arianna Landoni" userId="3d62cfe4-f381-4d93-8543-db56469c63db" providerId="ADAL" clId="{CFFBD93D-FF3B-48A7-9853-4040ECF23D00}" dt="2025-06-19T15:49:26.286" v="5492" actId="948"/>
            <ac:spMkLst>
              <pc:docMk/>
              <pc:sldMasterMk cId="2561877458" sldId="2147483799"/>
              <pc:sldLayoutMk cId="1025814136" sldId="2147483811"/>
              <ac:spMk id="4" creationId="{1D4CABB8-597A-464D-B34B-9A9C321E96D6}"/>
            </ac:spMkLst>
          </pc:spChg>
          <pc:spChg chg="mod">
            <ac:chgData name="Arianna Landoni" userId="3d62cfe4-f381-4d93-8543-db56469c63db" providerId="ADAL" clId="{CFFBD93D-FF3B-48A7-9853-4040ECF23D00}" dt="2025-06-19T15:49:25.051" v="4943"/>
            <ac:spMkLst>
              <pc:docMk/>
              <pc:sldMasterMk cId="2561877458" sldId="2147483799"/>
              <pc:sldLayoutMk cId="1025814136" sldId="2147483811"/>
              <ac:spMk id="12" creationId="{D7454097-9B7E-554D-B677-3FD9BE4B2573}"/>
            </ac:spMkLst>
          </pc:spChg>
          <pc:spChg chg="mod">
            <ac:chgData name="Arianna Landoni" userId="3d62cfe4-f381-4d93-8543-db56469c63db" providerId="ADAL" clId="{CFFBD93D-FF3B-48A7-9853-4040ECF23D00}" dt="2025-06-19T15:49:25.056" v="4945"/>
            <ac:spMkLst>
              <pc:docMk/>
              <pc:sldMasterMk cId="2561877458" sldId="2147483799"/>
              <pc:sldLayoutMk cId="1025814136" sldId="2147483811"/>
              <ac:spMk id="13" creationId="{C8C977E1-7129-084C-B9A0-CA5741A7DD66}"/>
            </ac:spMkLst>
          </pc:spChg>
          <pc:spChg chg="mod">
            <ac:chgData name="Arianna Landoni" userId="3d62cfe4-f381-4d93-8543-db56469c63db" providerId="ADAL" clId="{CFFBD93D-FF3B-48A7-9853-4040ECF23D00}" dt="2025-06-19T15:49:25.056" v="4946"/>
            <ac:spMkLst>
              <pc:docMk/>
              <pc:sldMasterMk cId="2561877458" sldId="2147483799"/>
              <pc:sldLayoutMk cId="1025814136" sldId="2147483811"/>
              <ac:spMk id="14" creationId="{87433D6C-1911-7848-9DCF-69F9646B759A}"/>
            </ac:spMkLst>
          </pc:spChg>
          <pc:graphicFrameChg chg="add mod ord modVis">
            <ac:chgData name="Arianna Landoni" userId="3d62cfe4-f381-4d93-8543-db56469c63db" providerId="ADAL" clId="{CFFBD93D-FF3B-48A7-9853-4040ECF23D00}" dt="2025-06-19T15:49:27.917" v="6357"/>
            <ac:graphicFrameMkLst>
              <pc:docMk/>
              <pc:sldMasterMk cId="2561877458" sldId="2147483799"/>
              <pc:sldLayoutMk cId="1025814136" sldId="2147483811"/>
              <ac:graphicFrameMk id="5" creationId="{F8ADF678-DCEE-7D09-BAC3-4E1A16051296}"/>
            </ac:graphicFrameMkLst>
          </pc:graphicFrameChg>
        </pc:sldLayoutChg>
        <pc:sldLayoutChg chg="addSp delSp modSp mod">
          <pc:chgData name="Arianna Landoni" userId="3d62cfe4-f381-4d93-8543-db56469c63db" providerId="ADAL" clId="{CFFBD93D-FF3B-48A7-9853-4040ECF23D00}" dt="2025-06-19T15:49:28.053" v="6389"/>
          <pc:sldLayoutMkLst>
            <pc:docMk/>
            <pc:sldMasterMk cId="2561877458" sldId="2147483799"/>
            <pc:sldLayoutMk cId="2667219737" sldId="2147483812"/>
          </pc:sldLayoutMkLst>
          <pc:spChg chg="mod">
            <ac:chgData name="Arianna Landoni" userId="3d62cfe4-f381-4d93-8543-db56469c63db" providerId="ADAL" clId="{CFFBD93D-FF3B-48A7-9853-4040ECF23D00}" dt="2025-06-19T15:49:25.087" v="4951"/>
            <ac:spMkLst>
              <pc:docMk/>
              <pc:sldMasterMk cId="2561877458" sldId="2147483799"/>
              <pc:sldLayoutMk cId="2667219737" sldId="2147483812"/>
              <ac:spMk id="3" creationId="{E93CF349-5D48-044C-BC63-9B205F970AE9}"/>
            </ac:spMkLst>
          </pc:spChg>
          <pc:spChg chg="mod">
            <ac:chgData name="Arianna Landoni" userId="3d62cfe4-f381-4d93-8543-db56469c63db" providerId="ADAL" clId="{CFFBD93D-FF3B-48A7-9853-4040ECF23D00}" dt="2025-06-19T15:49:26.389" v="5534" actId="948"/>
            <ac:spMkLst>
              <pc:docMk/>
              <pc:sldMasterMk cId="2561877458" sldId="2147483799"/>
              <pc:sldLayoutMk cId="2667219737" sldId="2147483812"/>
              <ac:spMk id="4" creationId="{1D4CABB8-597A-464D-B34B-9A9C321E96D6}"/>
            </ac:spMkLst>
          </pc:spChg>
          <pc:spChg chg="mod">
            <ac:chgData name="Arianna Landoni" userId="3d62cfe4-f381-4d93-8543-db56469c63db" providerId="ADAL" clId="{CFFBD93D-FF3B-48A7-9853-4040ECF23D00}" dt="2025-06-19T15:49:25.089" v="4952"/>
            <ac:spMkLst>
              <pc:docMk/>
              <pc:sldMasterMk cId="2561877458" sldId="2147483799"/>
              <pc:sldLayoutMk cId="2667219737" sldId="2147483812"/>
              <ac:spMk id="12" creationId="{D7454097-9B7E-554D-B677-3FD9BE4B2573}"/>
            </ac:spMkLst>
          </pc:spChg>
          <pc:spChg chg="mod">
            <ac:chgData name="Arianna Landoni" userId="3d62cfe4-f381-4d93-8543-db56469c63db" providerId="ADAL" clId="{CFFBD93D-FF3B-48A7-9853-4040ECF23D00}" dt="2025-06-19T15:49:25.093" v="4954"/>
            <ac:spMkLst>
              <pc:docMk/>
              <pc:sldMasterMk cId="2561877458" sldId="2147483799"/>
              <pc:sldLayoutMk cId="2667219737" sldId="2147483812"/>
              <ac:spMk id="13" creationId="{C8C977E1-7129-084C-B9A0-CA5741A7DD66}"/>
            </ac:spMkLst>
          </pc:spChg>
          <pc:graphicFrameChg chg="add mod ord modVis">
            <ac:chgData name="Arianna Landoni" userId="3d62cfe4-f381-4d93-8543-db56469c63db" providerId="ADAL" clId="{CFFBD93D-FF3B-48A7-9853-4040ECF23D00}" dt="2025-06-19T15:49:28.053" v="6389"/>
            <ac:graphicFrameMkLst>
              <pc:docMk/>
              <pc:sldMasterMk cId="2561877458" sldId="2147483799"/>
              <pc:sldLayoutMk cId="2667219737" sldId="2147483812"/>
              <ac:graphicFrameMk id="5" creationId="{FE3E653E-1043-AA7E-9A28-0F801BB79F70}"/>
            </ac:graphicFrameMkLst>
          </pc:graphicFrameChg>
        </pc:sldLayoutChg>
        <pc:sldLayoutChg chg="addSp delSp modSp mod">
          <pc:chgData name="Arianna Landoni" userId="3d62cfe4-f381-4d93-8543-db56469c63db" providerId="ADAL" clId="{CFFBD93D-FF3B-48A7-9853-4040ECF23D00}" dt="2025-06-19T15:49:28.107" v="6405"/>
          <pc:sldLayoutMkLst>
            <pc:docMk/>
            <pc:sldMasterMk cId="2561877458" sldId="2147483799"/>
            <pc:sldLayoutMk cId="634295560" sldId="2147483813"/>
          </pc:sldLayoutMkLst>
          <pc:spChg chg="mod">
            <ac:chgData name="Arianna Landoni" userId="3d62cfe4-f381-4d93-8543-db56469c63db" providerId="ADAL" clId="{CFFBD93D-FF3B-48A7-9853-4040ECF23D00}" dt="2025-06-19T15:49:25.097" v="4955"/>
            <ac:spMkLst>
              <pc:docMk/>
              <pc:sldMasterMk cId="2561877458" sldId="2147483799"/>
              <pc:sldLayoutMk cId="634295560" sldId="2147483813"/>
              <ac:spMk id="3" creationId="{E93CF349-5D48-044C-BC63-9B205F970AE9}"/>
            </ac:spMkLst>
          </pc:spChg>
          <pc:spChg chg="mod">
            <ac:chgData name="Arianna Landoni" userId="3d62cfe4-f381-4d93-8543-db56469c63db" providerId="ADAL" clId="{CFFBD93D-FF3B-48A7-9853-4040ECF23D00}" dt="2025-06-19T15:49:26.436" v="5555" actId="948"/>
            <ac:spMkLst>
              <pc:docMk/>
              <pc:sldMasterMk cId="2561877458" sldId="2147483799"/>
              <pc:sldLayoutMk cId="634295560" sldId="2147483813"/>
              <ac:spMk id="4" creationId="{B9CF64DF-7168-6246-A222-498150422AEF}"/>
            </ac:spMkLst>
          </pc:spChg>
          <pc:spChg chg="mod">
            <ac:chgData name="Arianna Landoni" userId="3d62cfe4-f381-4d93-8543-db56469c63db" providerId="ADAL" clId="{CFFBD93D-FF3B-48A7-9853-4040ECF23D00}" dt="2025-06-19T15:49:25.097" v="4958"/>
            <ac:spMkLst>
              <pc:docMk/>
              <pc:sldMasterMk cId="2561877458" sldId="2147483799"/>
              <pc:sldLayoutMk cId="634295560" sldId="2147483813"/>
              <ac:spMk id="11" creationId="{A7647DFF-B56A-764A-B27B-E7CFF8986FD7}"/>
            </ac:spMkLst>
          </pc:spChg>
          <pc:spChg chg="mod">
            <ac:chgData name="Arianna Landoni" userId="3d62cfe4-f381-4d93-8543-db56469c63db" providerId="ADAL" clId="{CFFBD93D-FF3B-48A7-9853-4040ECF23D00}" dt="2025-06-19T15:49:25.097" v="4956"/>
            <ac:spMkLst>
              <pc:docMk/>
              <pc:sldMasterMk cId="2561877458" sldId="2147483799"/>
              <pc:sldLayoutMk cId="634295560" sldId="2147483813"/>
              <ac:spMk id="12" creationId="{D7454097-9B7E-554D-B677-3FD9BE4B2573}"/>
            </ac:spMkLst>
          </pc:spChg>
          <pc:graphicFrameChg chg="add mod ord modVis">
            <ac:chgData name="Arianna Landoni" userId="3d62cfe4-f381-4d93-8543-db56469c63db" providerId="ADAL" clId="{CFFBD93D-FF3B-48A7-9853-4040ECF23D00}" dt="2025-06-19T15:49:28.107" v="6405"/>
            <ac:graphicFrameMkLst>
              <pc:docMk/>
              <pc:sldMasterMk cId="2561877458" sldId="2147483799"/>
              <pc:sldLayoutMk cId="634295560" sldId="2147483813"/>
              <ac:graphicFrameMk id="5" creationId="{593840B1-264E-BA88-CC5F-AB9F4986C410}"/>
            </ac:graphicFrameMkLst>
          </pc:graphicFrameChg>
        </pc:sldLayoutChg>
        <pc:sldLayoutChg chg="addSp delSp modSp mod">
          <pc:chgData name="Arianna Landoni" userId="3d62cfe4-f381-4d93-8543-db56469c63db" providerId="ADAL" clId="{CFFBD93D-FF3B-48A7-9853-4040ECF23D00}" dt="2025-06-19T15:49:29.389" v="6733"/>
          <pc:sldLayoutMkLst>
            <pc:docMk/>
            <pc:sldMasterMk cId="2561877458" sldId="2147483799"/>
            <pc:sldLayoutMk cId="855042397" sldId="2147483814"/>
          </pc:sldLayoutMkLst>
          <pc:spChg chg="mod">
            <ac:chgData name="Arianna Landoni" userId="3d62cfe4-f381-4d93-8543-db56469c63db" providerId="ADAL" clId="{CFFBD93D-FF3B-48A7-9853-4040ECF23D00}" dt="2025-06-19T15:49:27.233" v="5992" actId="948"/>
            <ac:spMkLst>
              <pc:docMk/>
              <pc:sldMasterMk cId="2561877458" sldId="2147483799"/>
              <pc:sldLayoutMk cId="855042397" sldId="2147483814"/>
              <ac:spMk id="2" creationId="{F1DC365F-E4C3-7B46-99FC-73E1968ABF81}"/>
            </ac:spMkLst>
          </pc:spChg>
          <pc:spChg chg="mod">
            <ac:chgData name="Arianna Landoni" userId="3d62cfe4-f381-4d93-8543-db56469c63db" providerId="ADAL" clId="{CFFBD93D-FF3B-48A7-9853-4040ECF23D00}" dt="2025-06-19T15:49:25.448" v="5120"/>
            <ac:spMkLst>
              <pc:docMk/>
              <pc:sldMasterMk cId="2561877458" sldId="2147483799"/>
              <pc:sldLayoutMk cId="855042397" sldId="2147483814"/>
              <ac:spMk id="9" creationId="{81037477-8AD4-784C-90E5-877393A02F83}"/>
            </ac:spMkLst>
          </pc:spChg>
          <pc:spChg chg="mod">
            <ac:chgData name="Arianna Landoni" userId="3d62cfe4-f381-4d93-8543-db56469c63db" providerId="ADAL" clId="{CFFBD93D-FF3B-48A7-9853-4040ECF23D00}" dt="2025-06-19T15:49:25.444" v="5119"/>
            <ac:spMkLst>
              <pc:docMk/>
              <pc:sldMasterMk cId="2561877458" sldId="2147483799"/>
              <pc:sldLayoutMk cId="855042397" sldId="2147483814"/>
              <ac:spMk id="12" creationId="{D7454097-9B7E-554D-B677-3FD9BE4B2573}"/>
            </ac:spMkLst>
          </pc:spChg>
          <pc:spChg chg="mod">
            <ac:chgData name="Arianna Landoni" userId="3d62cfe4-f381-4d93-8543-db56469c63db" providerId="ADAL" clId="{CFFBD93D-FF3B-48A7-9853-4040ECF23D00}" dt="2025-06-19T15:49:25.450" v="5122"/>
            <ac:spMkLst>
              <pc:docMk/>
              <pc:sldMasterMk cId="2561877458" sldId="2147483799"/>
              <pc:sldLayoutMk cId="855042397" sldId="2147483814"/>
              <ac:spMk id="14" creationId="{633C0156-51A3-BE40-96DF-1875D3AF48F0}"/>
            </ac:spMkLst>
          </pc:spChg>
          <pc:graphicFrameChg chg="add mod ord modVis">
            <ac:chgData name="Arianna Landoni" userId="3d62cfe4-f381-4d93-8543-db56469c63db" providerId="ADAL" clId="{CFFBD93D-FF3B-48A7-9853-4040ECF23D00}" dt="2025-06-19T15:49:29.389" v="6733"/>
            <ac:graphicFrameMkLst>
              <pc:docMk/>
              <pc:sldMasterMk cId="2561877458" sldId="2147483799"/>
              <pc:sldLayoutMk cId="855042397" sldId="2147483814"/>
              <ac:graphicFrameMk id="4" creationId="{AB991AFB-B028-B5FF-7D5B-E6F2729D242A}"/>
            </ac:graphicFrameMkLst>
          </pc:graphicFrameChg>
        </pc:sldLayoutChg>
        <pc:sldLayoutChg chg="addSp modSp mod">
          <pc:chgData name="Arianna Landoni" userId="3d62cfe4-f381-4d93-8543-db56469c63db" providerId="ADAL" clId="{CFFBD93D-FF3B-48A7-9853-4040ECF23D00}" dt="2025-06-19T15:49:29.459" v="6747"/>
          <pc:sldLayoutMkLst>
            <pc:docMk/>
            <pc:sldMasterMk cId="2561877458" sldId="2147483799"/>
            <pc:sldLayoutMk cId="54772383" sldId="2147483815"/>
          </pc:sldLayoutMkLst>
          <pc:spChg chg="mod">
            <ac:chgData name="Arianna Landoni" userId="3d62cfe4-f381-4d93-8543-db56469c63db" providerId="ADAL" clId="{CFFBD93D-FF3B-48A7-9853-4040ECF23D00}" dt="2025-06-19T15:49:25.458" v="5124"/>
            <ac:spMkLst>
              <pc:docMk/>
              <pc:sldMasterMk cId="2561877458" sldId="2147483799"/>
              <pc:sldLayoutMk cId="54772383" sldId="2147483815"/>
              <ac:spMk id="3" creationId="{6AC91CB3-7C0D-8411-FC37-850A56389E31}"/>
            </ac:spMkLst>
          </pc:spChg>
          <pc:spChg chg="mod">
            <ac:chgData name="Arianna Landoni" userId="3d62cfe4-f381-4d93-8543-db56469c63db" providerId="ADAL" clId="{CFFBD93D-FF3B-48A7-9853-4040ECF23D00}" dt="2025-06-19T15:49:25.454" v="5123"/>
            <ac:spMkLst>
              <pc:docMk/>
              <pc:sldMasterMk cId="2561877458" sldId="2147483799"/>
              <pc:sldLayoutMk cId="54772383" sldId="2147483815"/>
              <ac:spMk id="12" creationId="{D7454097-9B7E-554D-B677-3FD9BE4B2573}"/>
            </ac:spMkLst>
          </pc:spChg>
          <pc:graphicFrameChg chg="add mod ord modVis">
            <ac:chgData name="Arianna Landoni" userId="3d62cfe4-f381-4d93-8543-db56469c63db" providerId="ADAL" clId="{CFFBD93D-FF3B-48A7-9853-4040ECF23D00}" dt="2025-06-19T15:49:29.459" v="6747"/>
            <ac:graphicFrameMkLst>
              <pc:docMk/>
              <pc:sldMasterMk cId="2561877458" sldId="2147483799"/>
              <pc:sldLayoutMk cId="54772383" sldId="2147483815"/>
              <ac:graphicFrameMk id="2" creationId="{7EF0434A-FEBF-8E08-466B-C9E78608EBD9}"/>
            </ac:graphicFrameMkLst>
          </pc:graphicFrameChg>
        </pc:sldLayoutChg>
        <pc:sldLayoutChg chg="addSp delSp modSp mod">
          <pc:chgData name="Arianna Landoni" userId="3d62cfe4-f381-4d93-8543-db56469c63db" providerId="ADAL" clId="{CFFBD93D-FF3B-48A7-9853-4040ECF23D00}" dt="2025-06-19T15:49:29.568" v="6779"/>
          <pc:sldLayoutMkLst>
            <pc:docMk/>
            <pc:sldMasterMk cId="2561877458" sldId="2147483799"/>
            <pc:sldLayoutMk cId="4263114238" sldId="2147483816"/>
          </pc:sldLayoutMkLst>
          <pc:spChg chg="mod">
            <ac:chgData name="Arianna Landoni" userId="3d62cfe4-f381-4d93-8543-db56469c63db" providerId="ADAL" clId="{CFFBD93D-FF3B-48A7-9853-4040ECF23D00}" dt="2025-06-19T15:49:27.296" v="6034" actId="948"/>
            <ac:spMkLst>
              <pc:docMk/>
              <pc:sldMasterMk cId="2561877458" sldId="2147483799"/>
              <pc:sldLayoutMk cId="4263114238" sldId="2147483816"/>
              <ac:spMk id="3" creationId="{16395350-EE45-AE4B-BD30-9DBE74CB62B8}"/>
            </ac:spMkLst>
          </pc:spChg>
          <pc:spChg chg="mod">
            <ac:chgData name="Arianna Landoni" userId="3d62cfe4-f381-4d93-8543-db56469c63db" providerId="ADAL" clId="{CFFBD93D-FF3B-48A7-9853-4040ECF23D00}" dt="2025-06-19T15:49:25.476" v="5130"/>
            <ac:spMkLst>
              <pc:docMk/>
              <pc:sldMasterMk cId="2561877458" sldId="2147483799"/>
              <pc:sldLayoutMk cId="4263114238" sldId="2147483816"/>
              <ac:spMk id="9" creationId="{305E06CF-4E1C-BA40-818D-A45D081C9186}"/>
            </ac:spMkLst>
          </pc:spChg>
          <pc:spChg chg="mod">
            <ac:chgData name="Arianna Landoni" userId="3d62cfe4-f381-4d93-8543-db56469c63db" providerId="ADAL" clId="{CFFBD93D-FF3B-48A7-9853-4040ECF23D00}" dt="2025-06-19T15:49:25.478" v="5131"/>
            <ac:spMkLst>
              <pc:docMk/>
              <pc:sldMasterMk cId="2561877458" sldId="2147483799"/>
              <pc:sldLayoutMk cId="4263114238" sldId="2147483816"/>
              <ac:spMk id="10" creationId="{61C6C640-A89F-B84A-B6FC-26E87EAA1F56}"/>
            </ac:spMkLst>
          </pc:spChg>
          <pc:spChg chg="mod">
            <ac:chgData name="Arianna Landoni" userId="3d62cfe4-f381-4d93-8543-db56469c63db" providerId="ADAL" clId="{CFFBD93D-FF3B-48A7-9853-4040ECF23D00}" dt="2025-06-19T15:49:25.473" v="5129"/>
            <ac:spMkLst>
              <pc:docMk/>
              <pc:sldMasterMk cId="2561877458" sldId="2147483799"/>
              <pc:sldLayoutMk cId="4263114238" sldId="2147483816"/>
              <ac:spMk id="12" creationId="{D7454097-9B7E-554D-B677-3FD9BE4B2573}"/>
            </ac:spMkLst>
          </pc:spChg>
          <pc:spChg chg="mod">
            <ac:chgData name="Arianna Landoni" userId="3d62cfe4-f381-4d93-8543-db56469c63db" providerId="ADAL" clId="{CFFBD93D-FF3B-48A7-9853-4040ECF23D00}" dt="2025-06-19T15:49:25.480" v="5133"/>
            <ac:spMkLst>
              <pc:docMk/>
              <pc:sldMasterMk cId="2561877458" sldId="2147483799"/>
              <pc:sldLayoutMk cId="4263114238" sldId="2147483816"/>
              <ac:spMk id="13" creationId="{522AB772-7C7F-A148-88D5-22C5BFC13C6D}"/>
            </ac:spMkLst>
          </pc:spChg>
          <pc:graphicFrameChg chg="add mod ord modVis">
            <ac:chgData name="Arianna Landoni" userId="3d62cfe4-f381-4d93-8543-db56469c63db" providerId="ADAL" clId="{CFFBD93D-FF3B-48A7-9853-4040ECF23D00}" dt="2025-06-19T15:49:29.568" v="6779"/>
            <ac:graphicFrameMkLst>
              <pc:docMk/>
              <pc:sldMasterMk cId="2561877458" sldId="2147483799"/>
              <pc:sldLayoutMk cId="4263114238" sldId="2147483816"/>
              <ac:graphicFrameMk id="4" creationId="{90E6FE50-84D5-5E7C-C570-434EF342BBA7}"/>
            </ac:graphicFrameMkLst>
          </pc:graphicFrameChg>
        </pc:sldLayoutChg>
        <pc:sldLayoutChg chg="addSp modSp mod">
          <pc:chgData name="Arianna Landoni" userId="3d62cfe4-f381-4d93-8543-db56469c63db" providerId="ADAL" clId="{CFFBD93D-FF3B-48A7-9853-4040ECF23D00}" dt="2025-06-19T15:49:29.637" v="6793"/>
          <pc:sldLayoutMkLst>
            <pc:docMk/>
            <pc:sldMasterMk cId="2561877458" sldId="2147483799"/>
            <pc:sldLayoutMk cId="3682661940" sldId="2147483818"/>
          </pc:sldLayoutMkLst>
          <pc:spChg chg="mod">
            <ac:chgData name="Arianna Landoni" userId="3d62cfe4-f381-4d93-8543-db56469c63db" providerId="ADAL" clId="{CFFBD93D-FF3B-48A7-9853-4040ECF23D00}" dt="2025-06-19T15:49:25.484" v="5135"/>
            <ac:spMkLst>
              <pc:docMk/>
              <pc:sldMasterMk cId="2561877458" sldId="2147483799"/>
              <pc:sldLayoutMk cId="3682661940" sldId="2147483818"/>
              <ac:spMk id="3" creationId="{80CEC711-5C3A-DB44-8E10-A32F259CD309}"/>
            </ac:spMkLst>
          </pc:spChg>
          <pc:spChg chg="mod">
            <ac:chgData name="Arianna Landoni" userId="3d62cfe4-f381-4d93-8543-db56469c63db" providerId="ADAL" clId="{CFFBD93D-FF3B-48A7-9853-4040ECF23D00}" dt="2025-06-19T15:49:25.484" v="5136"/>
            <ac:spMkLst>
              <pc:docMk/>
              <pc:sldMasterMk cId="2561877458" sldId="2147483799"/>
              <pc:sldLayoutMk cId="3682661940" sldId="2147483818"/>
              <ac:spMk id="4" creationId="{131AF99C-E518-3748-B47A-4E0944BD026B}"/>
            </ac:spMkLst>
          </pc:spChg>
          <pc:spChg chg="mod">
            <ac:chgData name="Arianna Landoni" userId="3d62cfe4-f381-4d93-8543-db56469c63db" providerId="ADAL" clId="{CFFBD93D-FF3B-48A7-9853-4040ECF23D00}" dt="2025-06-19T15:49:25.484" v="5137"/>
            <ac:spMkLst>
              <pc:docMk/>
              <pc:sldMasterMk cId="2561877458" sldId="2147483799"/>
              <pc:sldLayoutMk cId="3682661940" sldId="2147483818"/>
              <ac:spMk id="5" creationId="{9ADF63E3-FB5C-0643-908E-34AF2CF1CB5F}"/>
            </ac:spMkLst>
          </pc:spChg>
          <pc:spChg chg="mod">
            <ac:chgData name="Arianna Landoni" userId="3d62cfe4-f381-4d93-8543-db56469c63db" providerId="ADAL" clId="{CFFBD93D-FF3B-48A7-9853-4040ECF23D00}" dt="2025-06-19T15:49:25.484" v="5134"/>
            <ac:spMkLst>
              <pc:docMk/>
              <pc:sldMasterMk cId="2561877458" sldId="2147483799"/>
              <pc:sldLayoutMk cId="3682661940" sldId="2147483818"/>
              <ac:spMk id="12" creationId="{D7454097-9B7E-554D-B677-3FD9BE4B2573}"/>
            </ac:spMkLst>
          </pc:spChg>
          <pc:graphicFrameChg chg="add mod ord modVis">
            <ac:chgData name="Arianna Landoni" userId="3d62cfe4-f381-4d93-8543-db56469c63db" providerId="ADAL" clId="{CFFBD93D-FF3B-48A7-9853-4040ECF23D00}" dt="2025-06-19T15:49:29.637" v="6793"/>
            <ac:graphicFrameMkLst>
              <pc:docMk/>
              <pc:sldMasterMk cId="2561877458" sldId="2147483799"/>
              <pc:sldLayoutMk cId="3682661940" sldId="2147483818"/>
              <ac:graphicFrameMk id="2" creationId="{401FC461-A510-BD85-A9E8-6668E259A7D2}"/>
            </ac:graphicFrameMkLst>
          </pc:graphicFrameChg>
        </pc:sldLayoutChg>
        <pc:sldLayoutChg chg="addSp modSp mod">
          <pc:chgData name="Arianna Landoni" userId="3d62cfe4-f381-4d93-8543-db56469c63db" providerId="ADAL" clId="{CFFBD93D-FF3B-48A7-9853-4040ECF23D00}" dt="2025-06-19T15:49:29.923" v="6839"/>
          <pc:sldLayoutMkLst>
            <pc:docMk/>
            <pc:sldMasterMk cId="2561877458" sldId="2147483799"/>
            <pc:sldLayoutMk cId="828232258" sldId="2147483819"/>
          </pc:sldLayoutMkLst>
          <pc:spChg chg="mod">
            <ac:chgData name="Arianna Landoni" userId="3d62cfe4-f381-4d93-8543-db56469c63db" providerId="ADAL" clId="{CFFBD93D-FF3B-48A7-9853-4040ECF23D00}" dt="2025-06-19T15:49:25.503" v="5143"/>
            <ac:spMkLst>
              <pc:docMk/>
              <pc:sldMasterMk cId="2561877458" sldId="2147483799"/>
              <pc:sldLayoutMk cId="828232258" sldId="2147483819"/>
              <ac:spMk id="3" creationId="{80CEC711-5C3A-DB44-8E10-A32F259CD309}"/>
            </ac:spMkLst>
          </pc:spChg>
          <pc:spChg chg="mod">
            <ac:chgData name="Arianna Landoni" userId="3d62cfe4-f381-4d93-8543-db56469c63db" providerId="ADAL" clId="{CFFBD93D-FF3B-48A7-9853-4040ECF23D00}" dt="2025-06-19T15:49:25.503" v="5144"/>
            <ac:spMkLst>
              <pc:docMk/>
              <pc:sldMasterMk cId="2561877458" sldId="2147483799"/>
              <pc:sldLayoutMk cId="828232258" sldId="2147483819"/>
              <ac:spMk id="4" creationId="{131AF99C-E518-3748-B47A-4E0944BD026B}"/>
            </ac:spMkLst>
          </pc:spChg>
          <pc:spChg chg="mod">
            <ac:chgData name="Arianna Landoni" userId="3d62cfe4-f381-4d93-8543-db56469c63db" providerId="ADAL" clId="{CFFBD93D-FF3B-48A7-9853-4040ECF23D00}" dt="2025-06-19T15:49:25.503" v="5145"/>
            <ac:spMkLst>
              <pc:docMk/>
              <pc:sldMasterMk cId="2561877458" sldId="2147483799"/>
              <pc:sldLayoutMk cId="828232258" sldId="2147483819"/>
              <ac:spMk id="5" creationId="{9ADF63E3-FB5C-0643-908E-34AF2CF1CB5F}"/>
            </ac:spMkLst>
          </pc:spChg>
          <pc:spChg chg="mod">
            <ac:chgData name="Arianna Landoni" userId="3d62cfe4-f381-4d93-8543-db56469c63db" providerId="ADAL" clId="{CFFBD93D-FF3B-48A7-9853-4040ECF23D00}" dt="2025-06-19T15:49:25.500" v="5142"/>
            <ac:spMkLst>
              <pc:docMk/>
              <pc:sldMasterMk cId="2561877458" sldId="2147483799"/>
              <pc:sldLayoutMk cId="828232258" sldId="2147483819"/>
              <ac:spMk id="12" creationId="{D7454097-9B7E-554D-B677-3FD9BE4B2573}"/>
            </ac:spMkLst>
          </pc:spChg>
          <pc:graphicFrameChg chg="add mod ord modVis">
            <ac:chgData name="Arianna Landoni" userId="3d62cfe4-f381-4d93-8543-db56469c63db" providerId="ADAL" clId="{CFFBD93D-FF3B-48A7-9853-4040ECF23D00}" dt="2025-06-19T15:49:29.923" v="6839"/>
            <ac:graphicFrameMkLst>
              <pc:docMk/>
              <pc:sldMasterMk cId="2561877458" sldId="2147483799"/>
              <pc:sldLayoutMk cId="828232258" sldId="2147483819"/>
              <ac:graphicFrameMk id="2" creationId="{0A1BD660-B6A2-0676-D81A-5603C856C4D3}"/>
            </ac:graphicFrameMkLst>
          </pc:graphicFrameChg>
        </pc:sldLayoutChg>
        <pc:sldLayoutChg chg="addSp delSp modSp mod">
          <pc:chgData name="Arianna Landoni" userId="3d62cfe4-f381-4d93-8543-db56469c63db" providerId="ADAL" clId="{CFFBD93D-FF3B-48A7-9853-4040ECF23D00}" dt="2025-06-19T15:49:29.758" v="6809"/>
          <pc:sldLayoutMkLst>
            <pc:docMk/>
            <pc:sldMasterMk cId="2561877458" sldId="2147483799"/>
            <pc:sldLayoutMk cId="3389323163" sldId="2147483820"/>
          </pc:sldLayoutMkLst>
          <pc:spChg chg="mod">
            <ac:chgData name="Arianna Landoni" userId="3d62cfe4-f381-4d93-8543-db56469c63db" providerId="ADAL" clId="{CFFBD93D-FF3B-48A7-9853-4040ECF23D00}" dt="2025-06-19T15:49:27.326" v="6055" actId="948"/>
            <ac:spMkLst>
              <pc:docMk/>
              <pc:sldMasterMk cId="2561877458" sldId="2147483799"/>
              <pc:sldLayoutMk cId="3389323163" sldId="2147483820"/>
              <ac:spMk id="5" creationId="{E14DE433-34A6-AF41-B817-B01ABD7DF1EB}"/>
            </ac:spMkLst>
          </pc:spChg>
          <pc:spChg chg="mod">
            <ac:chgData name="Arianna Landoni" userId="3d62cfe4-f381-4d93-8543-db56469c63db" providerId="ADAL" clId="{CFFBD93D-FF3B-48A7-9853-4040ECF23D00}" dt="2025-06-19T15:49:25.484" v="5139"/>
            <ac:spMkLst>
              <pc:docMk/>
              <pc:sldMasterMk cId="2561877458" sldId="2147483799"/>
              <pc:sldLayoutMk cId="3389323163" sldId="2147483820"/>
              <ac:spMk id="8" creationId="{7B49408E-522D-8B4E-8692-5FFAC53F1322}"/>
            </ac:spMkLst>
          </pc:spChg>
          <pc:graphicFrameChg chg="add mod ord modVis">
            <ac:chgData name="Arianna Landoni" userId="3d62cfe4-f381-4d93-8543-db56469c63db" providerId="ADAL" clId="{CFFBD93D-FF3B-48A7-9853-4040ECF23D00}" dt="2025-06-19T15:49:29.758" v="6809"/>
            <ac:graphicFrameMkLst>
              <pc:docMk/>
              <pc:sldMasterMk cId="2561877458" sldId="2147483799"/>
              <pc:sldLayoutMk cId="3389323163" sldId="2147483820"/>
              <ac:graphicFrameMk id="3" creationId="{8CB620C4-2A01-A670-EADE-DF311F8FFEA4}"/>
            </ac:graphicFrameMkLst>
          </pc:graphicFrameChg>
        </pc:sldLayoutChg>
        <pc:sldLayoutChg chg="addSp modSp mod">
          <pc:chgData name="Arianna Landoni" userId="3d62cfe4-f381-4d93-8543-db56469c63db" providerId="ADAL" clId="{CFFBD93D-FF3B-48A7-9853-4040ECF23D00}" dt="2025-06-19T15:49:29.988" v="6853"/>
          <pc:sldLayoutMkLst>
            <pc:docMk/>
            <pc:sldMasterMk cId="2561877458" sldId="2147483799"/>
            <pc:sldLayoutMk cId="12187340" sldId="2147483821"/>
          </pc:sldLayoutMkLst>
          <pc:spChg chg="mod">
            <ac:chgData name="Arianna Landoni" userId="3d62cfe4-f381-4d93-8543-db56469c63db" providerId="ADAL" clId="{CFFBD93D-FF3B-48A7-9853-4040ECF23D00}" dt="2025-06-19T15:49:25.503" v="5146"/>
            <ac:spMkLst>
              <pc:docMk/>
              <pc:sldMasterMk cId="2561877458" sldId="2147483799"/>
              <pc:sldLayoutMk cId="12187340" sldId="2147483821"/>
              <ac:spMk id="7" creationId="{78FA0A73-35AF-F640-9882-AD69FCF68A23}"/>
            </ac:spMkLst>
          </pc:spChg>
          <pc:graphicFrameChg chg="add mod ord modVis">
            <ac:chgData name="Arianna Landoni" userId="3d62cfe4-f381-4d93-8543-db56469c63db" providerId="ADAL" clId="{CFFBD93D-FF3B-48A7-9853-4040ECF23D00}" dt="2025-06-19T15:49:29.988" v="6853"/>
            <ac:graphicFrameMkLst>
              <pc:docMk/>
              <pc:sldMasterMk cId="2561877458" sldId="2147483799"/>
              <pc:sldLayoutMk cId="12187340" sldId="2147483821"/>
              <ac:graphicFrameMk id="4" creationId="{E7AF5FB3-26AE-91AC-0195-ABFD300191CF}"/>
            </ac:graphicFrameMkLst>
          </pc:graphicFrameChg>
        </pc:sldLayoutChg>
        <pc:sldLayoutChg chg="addSp modSp mod">
          <pc:chgData name="Arianna Landoni" userId="3d62cfe4-f381-4d93-8543-db56469c63db" providerId="ADAL" clId="{CFFBD93D-FF3B-48A7-9853-4040ECF23D00}" dt="2025-06-19T15:49:30.123" v="6881"/>
          <pc:sldLayoutMkLst>
            <pc:docMk/>
            <pc:sldMasterMk cId="2561877458" sldId="2147483799"/>
            <pc:sldLayoutMk cId="844147542" sldId="2147483822"/>
          </pc:sldLayoutMkLst>
          <pc:spChg chg="mod">
            <ac:chgData name="Arianna Landoni" userId="3d62cfe4-f381-4d93-8543-db56469c63db" providerId="ADAL" clId="{CFFBD93D-FF3B-48A7-9853-4040ECF23D00}" dt="2025-06-19T15:49:25.518" v="5149"/>
            <ac:spMkLst>
              <pc:docMk/>
              <pc:sldMasterMk cId="2561877458" sldId="2147483799"/>
              <pc:sldLayoutMk cId="844147542" sldId="2147483822"/>
              <ac:spMk id="7" creationId="{78FA0A73-35AF-F640-9882-AD69FCF68A23}"/>
            </ac:spMkLst>
          </pc:spChg>
          <pc:graphicFrameChg chg="add mod ord modVis">
            <ac:chgData name="Arianna Landoni" userId="3d62cfe4-f381-4d93-8543-db56469c63db" providerId="ADAL" clId="{CFFBD93D-FF3B-48A7-9853-4040ECF23D00}" dt="2025-06-19T15:49:30.123" v="6881"/>
            <ac:graphicFrameMkLst>
              <pc:docMk/>
              <pc:sldMasterMk cId="2561877458" sldId="2147483799"/>
              <pc:sldLayoutMk cId="844147542" sldId="2147483822"/>
              <ac:graphicFrameMk id="8" creationId="{5BC2CB75-D2FD-E841-BC76-064E94D511D0}"/>
            </ac:graphicFrameMkLst>
          </pc:graphicFrameChg>
        </pc:sldLayoutChg>
        <pc:sldLayoutChg chg="addSp delSp modSp mod">
          <pc:chgData name="Arianna Landoni" userId="3d62cfe4-f381-4d93-8543-db56469c63db" providerId="ADAL" clId="{CFFBD93D-FF3B-48A7-9853-4040ECF23D00}" dt="2025-06-19T15:49:29.076" v="6665"/>
          <pc:sldLayoutMkLst>
            <pc:docMk/>
            <pc:sldMasterMk cId="2561877458" sldId="2147483799"/>
            <pc:sldLayoutMk cId="262624919" sldId="2147483832"/>
          </pc:sldLayoutMkLst>
          <pc:spChg chg="mod">
            <ac:chgData name="Arianna Landoni" userId="3d62cfe4-f381-4d93-8543-db56469c63db" providerId="ADAL" clId="{CFFBD93D-FF3B-48A7-9853-4040ECF23D00}" dt="2025-06-19T15:49:27.057" v="5887" actId="948"/>
            <ac:spMkLst>
              <pc:docMk/>
              <pc:sldMasterMk cId="2561877458" sldId="2147483799"/>
              <pc:sldLayoutMk cId="262624919" sldId="2147483832"/>
              <ac:spMk id="2" creationId="{B6D6D628-271E-6947-B6C7-DCCD1C38B775}"/>
            </ac:spMkLst>
          </pc:spChg>
          <pc:spChg chg="mod">
            <ac:chgData name="Arianna Landoni" userId="3d62cfe4-f381-4d93-8543-db56469c63db" providerId="ADAL" clId="{CFFBD93D-FF3B-48A7-9853-4040ECF23D00}" dt="2025-06-19T15:49:25.375" v="5090"/>
            <ac:spMkLst>
              <pc:docMk/>
              <pc:sldMasterMk cId="2561877458" sldId="2147483799"/>
              <pc:sldLayoutMk cId="262624919" sldId="2147483832"/>
              <ac:spMk id="3" creationId="{51A4F422-9705-8546-889B-A7924D8B125C}"/>
            </ac:spMkLst>
          </pc:spChg>
          <pc:spChg chg="mod">
            <ac:chgData name="Arianna Landoni" userId="3d62cfe4-f381-4d93-8543-db56469c63db" providerId="ADAL" clId="{CFFBD93D-FF3B-48A7-9853-4040ECF23D00}" dt="2025-06-19T15:49:25.381" v="5093" actId="947"/>
            <ac:spMkLst>
              <pc:docMk/>
              <pc:sldMasterMk cId="2561877458" sldId="2147483799"/>
              <pc:sldLayoutMk cId="262624919" sldId="2147483832"/>
              <ac:spMk id="5" creationId="{5E8A1977-AE45-7FAA-4D31-766B2F91729F}"/>
            </ac:spMkLst>
          </pc:spChg>
          <pc:spChg chg="mod">
            <ac:chgData name="Arianna Landoni" userId="3d62cfe4-f381-4d93-8543-db56469c63db" providerId="ADAL" clId="{CFFBD93D-FF3B-48A7-9853-4040ECF23D00}" dt="2025-06-19T15:49:25.377" v="5091"/>
            <ac:spMkLst>
              <pc:docMk/>
              <pc:sldMasterMk cId="2561877458" sldId="2147483799"/>
              <pc:sldLayoutMk cId="262624919" sldId="2147483832"/>
              <ac:spMk id="7" creationId="{8C6E0E52-950D-824E-BBDB-0BE72099E010}"/>
            </ac:spMkLst>
          </pc:spChg>
          <pc:spChg chg="mod">
            <ac:chgData name="Arianna Landoni" userId="3d62cfe4-f381-4d93-8543-db56469c63db" providerId="ADAL" clId="{CFFBD93D-FF3B-48A7-9853-4040ECF23D00}" dt="2025-06-19T15:49:25.379" v="5092"/>
            <ac:spMkLst>
              <pc:docMk/>
              <pc:sldMasterMk cId="2561877458" sldId="2147483799"/>
              <pc:sldLayoutMk cId="262624919" sldId="2147483832"/>
              <ac:spMk id="10" creationId="{4B5BF30A-FBFD-5A4D-9449-A606D7C87DCE}"/>
            </ac:spMkLst>
          </pc:spChg>
          <pc:graphicFrameChg chg="add mod ord modVis">
            <ac:chgData name="Arianna Landoni" userId="3d62cfe4-f381-4d93-8543-db56469c63db" providerId="ADAL" clId="{CFFBD93D-FF3B-48A7-9853-4040ECF23D00}" dt="2025-06-19T15:49:29.076" v="6665"/>
            <ac:graphicFrameMkLst>
              <pc:docMk/>
              <pc:sldMasterMk cId="2561877458" sldId="2147483799"/>
              <pc:sldLayoutMk cId="262624919" sldId="2147483832"/>
              <ac:graphicFrameMk id="11" creationId="{EDA0CBD5-9971-6B1B-41F9-E10B25E3CB9B}"/>
            </ac:graphicFrameMkLst>
          </pc:graphicFrameChg>
        </pc:sldLayoutChg>
        <pc:sldLayoutChg chg="addSp delSp modSp mod">
          <pc:chgData name="Arianna Landoni" userId="3d62cfe4-f381-4d93-8543-db56469c63db" providerId="ADAL" clId="{CFFBD93D-FF3B-48A7-9853-4040ECF23D00}" dt="2025-06-19T15:49:28.989" v="6649"/>
          <pc:sldLayoutMkLst>
            <pc:docMk/>
            <pc:sldMasterMk cId="2561877458" sldId="2147483799"/>
            <pc:sldLayoutMk cId="3293349468" sldId="2147483833"/>
          </pc:sldLayoutMkLst>
          <pc:spChg chg="mod">
            <ac:chgData name="Arianna Landoni" userId="3d62cfe4-f381-4d93-8543-db56469c63db" providerId="ADAL" clId="{CFFBD93D-FF3B-48A7-9853-4040ECF23D00}" dt="2025-06-19T15:49:27.016" v="5866" actId="948"/>
            <ac:spMkLst>
              <pc:docMk/>
              <pc:sldMasterMk cId="2561877458" sldId="2147483799"/>
              <pc:sldLayoutMk cId="3293349468" sldId="2147483833"/>
              <ac:spMk id="2" creationId="{B6D6D628-271E-6947-B6C7-DCCD1C38B775}"/>
            </ac:spMkLst>
          </pc:spChg>
          <pc:spChg chg="mod">
            <ac:chgData name="Arianna Landoni" userId="3d62cfe4-f381-4d93-8543-db56469c63db" providerId="ADAL" clId="{CFFBD93D-FF3B-48A7-9853-4040ECF23D00}" dt="2025-06-19T15:49:25.361" v="5085"/>
            <ac:spMkLst>
              <pc:docMk/>
              <pc:sldMasterMk cId="2561877458" sldId="2147483799"/>
              <pc:sldLayoutMk cId="3293349468" sldId="2147483833"/>
              <ac:spMk id="3" creationId="{51A4F422-9705-8546-889B-A7924D8B125C}"/>
            </ac:spMkLst>
          </pc:spChg>
          <pc:spChg chg="mod">
            <ac:chgData name="Arianna Landoni" userId="3d62cfe4-f381-4d93-8543-db56469c63db" providerId="ADAL" clId="{CFFBD93D-FF3B-48A7-9853-4040ECF23D00}" dt="2025-06-19T15:49:25.367" v="5088" actId="947"/>
            <ac:spMkLst>
              <pc:docMk/>
              <pc:sldMasterMk cId="2561877458" sldId="2147483799"/>
              <pc:sldLayoutMk cId="3293349468" sldId="2147483833"/>
              <ac:spMk id="6" creationId="{448A2EE2-E22F-46D3-E7EF-015C84BA3251}"/>
            </ac:spMkLst>
          </pc:spChg>
          <pc:spChg chg="mod">
            <ac:chgData name="Arianna Landoni" userId="3d62cfe4-f381-4d93-8543-db56469c63db" providerId="ADAL" clId="{CFFBD93D-FF3B-48A7-9853-4040ECF23D00}" dt="2025-06-19T15:49:25.363" v="5086"/>
            <ac:spMkLst>
              <pc:docMk/>
              <pc:sldMasterMk cId="2561877458" sldId="2147483799"/>
              <pc:sldLayoutMk cId="3293349468" sldId="2147483833"/>
              <ac:spMk id="7" creationId="{8C6E0E52-950D-824E-BBDB-0BE72099E010}"/>
            </ac:spMkLst>
          </pc:spChg>
          <pc:spChg chg="mod">
            <ac:chgData name="Arianna Landoni" userId="3d62cfe4-f381-4d93-8543-db56469c63db" providerId="ADAL" clId="{CFFBD93D-FF3B-48A7-9853-4040ECF23D00}" dt="2025-06-19T15:49:25.364" v="5087"/>
            <ac:spMkLst>
              <pc:docMk/>
              <pc:sldMasterMk cId="2561877458" sldId="2147483799"/>
              <pc:sldLayoutMk cId="3293349468" sldId="2147483833"/>
              <ac:spMk id="10" creationId="{4B5BF30A-FBFD-5A4D-9449-A606D7C87DCE}"/>
            </ac:spMkLst>
          </pc:spChg>
          <pc:graphicFrameChg chg="add mod ord modVis">
            <ac:chgData name="Arianna Landoni" userId="3d62cfe4-f381-4d93-8543-db56469c63db" providerId="ADAL" clId="{CFFBD93D-FF3B-48A7-9853-4040ECF23D00}" dt="2025-06-19T15:49:28.989" v="6649"/>
            <ac:graphicFrameMkLst>
              <pc:docMk/>
              <pc:sldMasterMk cId="2561877458" sldId="2147483799"/>
              <pc:sldLayoutMk cId="3293349468" sldId="2147483833"/>
              <ac:graphicFrameMk id="11" creationId="{D70FD093-A4F7-74FB-A9B8-A478A5D34C4D}"/>
            </ac:graphicFrameMkLst>
          </pc:graphicFrameChg>
        </pc:sldLayoutChg>
        <pc:sldLayoutChg chg="addSp delSp modSp mod">
          <pc:chgData name="Arianna Landoni" userId="3d62cfe4-f381-4d93-8543-db56469c63db" providerId="ADAL" clId="{CFFBD93D-FF3B-48A7-9853-4040ECF23D00}" dt="2025-06-19T15:49:29.219" v="6701"/>
          <pc:sldLayoutMkLst>
            <pc:docMk/>
            <pc:sldMasterMk cId="2561877458" sldId="2147483799"/>
            <pc:sldLayoutMk cId="3350647433" sldId="2147483834"/>
          </pc:sldLayoutMkLst>
          <pc:spChg chg="mod">
            <ac:chgData name="Arianna Landoni" userId="3d62cfe4-f381-4d93-8543-db56469c63db" providerId="ADAL" clId="{CFFBD93D-FF3B-48A7-9853-4040ECF23D00}" dt="2025-06-19T15:49:27.151" v="5950" actId="948"/>
            <ac:spMkLst>
              <pc:docMk/>
              <pc:sldMasterMk cId="2561877458" sldId="2147483799"/>
              <pc:sldLayoutMk cId="3350647433" sldId="2147483834"/>
              <ac:spMk id="2" creationId="{B6D6D628-271E-6947-B6C7-DCCD1C38B775}"/>
            </ac:spMkLst>
          </pc:spChg>
          <pc:spChg chg="mod">
            <ac:chgData name="Arianna Landoni" userId="3d62cfe4-f381-4d93-8543-db56469c63db" providerId="ADAL" clId="{CFFBD93D-FF3B-48A7-9853-4040ECF23D00}" dt="2025-06-19T15:49:25.420" v="5107"/>
            <ac:spMkLst>
              <pc:docMk/>
              <pc:sldMasterMk cId="2561877458" sldId="2147483799"/>
              <pc:sldLayoutMk cId="3350647433" sldId="2147483834"/>
              <ac:spMk id="3" creationId="{51A4F422-9705-8546-889B-A7924D8B125C}"/>
            </ac:spMkLst>
          </pc:spChg>
          <pc:spChg chg="mod">
            <ac:chgData name="Arianna Landoni" userId="3d62cfe4-f381-4d93-8543-db56469c63db" providerId="ADAL" clId="{CFFBD93D-FF3B-48A7-9853-4040ECF23D00}" dt="2025-06-19T15:49:25.424" v="5110" actId="947"/>
            <ac:spMkLst>
              <pc:docMk/>
              <pc:sldMasterMk cId="2561877458" sldId="2147483799"/>
              <pc:sldLayoutMk cId="3350647433" sldId="2147483834"/>
              <ac:spMk id="6" creationId="{9C3BAE6F-62E8-B39A-674F-9FD284C929B9}"/>
            </ac:spMkLst>
          </pc:spChg>
          <pc:spChg chg="mod">
            <ac:chgData name="Arianna Landoni" userId="3d62cfe4-f381-4d93-8543-db56469c63db" providerId="ADAL" clId="{CFFBD93D-FF3B-48A7-9853-4040ECF23D00}" dt="2025-06-19T15:49:25.422" v="5108"/>
            <ac:spMkLst>
              <pc:docMk/>
              <pc:sldMasterMk cId="2561877458" sldId="2147483799"/>
              <pc:sldLayoutMk cId="3350647433" sldId="2147483834"/>
              <ac:spMk id="7" creationId="{8C6E0E52-950D-824E-BBDB-0BE72099E010}"/>
            </ac:spMkLst>
          </pc:spChg>
          <pc:spChg chg="mod">
            <ac:chgData name="Arianna Landoni" userId="3d62cfe4-f381-4d93-8543-db56469c63db" providerId="ADAL" clId="{CFFBD93D-FF3B-48A7-9853-4040ECF23D00}" dt="2025-06-19T15:49:25.424" v="5109"/>
            <ac:spMkLst>
              <pc:docMk/>
              <pc:sldMasterMk cId="2561877458" sldId="2147483799"/>
              <pc:sldLayoutMk cId="3350647433" sldId="2147483834"/>
              <ac:spMk id="10" creationId="{4B5BF30A-FBFD-5A4D-9449-A606D7C87DCE}"/>
            </ac:spMkLst>
          </pc:spChg>
          <pc:graphicFrameChg chg="add mod ord modVis">
            <ac:chgData name="Arianna Landoni" userId="3d62cfe4-f381-4d93-8543-db56469c63db" providerId="ADAL" clId="{CFFBD93D-FF3B-48A7-9853-4040ECF23D00}" dt="2025-06-19T15:49:29.219" v="6701"/>
            <ac:graphicFrameMkLst>
              <pc:docMk/>
              <pc:sldMasterMk cId="2561877458" sldId="2147483799"/>
              <pc:sldLayoutMk cId="3350647433" sldId="2147483834"/>
              <ac:graphicFrameMk id="11" creationId="{638A784B-FB55-AA91-668E-193143CBE4A5}"/>
            </ac:graphicFrameMkLst>
          </pc:graphicFrameChg>
        </pc:sldLayoutChg>
        <pc:sldLayoutChg chg="addSp delSp modSp mod">
          <pc:chgData name="Arianna Landoni" userId="3d62cfe4-f381-4d93-8543-db56469c63db" providerId="ADAL" clId="{CFFBD93D-FF3B-48A7-9853-4040ECF23D00}" dt="2025-06-19T15:49:29.156" v="6685"/>
          <pc:sldLayoutMkLst>
            <pc:docMk/>
            <pc:sldMasterMk cId="2561877458" sldId="2147483799"/>
            <pc:sldLayoutMk cId="1652690028" sldId="2147483835"/>
          </pc:sldLayoutMkLst>
          <pc:spChg chg="mod">
            <ac:chgData name="Arianna Landoni" userId="3d62cfe4-f381-4d93-8543-db56469c63db" providerId="ADAL" clId="{CFFBD93D-FF3B-48A7-9853-4040ECF23D00}" dt="2025-06-19T15:49:27.124" v="5929" actId="948"/>
            <ac:spMkLst>
              <pc:docMk/>
              <pc:sldMasterMk cId="2561877458" sldId="2147483799"/>
              <pc:sldLayoutMk cId="1652690028" sldId="2147483835"/>
              <ac:spMk id="2" creationId="{B6D6D628-271E-6947-B6C7-DCCD1C38B775}"/>
            </ac:spMkLst>
          </pc:spChg>
          <pc:spChg chg="mod">
            <ac:chgData name="Arianna Landoni" userId="3d62cfe4-f381-4d93-8543-db56469c63db" providerId="ADAL" clId="{CFFBD93D-FF3B-48A7-9853-4040ECF23D00}" dt="2025-06-19T15:49:25.409" v="5102"/>
            <ac:spMkLst>
              <pc:docMk/>
              <pc:sldMasterMk cId="2561877458" sldId="2147483799"/>
              <pc:sldLayoutMk cId="1652690028" sldId="2147483835"/>
              <ac:spMk id="3" creationId="{51A4F422-9705-8546-889B-A7924D8B125C}"/>
            </ac:spMkLst>
          </pc:spChg>
          <pc:spChg chg="mod">
            <ac:chgData name="Arianna Landoni" userId="3d62cfe4-f381-4d93-8543-db56469c63db" providerId="ADAL" clId="{CFFBD93D-FF3B-48A7-9853-4040ECF23D00}" dt="2025-06-19T15:49:25.413" v="5105" actId="947"/>
            <ac:spMkLst>
              <pc:docMk/>
              <pc:sldMasterMk cId="2561877458" sldId="2147483799"/>
              <pc:sldLayoutMk cId="1652690028" sldId="2147483835"/>
              <ac:spMk id="6" creationId="{FB02E189-C1A5-A9F6-6E54-9C5CB1CE9B79}"/>
            </ac:spMkLst>
          </pc:spChg>
          <pc:spChg chg="mod">
            <ac:chgData name="Arianna Landoni" userId="3d62cfe4-f381-4d93-8543-db56469c63db" providerId="ADAL" clId="{CFFBD93D-FF3B-48A7-9853-4040ECF23D00}" dt="2025-06-19T15:49:25.411" v="5103"/>
            <ac:spMkLst>
              <pc:docMk/>
              <pc:sldMasterMk cId="2561877458" sldId="2147483799"/>
              <pc:sldLayoutMk cId="1652690028" sldId="2147483835"/>
              <ac:spMk id="7" creationId="{8C6E0E52-950D-824E-BBDB-0BE72099E010}"/>
            </ac:spMkLst>
          </pc:spChg>
          <pc:spChg chg="mod">
            <ac:chgData name="Arianna Landoni" userId="3d62cfe4-f381-4d93-8543-db56469c63db" providerId="ADAL" clId="{CFFBD93D-FF3B-48A7-9853-4040ECF23D00}" dt="2025-06-19T15:49:25.413" v="5104"/>
            <ac:spMkLst>
              <pc:docMk/>
              <pc:sldMasterMk cId="2561877458" sldId="2147483799"/>
              <pc:sldLayoutMk cId="1652690028" sldId="2147483835"/>
              <ac:spMk id="10" creationId="{4B5BF30A-FBFD-5A4D-9449-A606D7C87DCE}"/>
            </ac:spMkLst>
          </pc:spChg>
          <pc:graphicFrameChg chg="add mod ord modVis">
            <ac:chgData name="Arianna Landoni" userId="3d62cfe4-f381-4d93-8543-db56469c63db" providerId="ADAL" clId="{CFFBD93D-FF3B-48A7-9853-4040ECF23D00}" dt="2025-06-19T15:49:29.156" v="6685"/>
            <ac:graphicFrameMkLst>
              <pc:docMk/>
              <pc:sldMasterMk cId="2561877458" sldId="2147483799"/>
              <pc:sldLayoutMk cId="1652690028" sldId="2147483835"/>
              <ac:graphicFrameMk id="11" creationId="{226CF31C-6BD8-5D0E-9F57-44B160609459}"/>
            </ac:graphicFrameMkLst>
          </pc:graphicFrameChg>
        </pc:sldLayoutChg>
        <pc:sldLayoutChg chg="addSp delSp modSp mod">
          <pc:chgData name="Arianna Landoni" userId="3d62cfe4-f381-4d93-8543-db56469c63db" providerId="ADAL" clId="{CFFBD93D-FF3B-48A7-9853-4040ECF23D00}" dt="2025-06-19T15:49:28.383" v="6485"/>
          <pc:sldLayoutMkLst>
            <pc:docMk/>
            <pc:sldMasterMk cId="2561877458" sldId="2147483799"/>
            <pc:sldLayoutMk cId="2462210430" sldId="2147483836"/>
          </pc:sldLayoutMkLst>
          <pc:spChg chg="mod">
            <ac:chgData name="Arianna Landoni" userId="3d62cfe4-f381-4d93-8543-db56469c63db" providerId="ADAL" clId="{CFFBD93D-FF3B-48A7-9853-4040ECF23D00}" dt="2025-06-19T15:49:26.668" v="5660" actId="948"/>
            <ac:spMkLst>
              <pc:docMk/>
              <pc:sldMasterMk cId="2561877458" sldId="2147483799"/>
              <pc:sldLayoutMk cId="2462210430" sldId="2147483836"/>
              <ac:spMk id="2" creationId="{A6DF155B-E469-9843-B56D-954CFAAC8443}"/>
            </ac:spMkLst>
          </pc:spChg>
          <pc:spChg chg="mod">
            <ac:chgData name="Arianna Landoni" userId="3d62cfe4-f381-4d93-8543-db56469c63db" providerId="ADAL" clId="{CFFBD93D-FF3B-48A7-9853-4040ECF23D00}" dt="2025-06-19T15:49:25.148" v="4977"/>
            <ac:spMkLst>
              <pc:docMk/>
              <pc:sldMasterMk cId="2561877458" sldId="2147483799"/>
              <pc:sldLayoutMk cId="2462210430" sldId="2147483836"/>
              <ac:spMk id="3" creationId="{E93CF349-5D48-044C-BC63-9B205F970AE9}"/>
            </ac:spMkLst>
          </pc:spChg>
          <pc:spChg chg="mod">
            <ac:chgData name="Arianna Landoni" userId="3d62cfe4-f381-4d93-8543-db56469c63db" providerId="ADAL" clId="{CFFBD93D-FF3B-48A7-9853-4040ECF23D00}" dt="2025-06-19T15:49:25.146" v="4976"/>
            <ac:spMkLst>
              <pc:docMk/>
              <pc:sldMasterMk cId="2561877458" sldId="2147483799"/>
              <pc:sldLayoutMk cId="2462210430" sldId="2147483836"/>
              <ac:spMk id="12" creationId="{D7454097-9B7E-554D-B677-3FD9BE4B2573}"/>
            </ac:spMkLst>
          </pc:spChg>
          <pc:spChg chg="mod">
            <ac:chgData name="Arianna Landoni" userId="3d62cfe4-f381-4d93-8543-db56469c63db" providerId="ADAL" clId="{CFFBD93D-FF3B-48A7-9853-4040ECF23D00}" dt="2025-06-19T15:49:25.152" v="4979"/>
            <ac:spMkLst>
              <pc:docMk/>
              <pc:sldMasterMk cId="2561877458" sldId="2147483799"/>
              <pc:sldLayoutMk cId="2462210430" sldId="2147483836"/>
              <ac:spMk id="14" creationId="{C9BB3BEF-4A43-2A45-9BE4-3CE526BC1F13}"/>
            </ac:spMkLst>
          </pc:spChg>
          <pc:graphicFrameChg chg="add mod ord modVis">
            <ac:chgData name="Arianna Landoni" userId="3d62cfe4-f381-4d93-8543-db56469c63db" providerId="ADAL" clId="{CFFBD93D-FF3B-48A7-9853-4040ECF23D00}" dt="2025-06-19T15:49:28.383" v="6485"/>
            <ac:graphicFrameMkLst>
              <pc:docMk/>
              <pc:sldMasterMk cId="2561877458" sldId="2147483799"/>
              <pc:sldLayoutMk cId="2462210430" sldId="2147483836"/>
              <ac:graphicFrameMk id="7" creationId="{81E09878-468A-BFA0-3558-F7B337204F8C}"/>
            </ac:graphicFrameMkLst>
          </pc:graphicFrameChg>
        </pc:sldLayoutChg>
        <pc:sldLayoutChg chg="addSp delSp modSp mod">
          <pc:chgData name="Arianna Landoni" userId="3d62cfe4-f381-4d93-8543-db56469c63db" providerId="ADAL" clId="{CFFBD93D-FF3B-48A7-9853-4040ECF23D00}" dt="2025-06-19T15:49:28.730" v="6579"/>
          <pc:sldLayoutMkLst>
            <pc:docMk/>
            <pc:sldMasterMk cId="2561877458" sldId="2147483799"/>
            <pc:sldLayoutMk cId="3374817635" sldId="2147483839"/>
          </pc:sldLayoutMkLst>
          <pc:spChg chg="mod">
            <ac:chgData name="Arianna Landoni" userId="3d62cfe4-f381-4d93-8543-db56469c63db" providerId="ADAL" clId="{CFFBD93D-FF3B-48A7-9853-4040ECF23D00}" dt="2025-06-19T15:49:25.214" v="5003" actId="947"/>
            <ac:spMkLst>
              <pc:docMk/>
              <pc:sldMasterMk cId="2561877458" sldId="2147483799"/>
              <pc:sldLayoutMk cId="3374817635" sldId="2147483839"/>
              <ac:spMk id="9" creationId="{C5E31017-DFDE-D577-D234-5AC5F746113B}"/>
            </ac:spMkLst>
          </pc:spChg>
          <pc:spChg chg="mod">
            <ac:chgData name="Arianna Landoni" userId="3d62cfe4-f381-4d93-8543-db56469c63db" providerId="ADAL" clId="{CFFBD93D-FF3B-48A7-9853-4040ECF23D00}" dt="2025-06-19T15:49:25.197" v="4996"/>
            <ac:spMkLst>
              <pc:docMk/>
              <pc:sldMasterMk cId="2561877458" sldId="2147483799"/>
              <pc:sldLayoutMk cId="3374817635" sldId="2147483839"/>
              <ac:spMk id="13" creationId="{7C9BA4DD-7FC6-1B41-B63C-529B9B4CD626}"/>
            </ac:spMkLst>
          </pc:spChg>
          <pc:spChg chg="mod">
            <ac:chgData name="Arianna Landoni" userId="3d62cfe4-f381-4d93-8543-db56469c63db" providerId="ADAL" clId="{CFFBD93D-FF3B-48A7-9853-4040ECF23D00}" dt="2025-06-19T15:49:25.200" v="4997"/>
            <ac:spMkLst>
              <pc:docMk/>
              <pc:sldMasterMk cId="2561877458" sldId="2147483799"/>
              <pc:sldLayoutMk cId="3374817635" sldId="2147483839"/>
              <ac:spMk id="14" creationId="{1D136D0A-337C-8446-9C9F-56582EF261A3}"/>
            </ac:spMkLst>
          </pc:spChg>
          <pc:spChg chg="mod">
            <ac:chgData name="Arianna Landoni" userId="3d62cfe4-f381-4d93-8543-db56469c63db" providerId="ADAL" clId="{CFFBD93D-FF3B-48A7-9853-4040ECF23D00}" dt="2025-06-19T15:49:25.202" v="4998"/>
            <ac:spMkLst>
              <pc:docMk/>
              <pc:sldMasterMk cId="2561877458" sldId="2147483799"/>
              <pc:sldLayoutMk cId="3374817635" sldId="2147483839"/>
              <ac:spMk id="15" creationId="{97593291-DD95-0148-B738-B4485B43B62E}"/>
            </ac:spMkLst>
          </pc:spChg>
          <pc:spChg chg="mod">
            <ac:chgData name="Arianna Landoni" userId="3d62cfe4-f381-4d93-8543-db56469c63db" providerId="ADAL" clId="{CFFBD93D-FF3B-48A7-9853-4040ECF23D00}" dt="2025-06-19T15:49:25.203" v="4999"/>
            <ac:spMkLst>
              <pc:docMk/>
              <pc:sldMasterMk cId="2561877458" sldId="2147483799"/>
              <pc:sldLayoutMk cId="3374817635" sldId="2147483839"/>
              <ac:spMk id="16" creationId="{318455C1-916D-894E-B0B6-255C2D976A37}"/>
            </ac:spMkLst>
          </pc:spChg>
          <pc:spChg chg="mod">
            <ac:chgData name="Arianna Landoni" userId="3d62cfe4-f381-4d93-8543-db56469c63db" providerId="ADAL" clId="{CFFBD93D-FF3B-48A7-9853-4040ECF23D00}" dt="2025-06-19T15:49:26.851" v="5766" actId="948"/>
            <ac:spMkLst>
              <pc:docMk/>
              <pc:sldMasterMk cId="2561877458" sldId="2147483799"/>
              <pc:sldLayoutMk cId="3374817635" sldId="2147483839"/>
              <ac:spMk id="18" creationId="{BA645330-260B-7E40-8596-998C1AFABC3C}"/>
            </ac:spMkLst>
          </pc:spChg>
          <pc:spChg chg="mod">
            <ac:chgData name="Arianna Landoni" userId="3d62cfe4-f381-4d93-8543-db56469c63db" providerId="ADAL" clId="{CFFBD93D-FF3B-48A7-9853-4040ECF23D00}" dt="2025-06-19T15:49:25.210" v="5001" actId="947"/>
            <ac:spMkLst>
              <pc:docMk/>
              <pc:sldMasterMk cId="2561877458" sldId="2147483799"/>
              <pc:sldLayoutMk cId="3374817635" sldId="2147483839"/>
              <ac:spMk id="30" creationId="{B7D49BC2-DBDD-5B47-800B-FC4888D3413D}"/>
            </ac:spMkLst>
          </pc:spChg>
          <pc:spChg chg="mod">
            <ac:chgData name="Arianna Landoni" userId="3d62cfe4-f381-4d93-8543-db56469c63db" providerId="ADAL" clId="{CFFBD93D-FF3B-48A7-9853-4040ECF23D00}" dt="2025-06-19T15:49:25.212" v="5002"/>
            <ac:spMkLst>
              <pc:docMk/>
              <pc:sldMasterMk cId="2561877458" sldId="2147483799"/>
              <pc:sldLayoutMk cId="3374817635" sldId="2147483839"/>
              <ac:spMk id="37" creationId="{249C8BEE-63EA-1648-BAC6-340DE4C38789}"/>
            </ac:spMkLst>
          </pc:spChg>
          <pc:graphicFrameChg chg="add mod ord modVis">
            <ac:chgData name="Arianna Landoni" userId="3d62cfe4-f381-4d93-8543-db56469c63db" providerId="ADAL" clId="{CFFBD93D-FF3B-48A7-9853-4040ECF23D00}" dt="2025-06-19T15:49:28.730" v="6579"/>
            <ac:graphicFrameMkLst>
              <pc:docMk/>
              <pc:sldMasterMk cId="2561877458" sldId="2147483799"/>
              <pc:sldLayoutMk cId="3374817635" sldId="2147483839"/>
              <ac:graphicFrameMk id="7" creationId="{E8E5A973-76A3-A06D-847B-FDE571E15C73}"/>
            </ac:graphicFrameMkLst>
          </pc:graphicFrameChg>
        </pc:sldLayoutChg>
        <pc:sldLayoutChg chg="addSp delSp modSp mod">
          <pc:chgData name="Arianna Landoni" userId="3d62cfe4-f381-4d93-8543-db56469c63db" providerId="ADAL" clId="{CFFBD93D-FF3B-48A7-9853-4040ECF23D00}" dt="2025-06-19T15:49:29.521" v="6763"/>
          <pc:sldLayoutMkLst>
            <pc:docMk/>
            <pc:sldMasterMk cId="2561877458" sldId="2147483799"/>
            <pc:sldLayoutMk cId="1427520543" sldId="2147483840"/>
          </pc:sldLayoutMkLst>
          <pc:spChg chg="mod">
            <ac:chgData name="Arianna Landoni" userId="3d62cfe4-f381-4d93-8543-db56469c63db" providerId="ADAL" clId="{CFFBD93D-FF3B-48A7-9853-4040ECF23D00}" dt="2025-06-19T15:49:27.256" v="6013" actId="948"/>
            <ac:spMkLst>
              <pc:docMk/>
              <pc:sldMasterMk cId="2561877458" sldId="2147483799"/>
              <pc:sldLayoutMk cId="1427520543" sldId="2147483840"/>
              <ac:spMk id="4" creationId="{11DBD558-A67C-3226-6A2A-1CB4B33A0DD2}"/>
            </ac:spMkLst>
          </pc:spChg>
          <pc:spChg chg="mod">
            <ac:chgData name="Arianna Landoni" userId="3d62cfe4-f381-4d93-8543-db56469c63db" providerId="ADAL" clId="{CFFBD93D-FF3B-48A7-9853-4040ECF23D00}" dt="2025-06-19T15:49:25.468" v="5128"/>
            <ac:spMkLst>
              <pc:docMk/>
              <pc:sldMasterMk cId="2561877458" sldId="2147483799"/>
              <pc:sldLayoutMk cId="1427520543" sldId="2147483840"/>
              <ac:spMk id="8" creationId="{6510754B-172B-D64F-B9AF-1E5C4ED8E3FA}"/>
            </ac:spMkLst>
          </pc:spChg>
          <pc:spChg chg="mod">
            <ac:chgData name="Arianna Landoni" userId="3d62cfe4-f381-4d93-8543-db56469c63db" providerId="ADAL" clId="{CFFBD93D-FF3B-48A7-9853-4040ECF23D00}" dt="2025-06-19T15:49:25.462" v="5125"/>
            <ac:spMkLst>
              <pc:docMk/>
              <pc:sldMasterMk cId="2561877458" sldId="2147483799"/>
              <pc:sldLayoutMk cId="1427520543" sldId="2147483840"/>
              <ac:spMk id="12" creationId="{D7454097-9B7E-554D-B677-3FD9BE4B2573}"/>
            </ac:spMkLst>
          </pc:spChg>
          <pc:spChg chg="mod">
            <ac:chgData name="Arianna Landoni" userId="3d62cfe4-f381-4d93-8543-db56469c63db" providerId="ADAL" clId="{CFFBD93D-FF3B-48A7-9853-4040ECF23D00}" dt="2025-06-19T15:49:25.464" v="5126"/>
            <ac:spMkLst>
              <pc:docMk/>
              <pc:sldMasterMk cId="2561877458" sldId="2147483799"/>
              <pc:sldLayoutMk cId="1427520543" sldId="2147483840"/>
              <ac:spMk id="13" creationId="{3EF9C9DD-6BEB-E94F-A3B3-B4886989E98B}"/>
            </ac:spMkLst>
          </pc:spChg>
          <pc:graphicFrameChg chg="add mod ord modVis">
            <ac:chgData name="Arianna Landoni" userId="3d62cfe4-f381-4d93-8543-db56469c63db" providerId="ADAL" clId="{CFFBD93D-FF3B-48A7-9853-4040ECF23D00}" dt="2025-06-19T15:49:29.521" v="6763"/>
            <ac:graphicFrameMkLst>
              <pc:docMk/>
              <pc:sldMasterMk cId="2561877458" sldId="2147483799"/>
              <pc:sldLayoutMk cId="1427520543" sldId="2147483840"/>
              <ac:graphicFrameMk id="9" creationId="{B7EB597D-8E22-FE28-D191-379BD4A37763}"/>
            </ac:graphicFrameMkLst>
          </pc:graphicFrameChg>
        </pc:sldLayoutChg>
        <pc:sldLayoutChg chg="addSp modSp mod">
          <pc:chgData name="Arianna Landoni" userId="3d62cfe4-f381-4d93-8543-db56469c63db" providerId="ADAL" clId="{CFFBD93D-FF3B-48A7-9853-4040ECF23D00}" dt="2025-06-19T15:49:28.788" v="6593"/>
          <pc:sldLayoutMkLst>
            <pc:docMk/>
            <pc:sldMasterMk cId="2561877458" sldId="2147483799"/>
            <pc:sldLayoutMk cId="2322116280" sldId="2147483841"/>
          </pc:sldLayoutMkLst>
          <pc:spChg chg="mod">
            <ac:chgData name="Arianna Landoni" userId="3d62cfe4-f381-4d93-8543-db56469c63db" providerId="ADAL" clId="{CFFBD93D-FF3B-48A7-9853-4040ECF23D00}" dt="2025-06-19T15:49:26.893" v="5787" actId="948"/>
            <ac:spMkLst>
              <pc:docMk/>
              <pc:sldMasterMk cId="2561877458" sldId="2147483799"/>
              <pc:sldLayoutMk cId="2322116280" sldId="2147483841"/>
              <ac:spMk id="2" creationId="{8CAA164A-95D1-764C-8DE7-DD0907B29910}"/>
            </ac:spMkLst>
          </pc:spChg>
          <pc:spChg chg="mod">
            <ac:chgData name="Arianna Landoni" userId="3d62cfe4-f381-4d93-8543-db56469c63db" providerId="ADAL" clId="{CFFBD93D-FF3B-48A7-9853-4040ECF23D00}" dt="2025-06-19T15:49:25.220" v="5005"/>
            <ac:spMkLst>
              <pc:docMk/>
              <pc:sldMasterMk cId="2561877458" sldId="2147483799"/>
              <pc:sldLayoutMk cId="2322116280" sldId="2147483841"/>
              <ac:spMk id="12" creationId="{7CCDC2D9-F2CC-404E-A187-234B94963FA6}"/>
            </ac:spMkLst>
          </pc:spChg>
          <pc:spChg chg="mod">
            <ac:chgData name="Arianna Landoni" userId="3d62cfe4-f381-4d93-8543-db56469c63db" providerId="ADAL" clId="{CFFBD93D-FF3B-48A7-9853-4040ECF23D00}" dt="2025-06-19T15:49:25.222" v="5007"/>
            <ac:spMkLst>
              <pc:docMk/>
              <pc:sldMasterMk cId="2561877458" sldId="2147483799"/>
              <pc:sldLayoutMk cId="2322116280" sldId="2147483841"/>
              <ac:spMk id="14" creationId="{650B7AD8-2233-904A-9609-1784339723CC}"/>
            </ac:spMkLst>
          </pc:spChg>
          <pc:spChg chg="mod">
            <ac:chgData name="Arianna Landoni" userId="3d62cfe4-f381-4d93-8543-db56469c63db" providerId="ADAL" clId="{CFFBD93D-FF3B-48A7-9853-4040ECF23D00}" dt="2025-06-19T15:49:25.217" v="5004"/>
            <ac:spMkLst>
              <pc:docMk/>
              <pc:sldMasterMk cId="2561877458" sldId="2147483799"/>
              <pc:sldLayoutMk cId="2322116280" sldId="2147483841"/>
              <ac:spMk id="29" creationId="{BFEF6121-4E47-7C49-B558-8CF2A3DE90CD}"/>
            </ac:spMkLst>
          </pc:spChg>
          <pc:graphicFrameChg chg="add mod ord modVis">
            <ac:chgData name="Arianna Landoni" userId="3d62cfe4-f381-4d93-8543-db56469c63db" providerId="ADAL" clId="{CFFBD93D-FF3B-48A7-9853-4040ECF23D00}" dt="2025-06-19T15:49:28.788" v="6593"/>
            <ac:graphicFrameMkLst>
              <pc:docMk/>
              <pc:sldMasterMk cId="2561877458" sldId="2147483799"/>
              <pc:sldLayoutMk cId="2322116280" sldId="2147483841"/>
              <ac:graphicFrameMk id="6" creationId="{F24FC189-EEC4-E43F-6DCC-E418ACC5E1F1}"/>
            </ac:graphicFrameMkLst>
          </pc:graphicFrameChg>
        </pc:sldLayoutChg>
        <pc:sldLayoutChg chg="addSp delSp modSp mod">
          <pc:chgData name="Arianna Landoni" userId="3d62cfe4-f381-4d93-8543-db56469c63db" providerId="ADAL" clId="{CFFBD93D-FF3B-48A7-9853-4040ECF23D00}" dt="2025-06-19T15:49:28.852" v="6609"/>
          <pc:sldLayoutMkLst>
            <pc:docMk/>
            <pc:sldMasterMk cId="2561877458" sldId="2147483799"/>
            <pc:sldLayoutMk cId="236589336" sldId="2147483842"/>
          </pc:sldLayoutMkLst>
          <pc:spChg chg="mod">
            <ac:chgData name="Arianna Landoni" userId="3d62cfe4-f381-4d93-8543-db56469c63db" providerId="ADAL" clId="{CFFBD93D-FF3B-48A7-9853-4040ECF23D00}" dt="2025-06-19T15:49:25.222" v="5008"/>
            <ac:spMkLst>
              <pc:docMk/>
              <pc:sldMasterMk cId="2561877458" sldId="2147483799"/>
              <pc:sldLayoutMk cId="236589336" sldId="2147483842"/>
              <ac:spMk id="9" creationId="{62CBE3F3-F375-8C40-8A86-A3598E969B12}"/>
            </ac:spMkLst>
          </pc:spChg>
          <pc:spChg chg="mod">
            <ac:chgData name="Arianna Landoni" userId="3d62cfe4-f381-4d93-8543-db56469c63db" providerId="ADAL" clId="{CFFBD93D-FF3B-48A7-9853-4040ECF23D00}" dt="2025-06-19T15:49:26.897" v="5788" actId="948"/>
            <ac:spMkLst>
              <pc:docMk/>
              <pc:sldMasterMk cId="2561877458" sldId="2147483799"/>
              <pc:sldLayoutMk cId="236589336" sldId="2147483842"/>
              <ac:spMk id="12" creationId="{3412A7C2-60A7-C147-9EE9-89EA3D457AFD}"/>
            </ac:spMkLst>
          </pc:spChg>
          <pc:spChg chg="mod">
            <ac:chgData name="Arianna Landoni" userId="3d62cfe4-f381-4d93-8543-db56469c63db" providerId="ADAL" clId="{CFFBD93D-FF3B-48A7-9853-4040ECF23D00}" dt="2025-06-19T15:49:25.222" v="5010"/>
            <ac:spMkLst>
              <pc:docMk/>
              <pc:sldMasterMk cId="2561877458" sldId="2147483799"/>
              <pc:sldLayoutMk cId="236589336" sldId="2147483842"/>
              <ac:spMk id="13" creationId="{43DEB81A-8485-FB4D-914B-2DF75789D09E}"/>
            </ac:spMkLst>
          </pc:spChg>
          <pc:spChg chg="mod">
            <ac:chgData name="Arianna Landoni" userId="3d62cfe4-f381-4d93-8543-db56469c63db" providerId="ADAL" clId="{CFFBD93D-FF3B-48A7-9853-4040ECF23D00}" dt="2025-06-19T15:49:25.238" v="5011"/>
            <ac:spMkLst>
              <pc:docMk/>
              <pc:sldMasterMk cId="2561877458" sldId="2147483799"/>
              <pc:sldLayoutMk cId="236589336" sldId="2147483842"/>
              <ac:spMk id="15" creationId="{296E7D8E-75CC-EC46-BAE9-72B36A1B6EDA}"/>
            </ac:spMkLst>
          </pc:spChg>
          <pc:graphicFrameChg chg="add mod ord modVis">
            <ac:chgData name="Arianna Landoni" userId="3d62cfe4-f381-4d93-8543-db56469c63db" providerId="ADAL" clId="{CFFBD93D-FF3B-48A7-9853-4040ECF23D00}" dt="2025-06-19T15:49:28.852" v="6609"/>
            <ac:graphicFrameMkLst>
              <pc:docMk/>
              <pc:sldMasterMk cId="2561877458" sldId="2147483799"/>
              <pc:sldLayoutMk cId="236589336" sldId="2147483842"/>
              <ac:graphicFrameMk id="6" creationId="{48A884DD-CE17-DA4A-B405-06E42AFCC781}"/>
            </ac:graphicFrameMkLst>
          </pc:graphicFrameChg>
        </pc:sldLayoutChg>
        <pc:sldLayoutChg chg="addSp delSp modSp mod">
          <pc:chgData name="Arianna Landoni" userId="3d62cfe4-f381-4d93-8543-db56469c63db" providerId="ADAL" clId="{CFFBD93D-FF3B-48A7-9853-4040ECF23D00}" dt="2025-06-19T15:49:29.323" v="6717"/>
          <pc:sldLayoutMkLst>
            <pc:docMk/>
            <pc:sldMasterMk cId="2561877458" sldId="2147483799"/>
            <pc:sldLayoutMk cId="1941655378" sldId="2147483843"/>
          </pc:sldLayoutMkLst>
          <pc:spChg chg="mod">
            <ac:chgData name="Arianna Landoni" userId="3d62cfe4-f381-4d93-8543-db56469c63db" providerId="ADAL" clId="{CFFBD93D-FF3B-48A7-9853-4040ECF23D00}" dt="2025-06-19T15:49:25.442" v="5118" actId="947"/>
            <ac:spMkLst>
              <pc:docMk/>
              <pc:sldMasterMk cId="2561877458" sldId="2147483799"/>
              <pc:sldLayoutMk cId="1941655378" sldId="2147483843"/>
              <ac:spMk id="7" creationId="{93E8C65A-6D99-F5A6-214E-92EC76781DD3}"/>
            </ac:spMkLst>
          </pc:spChg>
          <pc:spChg chg="mod">
            <ac:chgData name="Arianna Landoni" userId="3d62cfe4-f381-4d93-8543-db56469c63db" providerId="ADAL" clId="{CFFBD93D-FF3B-48A7-9853-4040ECF23D00}" dt="2025-06-19T15:49:25.430" v="5111"/>
            <ac:spMkLst>
              <pc:docMk/>
              <pc:sldMasterMk cId="2561877458" sldId="2147483799"/>
              <pc:sldLayoutMk cId="1941655378" sldId="2147483843"/>
              <ac:spMk id="9" creationId="{8EE47252-3C97-9F17-B02C-A5D421B7C5E7}"/>
            </ac:spMkLst>
          </pc:spChg>
          <pc:spChg chg="mod">
            <ac:chgData name="Arianna Landoni" userId="3d62cfe4-f381-4d93-8543-db56469c63db" providerId="ADAL" clId="{CFFBD93D-FF3B-48A7-9853-4040ECF23D00}" dt="2025-06-19T15:49:25.430" v="5112"/>
            <ac:spMkLst>
              <pc:docMk/>
              <pc:sldMasterMk cId="2561877458" sldId="2147483799"/>
              <pc:sldLayoutMk cId="1941655378" sldId="2147483843"/>
              <ac:spMk id="14" creationId="{1D136D0A-337C-8446-9C9F-56582EF261A3}"/>
            </ac:spMkLst>
          </pc:spChg>
          <pc:spChg chg="mod">
            <ac:chgData name="Arianna Landoni" userId="3d62cfe4-f381-4d93-8543-db56469c63db" providerId="ADAL" clId="{CFFBD93D-FF3B-48A7-9853-4040ECF23D00}" dt="2025-06-19T15:49:25.432" v="5113"/>
            <ac:spMkLst>
              <pc:docMk/>
              <pc:sldMasterMk cId="2561877458" sldId="2147483799"/>
              <pc:sldLayoutMk cId="1941655378" sldId="2147483843"/>
              <ac:spMk id="15" creationId="{97593291-DD95-0148-B738-B4485B43B62E}"/>
            </ac:spMkLst>
          </pc:spChg>
          <pc:spChg chg="mod">
            <ac:chgData name="Arianna Landoni" userId="3d62cfe4-f381-4d93-8543-db56469c63db" providerId="ADAL" clId="{CFFBD93D-FF3B-48A7-9853-4040ECF23D00}" dt="2025-06-19T15:49:25.434" v="5114"/>
            <ac:spMkLst>
              <pc:docMk/>
              <pc:sldMasterMk cId="2561877458" sldId="2147483799"/>
              <pc:sldLayoutMk cId="1941655378" sldId="2147483843"/>
              <ac:spMk id="16" creationId="{318455C1-916D-894E-B0B6-255C2D976A37}"/>
            </ac:spMkLst>
          </pc:spChg>
          <pc:spChg chg="mod">
            <ac:chgData name="Arianna Landoni" userId="3d62cfe4-f381-4d93-8543-db56469c63db" providerId="ADAL" clId="{CFFBD93D-FF3B-48A7-9853-4040ECF23D00}" dt="2025-06-19T15:49:27.167" v="5971" actId="948"/>
            <ac:spMkLst>
              <pc:docMk/>
              <pc:sldMasterMk cId="2561877458" sldId="2147483799"/>
              <pc:sldLayoutMk cId="1941655378" sldId="2147483843"/>
              <ac:spMk id="18" creationId="{BA645330-260B-7E40-8596-998C1AFABC3C}"/>
            </ac:spMkLst>
          </pc:spChg>
          <pc:spChg chg="mod">
            <ac:chgData name="Arianna Landoni" userId="3d62cfe4-f381-4d93-8543-db56469c63db" providerId="ADAL" clId="{CFFBD93D-FF3B-48A7-9853-4040ECF23D00}" dt="2025-06-19T15:49:25.438" v="5116" actId="947"/>
            <ac:spMkLst>
              <pc:docMk/>
              <pc:sldMasterMk cId="2561877458" sldId="2147483799"/>
              <pc:sldLayoutMk cId="1941655378" sldId="2147483843"/>
              <ac:spMk id="30" creationId="{B7D49BC2-DBDD-5B47-800B-FC4888D3413D}"/>
            </ac:spMkLst>
          </pc:spChg>
          <pc:spChg chg="mod">
            <ac:chgData name="Arianna Landoni" userId="3d62cfe4-f381-4d93-8543-db56469c63db" providerId="ADAL" clId="{CFFBD93D-FF3B-48A7-9853-4040ECF23D00}" dt="2025-06-19T15:49:25.440" v="5117"/>
            <ac:spMkLst>
              <pc:docMk/>
              <pc:sldMasterMk cId="2561877458" sldId="2147483799"/>
              <pc:sldLayoutMk cId="1941655378" sldId="2147483843"/>
              <ac:spMk id="37" creationId="{249C8BEE-63EA-1648-BAC6-340DE4C38789}"/>
            </ac:spMkLst>
          </pc:spChg>
          <pc:graphicFrameChg chg="add mod ord modVis">
            <ac:chgData name="Arianna Landoni" userId="3d62cfe4-f381-4d93-8543-db56469c63db" providerId="ADAL" clId="{CFFBD93D-FF3B-48A7-9853-4040ECF23D00}" dt="2025-06-19T15:49:29.323" v="6717"/>
            <ac:graphicFrameMkLst>
              <pc:docMk/>
              <pc:sldMasterMk cId="2561877458" sldId="2147483799"/>
              <pc:sldLayoutMk cId="1941655378" sldId="2147483843"/>
              <ac:graphicFrameMk id="11" creationId="{7F0D0F7F-4A69-B922-6AB2-7F62EBD9F509}"/>
            </ac:graphicFrameMkLst>
          </pc:graphicFrameChg>
        </pc:sldLayoutChg>
        <pc:sldLayoutChg chg="addSp modSp mod">
          <pc:chgData name="Arianna Landoni" userId="3d62cfe4-f381-4d93-8543-db56469c63db" providerId="ADAL" clId="{CFFBD93D-FF3B-48A7-9853-4040ECF23D00}" dt="2025-06-19T15:49:30.063" v="6867"/>
          <pc:sldLayoutMkLst>
            <pc:docMk/>
            <pc:sldMasterMk cId="2561877458" sldId="2147483799"/>
            <pc:sldLayoutMk cId="2425082675" sldId="2147483845"/>
          </pc:sldLayoutMkLst>
          <pc:spChg chg="mod">
            <ac:chgData name="Arianna Landoni" userId="3d62cfe4-f381-4d93-8543-db56469c63db" providerId="ADAL" clId="{CFFBD93D-FF3B-48A7-9853-4040ECF23D00}" dt="2025-06-19T15:49:25.503" v="5148" actId="947"/>
            <ac:spMkLst>
              <pc:docMk/>
              <pc:sldMasterMk cId="2561877458" sldId="2147483799"/>
              <pc:sldLayoutMk cId="2425082675" sldId="2147483845"/>
              <ac:spMk id="2" creationId="{A91B1B31-132E-694D-6D33-1A7C7821C48D}"/>
            </ac:spMkLst>
          </pc:spChg>
          <pc:spChg chg="mod">
            <ac:chgData name="Arianna Landoni" userId="3d62cfe4-f381-4d93-8543-db56469c63db" providerId="ADAL" clId="{CFFBD93D-FF3B-48A7-9853-4040ECF23D00}" dt="2025-06-19T15:49:25.503" v="5147"/>
            <ac:spMkLst>
              <pc:docMk/>
              <pc:sldMasterMk cId="2561877458" sldId="2147483799"/>
              <pc:sldLayoutMk cId="2425082675" sldId="2147483845"/>
              <ac:spMk id="8" creationId="{7B49408E-522D-8B4E-8692-5FFAC53F1322}"/>
            </ac:spMkLst>
          </pc:spChg>
          <pc:graphicFrameChg chg="add mod ord modVis">
            <ac:chgData name="Arianna Landoni" userId="3d62cfe4-f381-4d93-8543-db56469c63db" providerId="ADAL" clId="{CFFBD93D-FF3B-48A7-9853-4040ECF23D00}" dt="2025-06-19T15:49:30.063" v="6867"/>
            <ac:graphicFrameMkLst>
              <pc:docMk/>
              <pc:sldMasterMk cId="2561877458" sldId="2147483799"/>
              <pc:sldLayoutMk cId="2425082675" sldId="2147483845"/>
              <ac:graphicFrameMk id="5" creationId="{55D263B4-6E31-836F-2ACF-7F63EC913227}"/>
            </ac:graphicFrameMkLst>
          </pc:graphicFrameChg>
        </pc:sldLayoutChg>
        <pc:sldLayoutChg chg="addSp delSp modSp mod">
          <pc:chgData name="Arianna Landoni" userId="3d62cfe4-f381-4d93-8543-db56469c63db" providerId="ADAL" clId="{CFFBD93D-FF3B-48A7-9853-4040ECF23D00}" dt="2025-06-19T15:49:29.854" v="6825"/>
          <pc:sldLayoutMkLst>
            <pc:docMk/>
            <pc:sldMasterMk cId="2561877458" sldId="2147483799"/>
            <pc:sldLayoutMk cId="780658729" sldId="2147483848"/>
          </pc:sldLayoutMkLst>
          <pc:spChg chg="mod">
            <ac:chgData name="Arianna Landoni" userId="3d62cfe4-f381-4d93-8543-db56469c63db" providerId="ADAL" clId="{CFFBD93D-FF3B-48A7-9853-4040ECF23D00}" dt="2025-06-19T15:49:25.484" v="5141" actId="947"/>
            <ac:spMkLst>
              <pc:docMk/>
              <pc:sldMasterMk cId="2561877458" sldId="2147483799"/>
              <pc:sldLayoutMk cId="780658729" sldId="2147483848"/>
              <ac:spMk id="2" creationId="{A91B1B31-132E-694D-6D33-1A7C7821C48D}"/>
            </ac:spMkLst>
          </pc:spChg>
          <pc:spChg chg="mod">
            <ac:chgData name="Arianna Landoni" userId="3d62cfe4-f381-4d93-8543-db56469c63db" providerId="ADAL" clId="{CFFBD93D-FF3B-48A7-9853-4040ECF23D00}" dt="2025-06-19T15:49:27.351" v="6076" actId="948"/>
            <ac:spMkLst>
              <pc:docMk/>
              <pc:sldMasterMk cId="2561877458" sldId="2147483799"/>
              <pc:sldLayoutMk cId="780658729" sldId="2147483848"/>
              <ac:spMk id="5" creationId="{E14DE433-34A6-AF41-B817-B01ABD7DF1EB}"/>
            </ac:spMkLst>
          </pc:spChg>
          <pc:graphicFrameChg chg="add mod ord modVis">
            <ac:chgData name="Arianna Landoni" userId="3d62cfe4-f381-4d93-8543-db56469c63db" providerId="ADAL" clId="{CFFBD93D-FF3B-48A7-9853-4040ECF23D00}" dt="2025-06-19T15:49:29.854" v="6825"/>
            <ac:graphicFrameMkLst>
              <pc:docMk/>
              <pc:sldMasterMk cId="2561877458" sldId="2147483799"/>
              <pc:sldLayoutMk cId="780658729" sldId="2147483848"/>
              <ac:graphicFrameMk id="9" creationId="{DE20F12B-5F91-4FBB-F763-F07977D588E7}"/>
            </ac:graphicFrameMkLst>
          </pc:graphicFrameChg>
        </pc:sldLayoutChg>
        <pc:sldLayoutChg chg="del">
          <pc:chgData name="Arianna Landoni" userId="3d62cfe4-f381-4d93-8543-db56469c63db" providerId="ADAL" clId="{CFFBD93D-FF3B-48A7-9853-4040ECF23D00}" dt="2025-06-09T08:15:32.353" v="312" actId="18676"/>
          <pc:sldLayoutMkLst>
            <pc:docMk/>
            <pc:sldMasterMk cId="2561877458" sldId="2147483799"/>
            <pc:sldLayoutMk cId="1509715388" sldId="2147483849"/>
          </pc:sldLayoutMkLst>
        </pc:sldLayoutChg>
      </pc:sldMasterChg>
    </pc:docChg>
  </pc:docChgLst>
  <pc:docChgLst>
    <pc:chgData name="Endi Ndoni" userId="S::endi.ndoni@eng.it::1fba107b-70ba-4ce2-8f13-36f10d33799b" providerId="AD" clId="Web-{153C80FD-DF15-A838-10C3-0B2C9C6C7E4B}"/>
    <pc:docChg chg="sldOrd">
      <pc:chgData name="Endi Ndoni" userId="S::endi.ndoni@eng.it::1fba107b-70ba-4ce2-8f13-36f10d33799b" providerId="AD" clId="Web-{153C80FD-DF15-A838-10C3-0B2C9C6C7E4B}" dt="2025-07-14T15:16:39.584" v="0"/>
      <pc:docMkLst>
        <pc:docMk/>
      </pc:docMkLst>
      <pc:sldChg chg="ord">
        <pc:chgData name="Endi Ndoni" userId="S::endi.ndoni@eng.it::1fba107b-70ba-4ce2-8f13-36f10d33799b" providerId="AD" clId="Web-{153C80FD-DF15-A838-10C3-0B2C9C6C7E4B}" dt="2025-07-14T15:16:39.584" v="0"/>
        <pc:sldMkLst>
          <pc:docMk/>
          <pc:sldMk cId="1415589593" sldId="517"/>
        </pc:sldMkLst>
      </pc:sldChg>
    </pc:docChg>
  </pc:docChgLst>
  <pc:docChgLst>
    <pc:chgData name="Elhadi Pasho" userId="S::elhadi.pasho@eng.it::a604af4a-6c9a-4af4-883c-30fcd323329f" providerId="AD" clId="Web-{11E4F504-0E4A-A007-9BD7-C12D7A7323FB}"/>
    <pc:docChg chg="sldOrd">
      <pc:chgData name="Elhadi Pasho" userId="S::elhadi.pasho@eng.it::a604af4a-6c9a-4af4-883c-30fcd323329f" providerId="AD" clId="Web-{11E4F504-0E4A-A007-9BD7-C12D7A7323FB}" dt="2025-07-09T18:09:12.995" v="0"/>
      <pc:docMkLst>
        <pc:docMk/>
      </pc:docMkLst>
      <pc:sldChg chg="ord">
        <pc:chgData name="Elhadi Pasho" userId="S::elhadi.pasho@eng.it::a604af4a-6c9a-4af4-883c-30fcd323329f" providerId="AD" clId="Web-{11E4F504-0E4A-A007-9BD7-C12D7A7323FB}" dt="2025-07-09T18:09:12.995" v="0"/>
        <pc:sldMkLst>
          <pc:docMk/>
          <pc:sldMk cId="1745025626" sldId="536"/>
        </pc:sldMkLst>
      </pc:sldChg>
    </pc:docChg>
  </pc:docChgLst>
  <pc:docChgLst>
    <pc:chgData name="Elona Mekshi" userId="S::elona.mekshi@eng.it::a4b88ad4-3a92-488f-b4a6-fddbd9f726c2" providerId="AD" clId="Web-{CCFFF3E8-DEBC-9334-8A2C-5C9BE1E69CB5}"/>
    <pc:docChg chg="sldOrd">
      <pc:chgData name="Elona Mekshi" userId="S::elona.mekshi@eng.it::a4b88ad4-3a92-488f-b4a6-fddbd9f726c2" providerId="AD" clId="Web-{CCFFF3E8-DEBC-9334-8A2C-5C9BE1E69CB5}" dt="2025-07-11T14:03:35.243" v="0"/>
      <pc:docMkLst>
        <pc:docMk/>
      </pc:docMkLst>
      <pc:sldChg chg="ord">
        <pc:chgData name="Elona Mekshi" userId="S::elona.mekshi@eng.it::a4b88ad4-3a92-488f-b4a6-fddbd9f726c2" providerId="AD" clId="Web-{CCFFF3E8-DEBC-9334-8A2C-5C9BE1E69CB5}" dt="2025-07-11T14:03:35.243" v="0"/>
        <pc:sldMkLst>
          <pc:docMk/>
          <pc:sldMk cId="3477691820" sldId="534"/>
        </pc:sldMkLst>
      </pc:sldChg>
    </pc:docChg>
  </pc:docChgLst>
  <pc:docChgLst>
    <pc:chgData name="Vule Sharka" userId="S::vule.sharka@eng.it::459f64ea-5752-42a8-a5ee-704b97a3baa8" providerId="AD" clId="Web-{F0EA74E0-1E45-1A1C-327A-91A61E488882}"/>
    <pc:docChg chg="sldOrd">
      <pc:chgData name="Vule Sharka" userId="S::vule.sharka@eng.it::459f64ea-5752-42a8-a5ee-704b97a3baa8" providerId="AD" clId="Web-{F0EA74E0-1E45-1A1C-327A-91A61E488882}" dt="2025-07-14T09:45:45.711" v="0"/>
      <pc:docMkLst>
        <pc:docMk/>
      </pc:docMkLst>
      <pc:sldChg chg="ord">
        <pc:chgData name="Vule Sharka" userId="S::vule.sharka@eng.it::459f64ea-5752-42a8-a5ee-704b97a3baa8" providerId="AD" clId="Web-{F0EA74E0-1E45-1A1C-327A-91A61E488882}" dt="2025-07-14T09:45:45.711" v="0"/>
        <pc:sldMkLst>
          <pc:docMk/>
          <pc:sldMk cId="4049846389" sldId="512"/>
        </pc:sldMkLst>
      </pc:sldChg>
    </pc:docChg>
  </pc:docChgLst>
  <pc:docChgLst>
    <pc:chgData name="Arianna Landoni" userId="3d62cfe4-f381-4d93-8543-db56469c63db" providerId="ADAL" clId="{2BB3EF30-58EB-4AED-8586-8E88D0D14E1E}"/>
    <pc:docChg chg="custSel modSld">
      <pc:chgData name="Arianna Landoni" userId="3d62cfe4-f381-4d93-8543-db56469c63db" providerId="ADAL" clId="{2BB3EF30-58EB-4AED-8586-8E88D0D14E1E}" dt="2025-04-08T10:33:04.104" v="3" actId="14100"/>
      <pc:docMkLst>
        <pc:docMk/>
      </pc:docMkLst>
      <pc:sldChg chg="modSp mod">
        <pc:chgData name="Arianna Landoni" userId="3d62cfe4-f381-4d93-8543-db56469c63db" providerId="ADAL" clId="{2BB3EF30-58EB-4AED-8586-8E88D0D14E1E}" dt="2025-04-08T10:33:04.104" v="3" actId="14100"/>
        <pc:sldMkLst>
          <pc:docMk/>
          <pc:sldMk cId="3149464960" sldId="411"/>
        </pc:sldMkLst>
      </pc:sldChg>
      <pc:sldChg chg="addSp delSp modSp mod chgLayout">
        <pc:chgData name="Arianna Landoni" userId="3d62cfe4-f381-4d93-8543-db56469c63db" providerId="ADAL" clId="{2BB3EF30-58EB-4AED-8586-8E88D0D14E1E}" dt="2025-04-07T15:49:06.360" v="2" actId="700"/>
        <pc:sldMkLst>
          <pc:docMk/>
          <pc:sldMk cId="1960036546" sldId="481"/>
        </pc:sldMkLst>
      </pc:sldChg>
    </pc:docChg>
  </pc:docChgLst>
  <pc:docChgLst>
    <pc:chgData name="Xhesika Merdini" userId="S::xhesika.merdini@eng.it::dae92083-b627-4461-a8d0-c5c5d7742871" providerId="AD" clId="Web-{656B7134-93DB-80B3-2878-F0E229B4C19D}"/>
    <pc:docChg chg="sldOrd">
      <pc:chgData name="Xhesika Merdini" userId="S::xhesika.merdini@eng.it::dae92083-b627-4461-a8d0-c5c5d7742871" providerId="AD" clId="Web-{656B7134-93DB-80B3-2878-F0E229B4C19D}" dt="2025-07-15T13:57:20.711" v="0"/>
      <pc:docMkLst>
        <pc:docMk/>
      </pc:docMkLst>
      <pc:sldChg chg="ord">
        <pc:chgData name="Xhesika Merdini" userId="S::xhesika.merdini@eng.it::dae92083-b627-4461-a8d0-c5c5d7742871" providerId="AD" clId="Web-{656B7134-93DB-80B3-2878-F0E229B4C19D}" dt="2025-07-15T13:57:20.711" v="0"/>
        <pc:sldMkLst>
          <pc:docMk/>
          <pc:sldMk cId="2793993292" sldId="439"/>
        </pc:sldMkLst>
      </pc:sldChg>
    </pc:docChg>
  </pc:docChgLst>
  <pc:docChgLst>
    <pc:chgData name="Elona Mekshi" userId="S::elona.mekshi@eng.it::a4b88ad4-3a92-488f-b4a6-fddbd9f726c2" providerId="AD" clId="Web-{B8DB47E4-31B1-1798-CA51-7392F1A4BDD7}"/>
    <pc:docChg chg="sldOrd">
      <pc:chgData name="Elona Mekshi" userId="S::elona.mekshi@eng.it::a4b88ad4-3a92-488f-b4a6-fddbd9f726c2" providerId="AD" clId="Web-{B8DB47E4-31B1-1798-CA51-7392F1A4BDD7}" dt="2025-07-17T12:06:33.269" v="0"/>
      <pc:docMkLst>
        <pc:docMk/>
      </pc:docMkLst>
      <pc:sldChg chg="ord">
        <pc:chgData name="Elona Mekshi" userId="S::elona.mekshi@eng.it::a4b88ad4-3a92-488f-b4a6-fddbd9f726c2" providerId="AD" clId="Web-{B8DB47E4-31B1-1798-CA51-7392F1A4BDD7}" dt="2025-07-17T12:06:33.269" v="0"/>
        <pc:sldMkLst>
          <pc:docMk/>
          <pc:sldMk cId="4049846389" sldId="512"/>
        </pc:sldMkLst>
      </pc:sldChg>
    </pc:docChg>
  </pc:docChgLst>
  <pc:docChgLst>
    <pc:chgData name="Gerald Mamushi" userId="S::gerald.mamushi@eng.it::2bc0ebd0-2c81-483f-9684-21d8c0efdc3d" providerId="AD" clId="Web-{A73F54A2-8CF9-94FA-0206-7CB170AAA9EE}"/>
    <pc:docChg chg="sldOrd">
      <pc:chgData name="Gerald Mamushi" userId="S::gerald.mamushi@eng.it::2bc0ebd0-2c81-483f-9684-21d8c0efdc3d" providerId="AD" clId="Web-{A73F54A2-8CF9-94FA-0206-7CB170AAA9EE}" dt="2025-07-06T15:16:00.830" v="3"/>
      <pc:docMkLst>
        <pc:docMk/>
      </pc:docMkLst>
      <pc:sldChg chg="ord">
        <pc:chgData name="Gerald Mamushi" userId="S::gerald.mamushi@eng.it::2bc0ebd0-2c81-483f-9684-21d8c0efdc3d" providerId="AD" clId="Web-{A73F54A2-8CF9-94FA-0206-7CB170AAA9EE}" dt="2025-07-06T15:15:21" v="0"/>
        <pc:sldMkLst>
          <pc:docMk/>
          <pc:sldMk cId="450372086" sldId="527"/>
        </pc:sldMkLst>
      </pc:sldChg>
      <pc:sldChg chg="ord">
        <pc:chgData name="Gerald Mamushi" userId="S::gerald.mamushi@eng.it::2bc0ebd0-2c81-483f-9684-21d8c0efdc3d" providerId="AD" clId="Web-{A73F54A2-8CF9-94FA-0206-7CB170AAA9EE}" dt="2025-07-06T15:15:43.532" v="2"/>
        <pc:sldMkLst>
          <pc:docMk/>
          <pc:sldMk cId="3696700250" sldId="531"/>
        </pc:sldMkLst>
      </pc:sldChg>
      <pc:sldChg chg="ord">
        <pc:chgData name="Gerald Mamushi" userId="S::gerald.mamushi@eng.it::2bc0ebd0-2c81-483f-9684-21d8c0efdc3d" providerId="AD" clId="Web-{A73F54A2-8CF9-94FA-0206-7CB170AAA9EE}" dt="2025-07-06T15:16:00.830" v="3"/>
        <pc:sldMkLst>
          <pc:docMk/>
          <pc:sldMk cId="2107132437" sldId="53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egnaposto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E26223E-DB1B-4669-9FA5-3051E2A67739}" type="datetimeFigureOut">
              <a:rPr lang="en-US" smtClean="0"/>
              <a:t>7/17/2025</a:t>
            </a:fld>
            <a:endParaRPr lang="en-US"/>
          </a:p>
        </p:txBody>
      </p:sp>
      <p:sp>
        <p:nvSpPr>
          <p:cNvPr id="4" name="Segnaposto piè di pa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egnaposto numero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E01067-17E9-4D6E-9387-08C02AA21E56}" type="slidenum">
              <a:rPr lang="en-US" smtClean="0"/>
              <a:t>‹#›</a:t>
            </a:fld>
            <a:endParaRPr lang="en-US"/>
          </a:p>
        </p:txBody>
      </p:sp>
    </p:spTree>
    <p:extLst>
      <p:ext uri="{BB962C8B-B14F-4D97-AF65-F5344CB8AC3E}">
        <p14:creationId xmlns:p14="http://schemas.microsoft.com/office/powerpoint/2010/main" val="28553360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4A414B-2E93-A449-B502-0631273C4E5B}" type="datetimeFigureOut">
              <a:rPr lang="it-IT" smtClean="0"/>
              <a:t>17/07/2025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it-IT"/>
              <a:t>Modifica gli stili del testo dello schema
Secondo livello
Terzo livello
Quarto livello
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DFDCEF-4857-944B-96DF-FBDF8E414794}" type="slidenum">
              <a:rPr lang="it-IT" smtClean="0"/>
              <a:t>‹#›</a:t>
            </a:fld>
            <a:endParaRPr lang="it-IT"/>
          </a:p>
        </p:txBody>
      </p:sp>
    </p:spTree>
    <p:extLst>
      <p:ext uri="{BB962C8B-B14F-4D97-AF65-F5344CB8AC3E}">
        <p14:creationId xmlns:p14="http://schemas.microsoft.com/office/powerpoint/2010/main" val="2975750263"/>
      </p:ext>
    </p:extLst>
  </p:cSld>
  <p:clrMap bg1="lt1" tx1="dk1" bg2="lt2" tx2="dk2" accent1="accent1" accent2="accent2" accent3="accent3" accent4="accent4" accent5="accent5" accent6="accent6" hlink="hlink" folHlink="folHlink"/>
  <p:notesStyle>
    <a:lvl1pPr marL="0" algn="l" defTabSz="914248" rtl="0" eaLnBrk="1" latinLnBrk="0" hangingPunct="1">
      <a:defRPr sz="1200" kern="1200">
        <a:solidFill>
          <a:schemeClr val="tx1"/>
        </a:solidFill>
        <a:latin typeface="+mn-lt"/>
        <a:ea typeface="+mn-ea"/>
        <a:cs typeface="+mn-cs"/>
      </a:defRPr>
    </a:lvl1pPr>
    <a:lvl2pPr marL="457124" algn="l" defTabSz="914248" rtl="0" eaLnBrk="1" latinLnBrk="0" hangingPunct="1">
      <a:defRPr sz="1200" kern="1200">
        <a:solidFill>
          <a:schemeClr val="tx1"/>
        </a:solidFill>
        <a:latin typeface="+mn-lt"/>
        <a:ea typeface="+mn-ea"/>
        <a:cs typeface="+mn-cs"/>
      </a:defRPr>
    </a:lvl2pPr>
    <a:lvl3pPr marL="914248" algn="l" defTabSz="914248" rtl="0" eaLnBrk="1" latinLnBrk="0" hangingPunct="1">
      <a:defRPr sz="1200" kern="1200">
        <a:solidFill>
          <a:schemeClr val="tx1"/>
        </a:solidFill>
        <a:latin typeface="+mn-lt"/>
        <a:ea typeface="+mn-ea"/>
        <a:cs typeface="+mn-cs"/>
      </a:defRPr>
    </a:lvl3pPr>
    <a:lvl4pPr marL="1371371" algn="l" defTabSz="914248" rtl="0" eaLnBrk="1" latinLnBrk="0" hangingPunct="1">
      <a:defRPr sz="1200" kern="1200">
        <a:solidFill>
          <a:schemeClr val="tx1"/>
        </a:solidFill>
        <a:latin typeface="+mn-lt"/>
        <a:ea typeface="+mn-ea"/>
        <a:cs typeface="+mn-cs"/>
      </a:defRPr>
    </a:lvl4pPr>
    <a:lvl5pPr marL="1828495" algn="l" defTabSz="914248" rtl="0" eaLnBrk="1" latinLnBrk="0" hangingPunct="1">
      <a:defRPr sz="1200" kern="1200">
        <a:solidFill>
          <a:schemeClr val="tx1"/>
        </a:solidFill>
        <a:latin typeface="+mn-lt"/>
        <a:ea typeface="+mn-ea"/>
        <a:cs typeface="+mn-cs"/>
      </a:defRPr>
    </a:lvl5pPr>
    <a:lvl6pPr marL="2285619" algn="l" defTabSz="914248" rtl="0" eaLnBrk="1" latinLnBrk="0" hangingPunct="1">
      <a:defRPr sz="1200" kern="1200">
        <a:solidFill>
          <a:schemeClr val="tx1"/>
        </a:solidFill>
        <a:latin typeface="+mn-lt"/>
        <a:ea typeface="+mn-ea"/>
        <a:cs typeface="+mn-cs"/>
      </a:defRPr>
    </a:lvl6pPr>
    <a:lvl7pPr marL="2742743" algn="l" defTabSz="914248" rtl="0" eaLnBrk="1" latinLnBrk="0" hangingPunct="1">
      <a:defRPr sz="1200" kern="1200">
        <a:solidFill>
          <a:schemeClr val="tx1"/>
        </a:solidFill>
        <a:latin typeface="+mn-lt"/>
        <a:ea typeface="+mn-ea"/>
        <a:cs typeface="+mn-cs"/>
      </a:defRPr>
    </a:lvl7pPr>
    <a:lvl8pPr marL="3199866" algn="l" defTabSz="914248" rtl="0" eaLnBrk="1" latinLnBrk="0" hangingPunct="1">
      <a:defRPr sz="1200" kern="1200">
        <a:solidFill>
          <a:schemeClr val="tx1"/>
        </a:solidFill>
        <a:latin typeface="+mn-lt"/>
        <a:ea typeface="+mn-ea"/>
        <a:cs typeface="+mn-cs"/>
      </a:defRPr>
    </a:lvl8pPr>
    <a:lvl9pPr marL="3656990" algn="l" defTabSz="91424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2DFDCEF-4857-944B-96DF-FBDF8E414794}" type="slidenum">
              <a:rPr lang="it-IT" smtClean="0"/>
              <a:t>2</a:t>
            </a:fld>
            <a:endParaRPr lang="it-IT"/>
          </a:p>
        </p:txBody>
      </p:sp>
    </p:spTree>
    <p:extLst>
      <p:ext uri="{BB962C8B-B14F-4D97-AF65-F5344CB8AC3E}">
        <p14:creationId xmlns:p14="http://schemas.microsoft.com/office/powerpoint/2010/main" val="683862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2DFDCEF-4857-944B-96DF-FBDF8E414794}" type="slidenum">
              <a:rPr lang="it-IT" smtClean="0"/>
              <a:t>3</a:t>
            </a:fld>
            <a:endParaRPr lang="it-IT"/>
          </a:p>
        </p:txBody>
      </p:sp>
    </p:spTree>
    <p:extLst>
      <p:ext uri="{BB962C8B-B14F-4D97-AF65-F5344CB8AC3E}">
        <p14:creationId xmlns:p14="http://schemas.microsoft.com/office/powerpoint/2010/main" val="3223537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2DFDCEF-4857-944B-96DF-FBDF8E414794}" type="slidenum">
              <a:rPr lang="it-IT" smtClean="0"/>
              <a:t>4</a:t>
            </a:fld>
            <a:endParaRPr lang="it-IT"/>
          </a:p>
        </p:txBody>
      </p:sp>
    </p:spTree>
    <p:extLst>
      <p:ext uri="{BB962C8B-B14F-4D97-AF65-F5344CB8AC3E}">
        <p14:creationId xmlns:p14="http://schemas.microsoft.com/office/powerpoint/2010/main" val="164046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2DFDCEF-4857-944B-96DF-FBDF8E414794}" type="slidenum">
              <a:rPr lang="it-IT" smtClean="0"/>
              <a:t>6</a:t>
            </a:fld>
            <a:endParaRPr lang="it-IT"/>
          </a:p>
        </p:txBody>
      </p:sp>
    </p:spTree>
    <p:extLst>
      <p:ext uri="{BB962C8B-B14F-4D97-AF65-F5344CB8AC3E}">
        <p14:creationId xmlns:p14="http://schemas.microsoft.com/office/powerpoint/2010/main" val="2652097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2DFDCEF-4857-944B-96DF-FBDF8E414794}" type="slidenum">
              <a:rPr lang="it-IT" smtClean="0"/>
              <a:t>7</a:t>
            </a:fld>
            <a:endParaRPr lang="it-IT"/>
          </a:p>
        </p:txBody>
      </p:sp>
    </p:spTree>
    <p:extLst>
      <p:ext uri="{BB962C8B-B14F-4D97-AF65-F5344CB8AC3E}">
        <p14:creationId xmlns:p14="http://schemas.microsoft.com/office/powerpoint/2010/main" val="25096535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2DFDCEF-4857-944B-96DF-FBDF8E414794}" type="slidenum">
              <a:rPr lang="it-IT" smtClean="0"/>
              <a:t>8</a:t>
            </a:fld>
            <a:endParaRPr lang="it-IT"/>
          </a:p>
        </p:txBody>
      </p:sp>
    </p:spTree>
    <p:extLst>
      <p:ext uri="{BB962C8B-B14F-4D97-AF65-F5344CB8AC3E}">
        <p14:creationId xmlns:p14="http://schemas.microsoft.com/office/powerpoint/2010/main" val="6770209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2DFDCEF-4857-944B-96DF-FBDF8E414794}" type="slidenum">
              <a:rPr lang="it-IT" smtClean="0"/>
              <a:t>5</a:t>
            </a:fld>
            <a:endParaRPr lang="it-IT"/>
          </a:p>
        </p:txBody>
      </p:sp>
    </p:spTree>
    <p:extLst>
      <p:ext uri="{BB962C8B-B14F-4D97-AF65-F5344CB8AC3E}">
        <p14:creationId xmlns:p14="http://schemas.microsoft.com/office/powerpoint/2010/main" val="26880740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657AA-33CF-AEBA-8980-B78DF7FF84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BCFCDC-D0BB-B60A-2C56-EA1754DA67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4DCA4-423B-9B83-275D-0AF38B58FEE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3B67009-0ECB-8DF0-57B1-824B4D7C9DF7}"/>
              </a:ext>
            </a:extLst>
          </p:cNvPr>
          <p:cNvSpPr>
            <a:spLocks noGrp="1"/>
          </p:cNvSpPr>
          <p:nvPr>
            <p:ph type="sldNum" sz="quarter" idx="5"/>
          </p:nvPr>
        </p:nvSpPr>
        <p:spPr/>
        <p:txBody>
          <a:bodyPr/>
          <a:lstStyle/>
          <a:p>
            <a:fld id="{B2DFDCEF-4857-944B-96DF-FBDF8E414794}" type="slidenum">
              <a:rPr lang="it-IT" smtClean="0"/>
              <a:t>9</a:t>
            </a:fld>
            <a:endParaRPr lang="it-IT"/>
          </a:p>
        </p:txBody>
      </p:sp>
    </p:spTree>
    <p:extLst>
      <p:ext uri="{BB962C8B-B14F-4D97-AF65-F5344CB8AC3E}">
        <p14:creationId xmlns:p14="http://schemas.microsoft.com/office/powerpoint/2010/main" val="3379451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2DFDCEF-4857-944B-96DF-FBDF8E414794}" type="slidenum">
              <a:rPr lang="it-IT" smtClean="0"/>
              <a:t>10</a:t>
            </a:fld>
            <a:endParaRPr lang="it-IT"/>
          </a:p>
        </p:txBody>
      </p:sp>
    </p:spTree>
    <p:extLst>
      <p:ext uri="{BB962C8B-B14F-4D97-AF65-F5344CB8AC3E}">
        <p14:creationId xmlns:p14="http://schemas.microsoft.com/office/powerpoint/2010/main" val="2170181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2DFDCEF-4857-944B-96DF-FBDF8E414794}" type="slidenum">
              <a:rPr lang="it-IT" smtClean="0"/>
              <a:t>11</a:t>
            </a:fld>
            <a:endParaRPr lang="it-IT"/>
          </a:p>
        </p:txBody>
      </p:sp>
    </p:spTree>
    <p:extLst>
      <p:ext uri="{BB962C8B-B14F-4D97-AF65-F5344CB8AC3E}">
        <p14:creationId xmlns:p14="http://schemas.microsoft.com/office/powerpoint/2010/main" val="12297511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2DFDCEF-4857-944B-96DF-FBDF8E414794}" type="slidenum">
              <a:rPr lang="it-IT" smtClean="0"/>
              <a:t>12</a:t>
            </a:fld>
            <a:endParaRPr lang="it-IT"/>
          </a:p>
        </p:txBody>
      </p:sp>
    </p:spTree>
    <p:extLst>
      <p:ext uri="{BB962C8B-B14F-4D97-AF65-F5344CB8AC3E}">
        <p14:creationId xmlns:p14="http://schemas.microsoft.com/office/powerpoint/2010/main" val="41849648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CA1B2-679F-4B07-78A3-394E0BC791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321D45-D62B-464A-C9B9-F467304091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48798C-A7EE-006F-F5F7-509CCBF3416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215F479-D506-FE72-4BC3-71A554586025}"/>
              </a:ext>
            </a:extLst>
          </p:cNvPr>
          <p:cNvSpPr>
            <a:spLocks noGrp="1"/>
          </p:cNvSpPr>
          <p:nvPr>
            <p:ph type="sldNum" sz="quarter" idx="5"/>
          </p:nvPr>
        </p:nvSpPr>
        <p:spPr/>
        <p:txBody>
          <a:bodyPr/>
          <a:lstStyle/>
          <a:p>
            <a:fld id="{B2DFDCEF-4857-944B-96DF-FBDF8E414794}" type="slidenum">
              <a:rPr lang="it-IT" smtClean="0"/>
              <a:t>13</a:t>
            </a:fld>
            <a:endParaRPr lang="it-IT"/>
          </a:p>
        </p:txBody>
      </p:sp>
    </p:spTree>
    <p:extLst>
      <p:ext uri="{BB962C8B-B14F-4D97-AF65-F5344CB8AC3E}">
        <p14:creationId xmlns:p14="http://schemas.microsoft.com/office/powerpoint/2010/main" val="21154312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2DFDCEF-4857-944B-96DF-FBDF8E414794}" type="slidenum">
              <a:rPr lang="it-IT" smtClean="0"/>
              <a:t>14</a:t>
            </a:fld>
            <a:endParaRPr lang="it-IT"/>
          </a:p>
        </p:txBody>
      </p:sp>
    </p:spTree>
    <p:extLst>
      <p:ext uri="{BB962C8B-B14F-4D97-AF65-F5344CB8AC3E}">
        <p14:creationId xmlns:p14="http://schemas.microsoft.com/office/powerpoint/2010/main" val="19231686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61981-D921-EC8A-8F8F-B36E74D02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8C0CB4-D9D6-9BCB-15DC-5E827326CE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D3EA4D-24D7-EB6D-9410-B7AF81B6242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7B7B13A-A4DE-1E9D-B47A-43320C1335D4}"/>
              </a:ext>
            </a:extLst>
          </p:cNvPr>
          <p:cNvSpPr>
            <a:spLocks noGrp="1"/>
          </p:cNvSpPr>
          <p:nvPr>
            <p:ph type="sldNum" sz="quarter" idx="5"/>
          </p:nvPr>
        </p:nvSpPr>
        <p:spPr/>
        <p:txBody>
          <a:bodyPr/>
          <a:lstStyle/>
          <a:p>
            <a:fld id="{B2DFDCEF-4857-944B-96DF-FBDF8E414794}" type="slidenum">
              <a:rPr lang="it-IT" smtClean="0"/>
              <a:t>15</a:t>
            </a:fld>
            <a:endParaRPr lang="it-IT"/>
          </a:p>
        </p:txBody>
      </p:sp>
    </p:spTree>
    <p:extLst>
      <p:ext uri="{BB962C8B-B14F-4D97-AF65-F5344CB8AC3E}">
        <p14:creationId xmlns:p14="http://schemas.microsoft.com/office/powerpoint/2010/main" val="21164519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3FB45-EA25-B500-312A-EE99E5DE3C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113203-033A-516A-E97F-B6084C1683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5FDAC9-F257-5081-5345-B864A066A96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A72AB3C-AAFB-C78C-45BB-C3A8F174BCC1}"/>
              </a:ext>
            </a:extLst>
          </p:cNvPr>
          <p:cNvSpPr>
            <a:spLocks noGrp="1"/>
          </p:cNvSpPr>
          <p:nvPr>
            <p:ph type="sldNum" sz="quarter" idx="5"/>
          </p:nvPr>
        </p:nvSpPr>
        <p:spPr/>
        <p:txBody>
          <a:bodyPr/>
          <a:lstStyle/>
          <a:p>
            <a:fld id="{B2DFDCEF-4857-944B-96DF-FBDF8E414794}" type="slidenum">
              <a:rPr lang="it-IT" smtClean="0"/>
              <a:t>16</a:t>
            </a:fld>
            <a:endParaRPr lang="it-IT"/>
          </a:p>
        </p:txBody>
      </p:sp>
    </p:spTree>
    <p:extLst>
      <p:ext uri="{BB962C8B-B14F-4D97-AF65-F5344CB8AC3E}">
        <p14:creationId xmlns:p14="http://schemas.microsoft.com/office/powerpoint/2010/main" val="13671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9D196-2267-4BB6-481D-A1011FC809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C4074B-A0FD-7AE8-D659-094BA736AA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130802-D733-54F9-5D82-049897810F3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1555CFD-0D5C-45AA-B175-88B2D57051B8}"/>
              </a:ext>
            </a:extLst>
          </p:cNvPr>
          <p:cNvSpPr>
            <a:spLocks noGrp="1"/>
          </p:cNvSpPr>
          <p:nvPr>
            <p:ph type="sldNum" sz="quarter" idx="5"/>
          </p:nvPr>
        </p:nvSpPr>
        <p:spPr/>
        <p:txBody>
          <a:bodyPr/>
          <a:lstStyle/>
          <a:p>
            <a:fld id="{B2DFDCEF-4857-944B-96DF-FBDF8E414794}" type="slidenum">
              <a:rPr lang="it-IT" smtClean="0"/>
              <a:t>17</a:t>
            </a:fld>
            <a:endParaRPr lang="it-IT"/>
          </a:p>
        </p:txBody>
      </p:sp>
    </p:spTree>
    <p:extLst>
      <p:ext uri="{BB962C8B-B14F-4D97-AF65-F5344CB8AC3E}">
        <p14:creationId xmlns:p14="http://schemas.microsoft.com/office/powerpoint/2010/main" val="1058358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DAE73-513A-1F59-5BC9-7F69545E4F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DC845E-D175-5EE1-E031-94230E9EFB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95DAD9-41BD-6996-8CA1-B064A418E77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785EEF1-DCE2-8214-6D13-192528121909}"/>
              </a:ext>
            </a:extLst>
          </p:cNvPr>
          <p:cNvSpPr>
            <a:spLocks noGrp="1"/>
          </p:cNvSpPr>
          <p:nvPr>
            <p:ph type="sldNum" sz="quarter" idx="5"/>
          </p:nvPr>
        </p:nvSpPr>
        <p:spPr/>
        <p:txBody>
          <a:bodyPr/>
          <a:lstStyle/>
          <a:p>
            <a:fld id="{B2DFDCEF-4857-944B-96DF-FBDF8E414794}" type="slidenum">
              <a:rPr lang="it-IT" smtClean="0"/>
              <a:t>18</a:t>
            </a:fld>
            <a:endParaRPr lang="it-IT"/>
          </a:p>
        </p:txBody>
      </p:sp>
    </p:spTree>
    <p:extLst>
      <p:ext uri="{BB962C8B-B14F-4D97-AF65-F5344CB8AC3E}">
        <p14:creationId xmlns:p14="http://schemas.microsoft.com/office/powerpoint/2010/main" val="24584783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A52B8-BEFB-66F8-362B-5F628BDE6E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94F9CC-42B7-33C6-BFC8-47640B9FA2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EEB97E-AAE5-B471-8E15-61A60F027C7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8AF46E1-6553-6098-026E-562516E8B726}"/>
              </a:ext>
            </a:extLst>
          </p:cNvPr>
          <p:cNvSpPr>
            <a:spLocks noGrp="1"/>
          </p:cNvSpPr>
          <p:nvPr>
            <p:ph type="sldNum" sz="quarter" idx="5"/>
          </p:nvPr>
        </p:nvSpPr>
        <p:spPr/>
        <p:txBody>
          <a:bodyPr/>
          <a:lstStyle/>
          <a:p>
            <a:fld id="{B2DFDCEF-4857-944B-96DF-FBDF8E414794}" type="slidenum">
              <a:rPr lang="it-IT" smtClean="0"/>
              <a:t>19</a:t>
            </a:fld>
            <a:endParaRPr lang="it-IT"/>
          </a:p>
        </p:txBody>
      </p:sp>
    </p:spTree>
    <p:extLst>
      <p:ext uri="{BB962C8B-B14F-4D97-AF65-F5344CB8AC3E}">
        <p14:creationId xmlns:p14="http://schemas.microsoft.com/office/powerpoint/2010/main" val="21165987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99DA0-7633-F5C1-827B-841912B5B0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EF26A9-5960-99A8-9FBA-DF107A4A0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307DC9-6C24-E584-0E18-23094A2A63E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F0ADFAB-9A5D-C358-56A4-73412C16A502}"/>
              </a:ext>
            </a:extLst>
          </p:cNvPr>
          <p:cNvSpPr>
            <a:spLocks noGrp="1"/>
          </p:cNvSpPr>
          <p:nvPr>
            <p:ph type="sldNum" sz="quarter" idx="5"/>
          </p:nvPr>
        </p:nvSpPr>
        <p:spPr/>
        <p:txBody>
          <a:bodyPr/>
          <a:lstStyle/>
          <a:p>
            <a:fld id="{B2DFDCEF-4857-944B-96DF-FBDF8E414794}" type="slidenum">
              <a:rPr lang="it-IT" smtClean="0"/>
              <a:t>20</a:t>
            </a:fld>
            <a:endParaRPr lang="it-IT"/>
          </a:p>
        </p:txBody>
      </p:sp>
    </p:spTree>
    <p:extLst>
      <p:ext uri="{BB962C8B-B14F-4D97-AF65-F5344CB8AC3E}">
        <p14:creationId xmlns:p14="http://schemas.microsoft.com/office/powerpoint/2010/main" val="7146337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1006A-F6BA-C172-A576-9675E80D9E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CD547D-537A-314C-6A96-B67AAC81E0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E02F6D-C107-5027-6695-6569019C852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AEF51AC-7385-7007-117E-4F5B1BA175F4}"/>
              </a:ext>
            </a:extLst>
          </p:cNvPr>
          <p:cNvSpPr>
            <a:spLocks noGrp="1"/>
          </p:cNvSpPr>
          <p:nvPr>
            <p:ph type="sldNum" sz="quarter" idx="5"/>
          </p:nvPr>
        </p:nvSpPr>
        <p:spPr/>
        <p:txBody>
          <a:bodyPr/>
          <a:lstStyle/>
          <a:p>
            <a:fld id="{B2DFDCEF-4857-944B-96DF-FBDF8E414794}" type="slidenum">
              <a:rPr lang="it-IT" smtClean="0"/>
              <a:t>21</a:t>
            </a:fld>
            <a:endParaRPr lang="it-IT"/>
          </a:p>
        </p:txBody>
      </p:sp>
    </p:spTree>
    <p:extLst>
      <p:ext uri="{BB962C8B-B14F-4D97-AF65-F5344CB8AC3E}">
        <p14:creationId xmlns:p14="http://schemas.microsoft.com/office/powerpoint/2010/main" val="16820384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4B8C1-26B1-9163-32DE-96074512C3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62E33-BDB4-F74F-D01F-DD5D1A347E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6AEF35-E6B7-80E8-0B74-28AD1A3DF33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D8F6116-9A29-3C48-1CBF-2A5DE67B0B65}"/>
              </a:ext>
            </a:extLst>
          </p:cNvPr>
          <p:cNvSpPr>
            <a:spLocks noGrp="1"/>
          </p:cNvSpPr>
          <p:nvPr>
            <p:ph type="sldNum" sz="quarter" idx="5"/>
          </p:nvPr>
        </p:nvSpPr>
        <p:spPr/>
        <p:txBody>
          <a:bodyPr/>
          <a:lstStyle/>
          <a:p>
            <a:fld id="{B2DFDCEF-4857-944B-96DF-FBDF8E414794}" type="slidenum">
              <a:rPr lang="it-IT" smtClean="0"/>
              <a:t>22</a:t>
            </a:fld>
            <a:endParaRPr lang="it-IT"/>
          </a:p>
        </p:txBody>
      </p:sp>
    </p:spTree>
    <p:extLst>
      <p:ext uri="{BB962C8B-B14F-4D97-AF65-F5344CB8AC3E}">
        <p14:creationId xmlns:p14="http://schemas.microsoft.com/office/powerpoint/2010/main" val="5088547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FA6E7-DF6C-261C-4ED4-5CC855A90A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BDEC46-5ED2-30DE-0A2B-A242F36794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CABE79-75BF-2F09-5CD8-3F6E37DD5CD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CCB0AD6-FCBD-7312-5EF4-BBE052DCC391}"/>
              </a:ext>
            </a:extLst>
          </p:cNvPr>
          <p:cNvSpPr>
            <a:spLocks noGrp="1"/>
          </p:cNvSpPr>
          <p:nvPr>
            <p:ph type="sldNum" sz="quarter" idx="5"/>
          </p:nvPr>
        </p:nvSpPr>
        <p:spPr/>
        <p:txBody>
          <a:bodyPr/>
          <a:lstStyle/>
          <a:p>
            <a:fld id="{B2DFDCEF-4857-944B-96DF-FBDF8E414794}" type="slidenum">
              <a:rPr lang="it-IT" smtClean="0"/>
              <a:t>23</a:t>
            </a:fld>
            <a:endParaRPr lang="it-IT"/>
          </a:p>
        </p:txBody>
      </p:sp>
    </p:spTree>
    <p:extLst>
      <p:ext uri="{BB962C8B-B14F-4D97-AF65-F5344CB8AC3E}">
        <p14:creationId xmlns:p14="http://schemas.microsoft.com/office/powerpoint/2010/main" val="22117014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2DFDCEF-4857-944B-96DF-FBDF8E414794}" type="slidenum">
              <a:rPr lang="it-IT" smtClean="0"/>
              <a:t>27</a:t>
            </a:fld>
            <a:endParaRPr lang="it-IT"/>
          </a:p>
        </p:txBody>
      </p:sp>
    </p:spTree>
    <p:extLst>
      <p:ext uri="{BB962C8B-B14F-4D97-AF65-F5344CB8AC3E}">
        <p14:creationId xmlns:p14="http://schemas.microsoft.com/office/powerpoint/2010/main" val="345541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2DFDCEF-4857-944B-96DF-FBDF8E414794}" type="slidenum">
              <a:rPr lang="it-IT" smtClean="0"/>
              <a:t>28</a:t>
            </a:fld>
            <a:endParaRPr lang="it-IT"/>
          </a:p>
        </p:txBody>
      </p:sp>
    </p:spTree>
    <p:extLst>
      <p:ext uri="{BB962C8B-B14F-4D97-AF65-F5344CB8AC3E}">
        <p14:creationId xmlns:p14="http://schemas.microsoft.com/office/powerpoint/2010/main" val="21034063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2DFDCEF-4857-944B-96DF-FBDF8E414794}" type="slidenum">
              <a:rPr lang="it-IT" smtClean="0"/>
              <a:t>29</a:t>
            </a:fld>
            <a:endParaRPr lang="it-IT"/>
          </a:p>
        </p:txBody>
      </p:sp>
    </p:spTree>
    <p:extLst>
      <p:ext uri="{BB962C8B-B14F-4D97-AF65-F5344CB8AC3E}">
        <p14:creationId xmlns:p14="http://schemas.microsoft.com/office/powerpoint/2010/main" val="25983835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CE8A8-FEE7-B2EA-D389-E33A04CC57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E32B4A-49D1-D454-65FE-BD40513F0D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B6A72D-B78D-9BA2-7928-C50A6F22736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6DF06EC-8E95-0130-1F23-34991D1D3D14}"/>
              </a:ext>
            </a:extLst>
          </p:cNvPr>
          <p:cNvSpPr>
            <a:spLocks noGrp="1"/>
          </p:cNvSpPr>
          <p:nvPr>
            <p:ph type="sldNum" sz="quarter" idx="5"/>
          </p:nvPr>
        </p:nvSpPr>
        <p:spPr/>
        <p:txBody>
          <a:bodyPr/>
          <a:lstStyle/>
          <a:p>
            <a:fld id="{B2DFDCEF-4857-944B-96DF-FBDF8E414794}" type="slidenum">
              <a:rPr lang="it-IT" smtClean="0"/>
              <a:t>30</a:t>
            </a:fld>
            <a:endParaRPr lang="it-IT"/>
          </a:p>
        </p:txBody>
      </p:sp>
    </p:spTree>
    <p:extLst>
      <p:ext uri="{BB962C8B-B14F-4D97-AF65-F5344CB8AC3E}">
        <p14:creationId xmlns:p14="http://schemas.microsoft.com/office/powerpoint/2010/main" val="1091703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2DFDCEF-4857-944B-96DF-FBDF8E414794}" type="slidenum">
              <a:rPr lang="it-IT" smtClean="0"/>
              <a:t>31</a:t>
            </a:fld>
            <a:endParaRPr lang="it-IT"/>
          </a:p>
        </p:txBody>
      </p:sp>
    </p:spTree>
    <p:extLst>
      <p:ext uri="{BB962C8B-B14F-4D97-AF65-F5344CB8AC3E}">
        <p14:creationId xmlns:p14="http://schemas.microsoft.com/office/powerpoint/2010/main" val="10839510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2DFDCEF-4857-944B-96DF-FBDF8E414794}" type="slidenum">
              <a:rPr lang="it-IT" smtClean="0"/>
              <a:t>32</a:t>
            </a:fld>
            <a:endParaRPr lang="it-IT"/>
          </a:p>
        </p:txBody>
      </p:sp>
    </p:spTree>
    <p:extLst>
      <p:ext uri="{BB962C8B-B14F-4D97-AF65-F5344CB8AC3E}">
        <p14:creationId xmlns:p14="http://schemas.microsoft.com/office/powerpoint/2010/main" val="27445478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2DFDCEF-4857-944B-96DF-FBDF8E414794}" type="slidenum">
              <a:rPr lang="it-IT" smtClean="0"/>
              <a:t>33</a:t>
            </a:fld>
            <a:endParaRPr lang="it-IT"/>
          </a:p>
        </p:txBody>
      </p:sp>
    </p:spTree>
    <p:extLst>
      <p:ext uri="{BB962C8B-B14F-4D97-AF65-F5344CB8AC3E}">
        <p14:creationId xmlns:p14="http://schemas.microsoft.com/office/powerpoint/2010/main" val="30858447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58DE8-02B0-1795-95F3-8FF9F2F6F5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7FE23-84BC-C7B8-74AA-3C8645A43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16A535-1FF5-374B-84D7-0513940CC0B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CE788B2-9190-96EA-E803-DE6A30CD4FE7}"/>
              </a:ext>
            </a:extLst>
          </p:cNvPr>
          <p:cNvSpPr>
            <a:spLocks noGrp="1"/>
          </p:cNvSpPr>
          <p:nvPr>
            <p:ph type="sldNum" sz="quarter" idx="5"/>
          </p:nvPr>
        </p:nvSpPr>
        <p:spPr/>
        <p:txBody>
          <a:bodyPr/>
          <a:lstStyle/>
          <a:p>
            <a:fld id="{B2DFDCEF-4857-944B-96DF-FBDF8E414794}" type="slidenum">
              <a:rPr lang="it-IT" smtClean="0"/>
              <a:t>34</a:t>
            </a:fld>
            <a:endParaRPr lang="it-IT"/>
          </a:p>
        </p:txBody>
      </p:sp>
    </p:spTree>
    <p:extLst>
      <p:ext uri="{BB962C8B-B14F-4D97-AF65-F5344CB8AC3E}">
        <p14:creationId xmlns:p14="http://schemas.microsoft.com/office/powerpoint/2010/main" val="41991362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FBE1E-1D50-C6D7-F2BF-0D8268A65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ED8BA9-902D-622F-E325-D4288496F0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C52D15-81D7-5DDA-A50D-4642F8E42A7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3AB97D4-AC5D-9888-DBFA-46E76A715F7D}"/>
              </a:ext>
            </a:extLst>
          </p:cNvPr>
          <p:cNvSpPr>
            <a:spLocks noGrp="1"/>
          </p:cNvSpPr>
          <p:nvPr>
            <p:ph type="sldNum" sz="quarter" idx="5"/>
          </p:nvPr>
        </p:nvSpPr>
        <p:spPr/>
        <p:txBody>
          <a:bodyPr/>
          <a:lstStyle/>
          <a:p>
            <a:fld id="{B2DFDCEF-4857-944B-96DF-FBDF8E414794}" type="slidenum">
              <a:rPr lang="it-IT" smtClean="0"/>
              <a:t>35</a:t>
            </a:fld>
            <a:endParaRPr lang="it-IT"/>
          </a:p>
        </p:txBody>
      </p:sp>
    </p:spTree>
    <p:extLst>
      <p:ext uri="{BB962C8B-B14F-4D97-AF65-F5344CB8AC3E}">
        <p14:creationId xmlns:p14="http://schemas.microsoft.com/office/powerpoint/2010/main" val="41785478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6BB45-D5A2-ED2D-745E-D03076892B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59C35-D48E-EE8A-4EEF-217A6F05CE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FAC306-EF06-4816-FFCA-112B3959061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9CA3F9F-8242-A6BE-61E4-73849CB3B695}"/>
              </a:ext>
            </a:extLst>
          </p:cNvPr>
          <p:cNvSpPr>
            <a:spLocks noGrp="1"/>
          </p:cNvSpPr>
          <p:nvPr>
            <p:ph type="sldNum" sz="quarter" idx="5"/>
          </p:nvPr>
        </p:nvSpPr>
        <p:spPr/>
        <p:txBody>
          <a:bodyPr/>
          <a:lstStyle/>
          <a:p>
            <a:fld id="{B2DFDCEF-4857-944B-96DF-FBDF8E414794}" type="slidenum">
              <a:rPr lang="it-IT" smtClean="0"/>
              <a:t>36</a:t>
            </a:fld>
            <a:endParaRPr lang="it-IT"/>
          </a:p>
        </p:txBody>
      </p:sp>
    </p:spTree>
    <p:extLst>
      <p:ext uri="{BB962C8B-B14F-4D97-AF65-F5344CB8AC3E}">
        <p14:creationId xmlns:p14="http://schemas.microsoft.com/office/powerpoint/2010/main" val="17474741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356B3-C1C2-4697-6103-78E29697AB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4746E9-37B9-7E99-4CA9-66D9268276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301E0C-F82C-1533-2484-9896E27FA6C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5CA10CC-E3F2-5738-1B4E-57D5A00AD453}"/>
              </a:ext>
            </a:extLst>
          </p:cNvPr>
          <p:cNvSpPr>
            <a:spLocks noGrp="1"/>
          </p:cNvSpPr>
          <p:nvPr>
            <p:ph type="sldNum" sz="quarter" idx="5"/>
          </p:nvPr>
        </p:nvSpPr>
        <p:spPr/>
        <p:txBody>
          <a:bodyPr/>
          <a:lstStyle/>
          <a:p>
            <a:fld id="{B2DFDCEF-4857-944B-96DF-FBDF8E414794}" type="slidenum">
              <a:rPr lang="it-IT" smtClean="0"/>
              <a:t>37</a:t>
            </a:fld>
            <a:endParaRPr lang="it-IT"/>
          </a:p>
        </p:txBody>
      </p:sp>
    </p:spTree>
    <p:extLst>
      <p:ext uri="{BB962C8B-B14F-4D97-AF65-F5344CB8AC3E}">
        <p14:creationId xmlns:p14="http://schemas.microsoft.com/office/powerpoint/2010/main" val="30086279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597EF-0290-940F-38CE-E848AEE9B1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7BD204-3097-6A92-7332-E8035BE702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F9BFE7-6BF7-8AB9-DEDE-BD9876810EB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B1FA0B8-4088-E998-2AAA-FB428FAF8E7E}"/>
              </a:ext>
            </a:extLst>
          </p:cNvPr>
          <p:cNvSpPr>
            <a:spLocks noGrp="1"/>
          </p:cNvSpPr>
          <p:nvPr>
            <p:ph type="sldNum" sz="quarter" idx="5"/>
          </p:nvPr>
        </p:nvSpPr>
        <p:spPr/>
        <p:txBody>
          <a:bodyPr/>
          <a:lstStyle/>
          <a:p>
            <a:fld id="{B2DFDCEF-4857-944B-96DF-FBDF8E414794}" type="slidenum">
              <a:rPr lang="it-IT" smtClean="0"/>
              <a:t>38</a:t>
            </a:fld>
            <a:endParaRPr lang="it-IT"/>
          </a:p>
        </p:txBody>
      </p:sp>
    </p:spTree>
    <p:extLst>
      <p:ext uri="{BB962C8B-B14F-4D97-AF65-F5344CB8AC3E}">
        <p14:creationId xmlns:p14="http://schemas.microsoft.com/office/powerpoint/2010/main" val="6765704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6791A-5334-0C5E-62EC-D852058BF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CCB1C8-C141-934D-C06D-53C462EC9F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157AD5-A806-F578-F27F-10FFA4125D8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11FC882-4237-6D3E-A091-974938EFC047}"/>
              </a:ext>
            </a:extLst>
          </p:cNvPr>
          <p:cNvSpPr>
            <a:spLocks noGrp="1"/>
          </p:cNvSpPr>
          <p:nvPr>
            <p:ph type="sldNum" sz="quarter" idx="5"/>
          </p:nvPr>
        </p:nvSpPr>
        <p:spPr/>
        <p:txBody>
          <a:bodyPr/>
          <a:lstStyle/>
          <a:p>
            <a:fld id="{B2DFDCEF-4857-944B-96DF-FBDF8E414794}" type="slidenum">
              <a:rPr lang="it-IT" smtClean="0"/>
              <a:t>39</a:t>
            </a:fld>
            <a:endParaRPr lang="it-IT"/>
          </a:p>
        </p:txBody>
      </p:sp>
    </p:spTree>
    <p:extLst>
      <p:ext uri="{BB962C8B-B14F-4D97-AF65-F5344CB8AC3E}">
        <p14:creationId xmlns:p14="http://schemas.microsoft.com/office/powerpoint/2010/main" val="4112823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7BA2F-2A29-6702-B691-752BDD2F3E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159AEE-08A7-0EC8-39EB-B301DA1C9D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165763-481A-7A7A-BA25-F5E0E221655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7CD76D3-54A8-C841-8967-8B58D552937B}"/>
              </a:ext>
            </a:extLst>
          </p:cNvPr>
          <p:cNvSpPr>
            <a:spLocks noGrp="1"/>
          </p:cNvSpPr>
          <p:nvPr>
            <p:ph type="sldNum" sz="quarter" idx="5"/>
          </p:nvPr>
        </p:nvSpPr>
        <p:spPr/>
        <p:txBody>
          <a:bodyPr/>
          <a:lstStyle/>
          <a:p>
            <a:fld id="{B2DFDCEF-4857-944B-96DF-FBDF8E414794}" type="slidenum">
              <a:rPr lang="it-IT" smtClean="0"/>
              <a:t>40</a:t>
            </a:fld>
            <a:endParaRPr lang="it-IT"/>
          </a:p>
        </p:txBody>
      </p:sp>
    </p:spTree>
    <p:extLst>
      <p:ext uri="{BB962C8B-B14F-4D97-AF65-F5344CB8AC3E}">
        <p14:creationId xmlns:p14="http://schemas.microsoft.com/office/powerpoint/2010/main" val="5467349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30A39-EDAD-79D6-DC34-82E2046444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D71950-037E-9D31-264C-70AC86262B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E02625-9B33-5C9F-4856-8F6FAEE2D59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C3E8E36-80A9-73BF-792B-96981DEE2B3D}"/>
              </a:ext>
            </a:extLst>
          </p:cNvPr>
          <p:cNvSpPr>
            <a:spLocks noGrp="1"/>
          </p:cNvSpPr>
          <p:nvPr>
            <p:ph type="sldNum" sz="quarter" idx="5"/>
          </p:nvPr>
        </p:nvSpPr>
        <p:spPr/>
        <p:txBody>
          <a:bodyPr/>
          <a:lstStyle/>
          <a:p>
            <a:fld id="{B2DFDCEF-4857-944B-96DF-FBDF8E414794}" type="slidenum">
              <a:rPr lang="it-IT" smtClean="0"/>
              <a:t>41</a:t>
            </a:fld>
            <a:endParaRPr lang="it-IT"/>
          </a:p>
        </p:txBody>
      </p:sp>
    </p:spTree>
    <p:extLst>
      <p:ext uri="{BB962C8B-B14F-4D97-AF65-F5344CB8AC3E}">
        <p14:creationId xmlns:p14="http://schemas.microsoft.com/office/powerpoint/2010/main" val="32595141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14753-4157-8696-C3C1-6307E3A03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D71A12-918E-EEA1-C35E-06AC49F98C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15E796-3518-9A24-72E1-15CD32E756A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1AF94C4-07D1-7365-E859-4A59652418FD}"/>
              </a:ext>
            </a:extLst>
          </p:cNvPr>
          <p:cNvSpPr>
            <a:spLocks noGrp="1"/>
          </p:cNvSpPr>
          <p:nvPr>
            <p:ph type="sldNum" sz="quarter" idx="5"/>
          </p:nvPr>
        </p:nvSpPr>
        <p:spPr/>
        <p:txBody>
          <a:bodyPr/>
          <a:lstStyle/>
          <a:p>
            <a:fld id="{B2DFDCEF-4857-944B-96DF-FBDF8E414794}" type="slidenum">
              <a:rPr lang="it-IT" smtClean="0"/>
              <a:t>42</a:t>
            </a:fld>
            <a:endParaRPr lang="it-IT"/>
          </a:p>
        </p:txBody>
      </p:sp>
    </p:spTree>
    <p:extLst>
      <p:ext uri="{BB962C8B-B14F-4D97-AF65-F5344CB8AC3E}">
        <p14:creationId xmlns:p14="http://schemas.microsoft.com/office/powerpoint/2010/main" val="28504504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915D5-4FF0-8045-926D-CAD1471806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B0122E-54E8-51EE-926E-175780F967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6B3DDA-CDFE-7E3C-3DCF-E99807D5B78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6EE3D02-8AE3-6043-D665-313B2FE4D0AB}"/>
              </a:ext>
            </a:extLst>
          </p:cNvPr>
          <p:cNvSpPr>
            <a:spLocks noGrp="1"/>
          </p:cNvSpPr>
          <p:nvPr>
            <p:ph type="sldNum" sz="quarter" idx="5"/>
          </p:nvPr>
        </p:nvSpPr>
        <p:spPr/>
        <p:txBody>
          <a:bodyPr/>
          <a:lstStyle/>
          <a:p>
            <a:fld id="{B2DFDCEF-4857-944B-96DF-FBDF8E414794}" type="slidenum">
              <a:rPr lang="it-IT" smtClean="0"/>
              <a:t>43</a:t>
            </a:fld>
            <a:endParaRPr lang="it-IT"/>
          </a:p>
        </p:txBody>
      </p:sp>
    </p:spTree>
    <p:extLst>
      <p:ext uri="{BB962C8B-B14F-4D97-AF65-F5344CB8AC3E}">
        <p14:creationId xmlns:p14="http://schemas.microsoft.com/office/powerpoint/2010/main" val="25704218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82A5B-CCD9-00FB-54F6-AF41496E89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2C386E-F3A8-732F-B8B6-745B75FC89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F32219-9761-2E1E-AF71-0F6668E6B3C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BDBEDED-D557-42AE-4296-2E24CBA82FAD}"/>
              </a:ext>
            </a:extLst>
          </p:cNvPr>
          <p:cNvSpPr>
            <a:spLocks noGrp="1"/>
          </p:cNvSpPr>
          <p:nvPr>
            <p:ph type="sldNum" sz="quarter" idx="5"/>
          </p:nvPr>
        </p:nvSpPr>
        <p:spPr/>
        <p:txBody>
          <a:bodyPr/>
          <a:lstStyle/>
          <a:p>
            <a:fld id="{B2DFDCEF-4857-944B-96DF-FBDF8E414794}" type="slidenum">
              <a:rPr lang="it-IT" smtClean="0"/>
              <a:t>44</a:t>
            </a:fld>
            <a:endParaRPr lang="it-IT"/>
          </a:p>
        </p:txBody>
      </p:sp>
    </p:spTree>
    <p:extLst>
      <p:ext uri="{BB962C8B-B14F-4D97-AF65-F5344CB8AC3E}">
        <p14:creationId xmlns:p14="http://schemas.microsoft.com/office/powerpoint/2010/main" val="10893794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67E15-1C56-D1B9-89B7-C02FA9871C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2127CC-9E64-AC0A-B1A0-D41142CBC8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1D0A7D-E7F2-6F62-128A-E4EAED8AD27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E684C03-A76D-F1A8-F935-DE6AB6E87775}"/>
              </a:ext>
            </a:extLst>
          </p:cNvPr>
          <p:cNvSpPr>
            <a:spLocks noGrp="1"/>
          </p:cNvSpPr>
          <p:nvPr>
            <p:ph type="sldNum" sz="quarter" idx="5"/>
          </p:nvPr>
        </p:nvSpPr>
        <p:spPr/>
        <p:txBody>
          <a:bodyPr/>
          <a:lstStyle/>
          <a:p>
            <a:fld id="{B2DFDCEF-4857-944B-96DF-FBDF8E414794}" type="slidenum">
              <a:rPr lang="it-IT" smtClean="0"/>
              <a:t>45</a:t>
            </a:fld>
            <a:endParaRPr lang="it-IT"/>
          </a:p>
        </p:txBody>
      </p:sp>
    </p:spTree>
    <p:extLst>
      <p:ext uri="{BB962C8B-B14F-4D97-AF65-F5344CB8AC3E}">
        <p14:creationId xmlns:p14="http://schemas.microsoft.com/office/powerpoint/2010/main" val="311078628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D4B53-334C-19F6-2577-9F964DEE5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A744E9-C9FC-1A95-7088-1085A54E89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2A7AC9-8364-C083-F38B-A6565D4DBD9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2F93EC1-B815-9161-2A4C-CF17430428D5}"/>
              </a:ext>
            </a:extLst>
          </p:cNvPr>
          <p:cNvSpPr>
            <a:spLocks noGrp="1"/>
          </p:cNvSpPr>
          <p:nvPr>
            <p:ph type="sldNum" sz="quarter" idx="5"/>
          </p:nvPr>
        </p:nvSpPr>
        <p:spPr/>
        <p:txBody>
          <a:bodyPr/>
          <a:lstStyle/>
          <a:p>
            <a:fld id="{B2DFDCEF-4857-944B-96DF-FBDF8E414794}" type="slidenum">
              <a:rPr lang="it-IT" smtClean="0"/>
              <a:t>46</a:t>
            </a:fld>
            <a:endParaRPr lang="it-IT"/>
          </a:p>
        </p:txBody>
      </p:sp>
    </p:spTree>
    <p:extLst>
      <p:ext uri="{BB962C8B-B14F-4D97-AF65-F5344CB8AC3E}">
        <p14:creationId xmlns:p14="http://schemas.microsoft.com/office/powerpoint/2010/main" val="31760403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9CD51-A538-CF8B-C49E-66F68391C2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1D8CD8-887E-9707-33AD-04DAC3F275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7F734A-4FCB-C8C3-BA1A-7825BB4AD9A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AA7588B-E54B-5D22-EF73-916AB5AFE584}"/>
              </a:ext>
            </a:extLst>
          </p:cNvPr>
          <p:cNvSpPr>
            <a:spLocks noGrp="1"/>
          </p:cNvSpPr>
          <p:nvPr>
            <p:ph type="sldNum" sz="quarter" idx="5"/>
          </p:nvPr>
        </p:nvSpPr>
        <p:spPr/>
        <p:txBody>
          <a:bodyPr/>
          <a:lstStyle/>
          <a:p>
            <a:fld id="{B2DFDCEF-4857-944B-96DF-FBDF8E414794}" type="slidenum">
              <a:rPr lang="it-IT" smtClean="0"/>
              <a:t>47</a:t>
            </a:fld>
            <a:endParaRPr lang="it-IT"/>
          </a:p>
        </p:txBody>
      </p:sp>
    </p:spTree>
    <p:extLst>
      <p:ext uri="{BB962C8B-B14F-4D97-AF65-F5344CB8AC3E}">
        <p14:creationId xmlns:p14="http://schemas.microsoft.com/office/powerpoint/2010/main" val="1973499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AD196-B096-C593-D24E-3F941F9EB3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DF4B7F-396C-99B5-065C-DB3F8081EB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B47718-0131-03E7-D95B-8FF32F6C5A8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BCBE6F2-A35B-B967-EE63-40278B2625D6}"/>
              </a:ext>
            </a:extLst>
          </p:cNvPr>
          <p:cNvSpPr>
            <a:spLocks noGrp="1"/>
          </p:cNvSpPr>
          <p:nvPr>
            <p:ph type="sldNum" sz="quarter" idx="5"/>
          </p:nvPr>
        </p:nvSpPr>
        <p:spPr/>
        <p:txBody>
          <a:bodyPr/>
          <a:lstStyle/>
          <a:p>
            <a:fld id="{B2DFDCEF-4857-944B-96DF-FBDF8E414794}" type="slidenum">
              <a:rPr lang="it-IT" smtClean="0"/>
              <a:t>48</a:t>
            </a:fld>
            <a:endParaRPr lang="it-IT"/>
          </a:p>
        </p:txBody>
      </p:sp>
    </p:spTree>
    <p:extLst>
      <p:ext uri="{BB962C8B-B14F-4D97-AF65-F5344CB8AC3E}">
        <p14:creationId xmlns:p14="http://schemas.microsoft.com/office/powerpoint/2010/main" val="25122830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D4EB3-2093-300C-3D3F-CA63B8008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BC88DB-AEFB-E933-5681-8BC0CD43A0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AF1EEC-1175-5A1C-A349-52D77909A2B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3402D78-3B99-D035-5161-BF07939405DE}"/>
              </a:ext>
            </a:extLst>
          </p:cNvPr>
          <p:cNvSpPr>
            <a:spLocks noGrp="1"/>
          </p:cNvSpPr>
          <p:nvPr>
            <p:ph type="sldNum" sz="quarter" idx="5"/>
          </p:nvPr>
        </p:nvSpPr>
        <p:spPr/>
        <p:txBody>
          <a:bodyPr/>
          <a:lstStyle/>
          <a:p>
            <a:fld id="{B2DFDCEF-4857-944B-96DF-FBDF8E414794}" type="slidenum">
              <a:rPr lang="it-IT" smtClean="0"/>
              <a:t>49</a:t>
            </a:fld>
            <a:endParaRPr lang="it-IT"/>
          </a:p>
        </p:txBody>
      </p:sp>
    </p:spTree>
    <p:extLst>
      <p:ext uri="{BB962C8B-B14F-4D97-AF65-F5344CB8AC3E}">
        <p14:creationId xmlns:p14="http://schemas.microsoft.com/office/powerpoint/2010/main" val="10529816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2DFDCEF-4857-944B-96DF-FBDF8E414794}" type="slidenum">
              <a:rPr lang="it-IT" smtClean="0"/>
              <a:t>53</a:t>
            </a:fld>
            <a:endParaRPr lang="it-IT"/>
          </a:p>
        </p:txBody>
      </p:sp>
    </p:spTree>
    <p:extLst>
      <p:ext uri="{BB962C8B-B14F-4D97-AF65-F5344CB8AC3E}">
        <p14:creationId xmlns:p14="http://schemas.microsoft.com/office/powerpoint/2010/main" val="26705507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oleObject" Target="../embeddings/oleObject6.bin"/><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slideMaster" Target="../slideMasters/slideMaster1.xml"/><Relationship Id="rId16" Type="http://schemas.openxmlformats.org/officeDocument/2006/relationships/image" Target="../media/image5.svg"/><Relationship Id="rId1" Type="http://schemas.openxmlformats.org/officeDocument/2006/relationships/tags" Target="../tags/tag6.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4.png"/><Relationship Id="rId10" Type="http://schemas.openxmlformats.org/officeDocument/2006/relationships/image" Target="../media/image13.svg"/><Relationship Id="rId4" Type="http://schemas.openxmlformats.org/officeDocument/2006/relationships/image" Target="../media/image1.emf"/><Relationship Id="rId9" Type="http://schemas.openxmlformats.org/officeDocument/2006/relationships/image" Target="../media/image12.png"/><Relationship Id="rId14" Type="http://schemas.openxmlformats.org/officeDocument/2006/relationships/image" Target="../media/image17.sv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png"/><Relationship Id="rId3" Type="http://schemas.openxmlformats.org/officeDocument/2006/relationships/oleObject" Target="../embeddings/oleObject7.bin"/><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slideMaster" Target="../slideMasters/slideMaster1.xml"/><Relationship Id="rId16" Type="http://schemas.openxmlformats.org/officeDocument/2006/relationships/image" Target="../media/image28.svg"/><Relationship Id="rId1" Type="http://schemas.openxmlformats.org/officeDocument/2006/relationships/tags" Target="../tags/tag7.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6.png"/><Relationship Id="rId10" Type="http://schemas.openxmlformats.org/officeDocument/2006/relationships/image" Target="../media/image23.svg"/><Relationship Id="rId4" Type="http://schemas.openxmlformats.org/officeDocument/2006/relationships/image" Target="../media/image1.emf"/><Relationship Id="rId9" Type="http://schemas.openxmlformats.org/officeDocument/2006/relationships/image" Target="../media/image22.png"/><Relationship Id="rId14" Type="http://schemas.openxmlformats.org/officeDocument/2006/relationships/image" Target="../media/image27.svg"/></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1.xml"/><Relationship Id="rId1" Type="http://schemas.openxmlformats.org/officeDocument/2006/relationships/tags" Target="../tags/tag30.xml"/><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1.xml"/><Relationship Id="rId1" Type="http://schemas.openxmlformats.org/officeDocument/2006/relationships/tags" Target="../tags/tag31.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1.xml"/><Relationship Id="rId1" Type="http://schemas.openxmlformats.org/officeDocument/2006/relationships/tags" Target="../tags/tag33.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1.xml"/><Relationship Id="rId1" Type="http://schemas.openxmlformats.org/officeDocument/2006/relationships/tags" Target="../tags/tag34.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EDA0CBD5-9971-6B1B-41F9-E10B25E3CB9B}"/>
              </a:ext>
            </a:extLst>
          </p:cNvPr>
          <p:cNvGraphicFramePr>
            <a:graphicFrameLocks noChangeAspect="1"/>
          </p:cNvGraphicFramePr>
          <p:nvPr userDrawn="1">
            <p:custDataLst>
              <p:tags r:id="rId1"/>
            </p:custDataLst>
            <p:extLst>
              <p:ext uri="{D42A27DB-BD31-4B8C-83A1-F6EECF244321}">
                <p14:modId xmlns:p14="http://schemas.microsoft.com/office/powerpoint/2010/main" val="41265493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11" name="think-cell data - do not delete" hidden="1">
                        <a:extLst>
                          <a:ext uri="{FF2B5EF4-FFF2-40B4-BE49-F238E27FC236}">
                            <a16:creationId xmlns:a16="http://schemas.microsoft.com/office/drawing/2014/main" id="{EDA0CBD5-9971-6B1B-41F9-E10B25E3CB9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Rettangolo 15">
            <a:extLst>
              <a:ext uri="{FF2B5EF4-FFF2-40B4-BE49-F238E27FC236}">
                <a16:creationId xmlns:a16="http://schemas.microsoft.com/office/drawing/2014/main" id="{96D51A1F-D87C-CE4E-A101-D2F54F2F1009}"/>
              </a:ext>
            </a:extLst>
          </p:cNvPr>
          <p:cNvSpPr/>
          <p:nvPr/>
        </p:nvSpPr>
        <p:spPr>
          <a:xfrm>
            <a:off x="-1" y="0"/>
            <a:ext cx="6096001"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it-IT" sz="1350"/>
          </a:p>
        </p:txBody>
      </p:sp>
      <p:sp>
        <p:nvSpPr>
          <p:cNvPr id="2" name="Titolo 1">
            <a:extLst>
              <a:ext uri="{FF2B5EF4-FFF2-40B4-BE49-F238E27FC236}">
                <a16:creationId xmlns:a16="http://schemas.microsoft.com/office/drawing/2014/main" id="{B6D6D628-271E-6947-B6C7-DCCD1C38B775}"/>
              </a:ext>
            </a:extLst>
          </p:cNvPr>
          <p:cNvSpPr>
            <a:spLocks noGrp="1"/>
          </p:cNvSpPr>
          <p:nvPr>
            <p:ph type="ctrTitle" hasCustomPrompt="1"/>
          </p:nvPr>
        </p:nvSpPr>
        <p:spPr>
          <a:xfrm>
            <a:off x="700306" y="1504800"/>
            <a:ext cx="5206782" cy="1648095"/>
          </a:xfrm>
        </p:spPr>
        <p:txBody>
          <a:bodyPr vert="horz" anchor="b">
            <a:noAutofit/>
          </a:bodyPr>
          <a:lstStyle>
            <a:lvl1pPr algn="l">
              <a:defRPr sz="2600" b="1" i="0"/>
            </a:lvl1pPr>
          </a:lstStyle>
          <a:p>
            <a:r>
              <a:rPr lang="en-US" err="1"/>
              <a:t>Titolo</a:t>
            </a:r>
            <a:r>
              <a:rPr lang="en-US"/>
              <a:t> </a:t>
            </a:r>
            <a:r>
              <a:rPr lang="en-US" err="1"/>
              <a:t>della</a:t>
            </a:r>
            <a:r>
              <a:rPr lang="en-US"/>
              <a:t> </a:t>
            </a:r>
            <a:r>
              <a:rPr lang="en-US" err="1"/>
              <a:t>presentazione</a:t>
            </a:r>
            <a:br>
              <a:rPr lang="en-US"/>
            </a:br>
            <a:r>
              <a:rPr lang="en-US" err="1"/>
              <a:t>CocoEng</a:t>
            </a:r>
            <a:r>
              <a:rPr lang="en-US"/>
              <a:t> 26pt</a:t>
            </a:r>
            <a:br>
              <a:rPr lang="en-US"/>
            </a:br>
            <a:r>
              <a:rPr lang="en-US"/>
              <a:t>Massimo </a:t>
            </a:r>
            <a:r>
              <a:rPr lang="en-US" err="1"/>
              <a:t>tre</a:t>
            </a:r>
            <a:r>
              <a:rPr lang="en-US"/>
              <a:t> </a:t>
            </a:r>
            <a:r>
              <a:rPr lang="en-US" err="1"/>
              <a:t>righe</a:t>
            </a:r>
            <a:endParaRPr lang="it-IT"/>
          </a:p>
        </p:txBody>
      </p:sp>
      <p:sp>
        <p:nvSpPr>
          <p:cNvPr id="3" name="Sottotitolo 2">
            <a:extLst>
              <a:ext uri="{FF2B5EF4-FFF2-40B4-BE49-F238E27FC236}">
                <a16:creationId xmlns:a16="http://schemas.microsoft.com/office/drawing/2014/main" id="{51A4F422-9705-8546-889B-A7924D8B125C}"/>
              </a:ext>
            </a:extLst>
          </p:cNvPr>
          <p:cNvSpPr>
            <a:spLocks noGrp="1"/>
          </p:cNvSpPr>
          <p:nvPr>
            <p:ph type="subTitle" idx="1" hasCustomPrompt="1"/>
          </p:nvPr>
        </p:nvSpPr>
        <p:spPr>
          <a:xfrm>
            <a:off x="700306" y="3222000"/>
            <a:ext cx="5206782" cy="1249080"/>
          </a:xfrm>
          <a:prstGeom prst="rect">
            <a:avLst/>
          </a:prstGeom>
        </p:spPr>
        <p:txBody>
          <a:bodyPr>
            <a:noAutofit/>
          </a:bodyPr>
          <a:lstStyle>
            <a:lvl1pPr marL="0" indent="0" algn="l" defTabSz="914248" rtl="0" eaLnBrk="1" latinLnBrk="0" hangingPunct="1">
              <a:lnSpc>
                <a:spcPct val="110000"/>
              </a:lnSpc>
              <a:spcBef>
                <a:spcPts val="0"/>
              </a:spcBef>
              <a:spcAft>
                <a:spcPts val="0"/>
              </a:spcAft>
              <a:buClr>
                <a:schemeClr val="accent1"/>
              </a:buClr>
              <a:buSzPct val="100000"/>
              <a:buFont typeface="Symbol" panose="05050102010706020507" pitchFamily="18" charset="2"/>
              <a:buNone/>
              <a:defRPr lang="it-IT" sz="1400" b="0" i="0" kern="1200" spc="0" baseline="0" dirty="0">
                <a:solidFill>
                  <a:schemeClr val="tx1">
                    <a:alpha val="75000"/>
                  </a:schemeClr>
                </a:solidFill>
                <a:latin typeface="+mn-lt"/>
                <a:ea typeface="+mn-ea"/>
                <a:cs typeface="Segoe UI" panose="020B0502040204020203" pitchFamily="34" charset="0"/>
              </a:defRPr>
            </a:lvl1pPr>
            <a:lvl2pPr marL="457124" indent="0" algn="ctr">
              <a:buNone/>
              <a:defRPr sz="2000"/>
            </a:lvl2pPr>
            <a:lvl3pPr marL="914248" indent="0" algn="ctr">
              <a:buNone/>
              <a:defRPr sz="1800"/>
            </a:lvl3pPr>
            <a:lvl4pPr marL="1371371" indent="0" algn="ctr">
              <a:buNone/>
              <a:defRPr sz="1600"/>
            </a:lvl4pPr>
            <a:lvl5pPr marL="1828495" indent="0" algn="ctr">
              <a:buNone/>
              <a:defRPr sz="1600"/>
            </a:lvl5pPr>
            <a:lvl6pPr marL="2285619" indent="0" algn="ctr">
              <a:buNone/>
              <a:defRPr sz="1600"/>
            </a:lvl6pPr>
            <a:lvl7pPr marL="2742743" indent="0" algn="ctr">
              <a:buNone/>
              <a:defRPr sz="1600"/>
            </a:lvl7pPr>
            <a:lvl8pPr marL="3199866" indent="0" algn="ctr">
              <a:buNone/>
              <a:defRPr sz="1600"/>
            </a:lvl8pPr>
            <a:lvl9pPr marL="3656991" indent="0" algn="ctr">
              <a:buNone/>
              <a:defRPr sz="1600"/>
            </a:lvl9pPr>
          </a:lstStyle>
          <a:p>
            <a:r>
              <a:rPr lang="en-US" err="1"/>
              <a:t>Sottotitolo</a:t>
            </a:r>
            <a:r>
              <a:rPr lang="en-US"/>
              <a:t> </a:t>
            </a:r>
            <a:r>
              <a:rPr lang="en-US" err="1"/>
              <a:t>della</a:t>
            </a:r>
            <a:r>
              <a:rPr lang="en-US"/>
              <a:t> </a:t>
            </a:r>
            <a:r>
              <a:rPr lang="en-US" err="1"/>
              <a:t>presentazione</a:t>
            </a:r>
            <a:br>
              <a:rPr lang="en-US"/>
            </a:br>
            <a:r>
              <a:rPr lang="en-US" err="1"/>
              <a:t>CocoEng</a:t>
            </a:r>
            <a:r>
              <a:rPr lang="en-US"/>
              <a:t> 14pt</a:t>
            </a:r>
            <a:br>
              <a:rPr lang="en-US"/>
            </a:br>
            <a:r>
              <a:rPr lang="en-US"/>
              <a:t>Massimo </a:t>
            </a:r>
            <a:r>
              <a:rPr lang="en-US" err="1"/>
              <a:t>tre</a:t>
            </a:r>
            <a:r>
              <a:rPr lang="en-US"/>
              <a:t> </a:t>
            </a:r>
            <a:r>
              <a:rPr lang="en-US" err="1"/>
              <a:t>righe</a:t>
            </a:r>
            <a:endParaRPr lang="it-IT"/>
          </a:p>
        </p:txBody>
      </p:sp>
      <p:sp>
        <p:nvSpPr>
          <p:cNvPr id="18" name="Rettangolo 17">
            <a:extLst>
              <a:ext uri="{FF2B5EF4-FFF2-40B4-BE49-F238E27FC236}">
                <a16:creationId xmlns:a16="http://schemas.microsoft.com/office/drawing/2014/main" id="{3C9D372B-3279-A144-B086-F281C7C5118C}"/>
              </a:ext>
            </a:extLst>
          </p:cNvPr>
          <p:cNvSpPr/>
          <p:nvPr/>
        </p:nvSpPr>
        <p:spPr>
          <a:xfrm>
            <a:off x="0" y="234001"/>
            <a:ext cx="251999" cy="251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0" spc="0"/>
          </a:p>
        </p:txBody>
      </p:sp>
      <p:sp>
        <p:nvSpPr>
          <p:cNvPr id="7" name="Segnaposto testo 6">
            <a:extLst>
              <a:ext uri="{FF2B5EF4-FFF2-40B4-BE49-F238E27FC236}">
                <a16:creationId xmlns:a16="http://schemas.microsoft.com/office/drawing/2014/main" id="{8C6E0E52-950D-824E-BBDB-0BE72099E010}"/>
              </a:ext>
            </a:extLst>
          </p:cNvPr>
          <p:cNvSpPr>
            <a:spLocks noGrp="1"/>
          </p:cNvSpPr>
          <p:nvPr>
            <p:ph type="body" sz="quarter" idx="17" hasCustomPrompt="1"/>
          </p:nvPr>
        </p:nvSpPr>
        <p:spPr>
          <a:xfrm>
            <a:off x="700088" y="4507200"/>
            <a:ext cx="5207257" cy="389064"/>
          </a:xfrm>
        </p:spPr>
        <p:txBody>
          <a:bodyPr anchor="ctr"/>
          <a:lstStyle>
            <a:lvl1pPr>
              <a:lnSpc>
                <a:spcPct val="100000"/>
              </a:lnSpc>
              <a:spcAft>
                <a:spcPts val="0"/>
              </a:spcAft>
              <a:defRPr sz="1400" b="0" i="0">
                <a:solidFill>
                  <a:schemeClr val="bg1">
                    <a:lumMod val="50000"/>
                  </a:schemeClr>
                </a:solidFill>
              </a:defRPr>
            </a:lvl1pPr>
          </a:lstStyle>
          <a:p>
            <a:pPr lvl="0"/>
            <a:r>
              <a:rPr lang="it-IT"/>
              <a:t>DATA DELLA PRESENTAZIONE</a:t>
            </a:r>
          </a:p>
        </p:txBody>
      </p:sp>
      <p:sp>
        <p:nvSpPr>
          <p:cNvPr id="10" name="Segnaposto testo 8">
            <a:extLst>
              <a:ext uri="{FF2B5EF4-FFF2-40B4-BE49-F238E27FC236}">
                <a16:creationId xmlns:a16="http://schemas.microsoft.com/office/drawing/2014/main" id="{4B5BF30A-FBFD-5A4D-9449-A606D7C87DCE}"/>
              </a:ext>
            </a:extLst>
          </p:cNvPr>
          <p:cNvSpPr>
            <a:spLocks noGrp="1"/>
          </p:cNvSpPr>
          <p:nvPr>
            <p:ph type="body" sz="quarter" idx="16" hasCustomPrompt="1"/>
          </p:nvPr>
        </p:nvSpPr>
        <p:spPr>
          <a:xfrm>
            <a:off x="702000" y="234000"/>
            <a:ext cx="5205088" cy="244800"/>
          </a:xfrm>
          <a:prstGeom prst="rect">
            <a:avLst/>
          </a:prstGeom>
        </p:spPr>
        <p:txBody>
          <a:bodyPr vert="horz" lIns="0" tIns="18000" rIns="0" bIns="0" rtlCol="0" anchor="ctr">
            <a:noAutofit/>
          </a:bodyPr>
          <a:lstStyle>
            <a:lvl1pPr marL="0" indent="0">
              <a:lnSpc>
                <a:spcPct val="100000"/>
              </a:lnSpc>
              <a:spcBef>
                <a:spcPts val="0"/>
              </a:spcBef>
              <a:spcAft>
                <a:spcPts val="0"/>
              </a:spcAft>
              <a:buNone/>
              <a:defRPr lang="it-IT" sz="1000" b="1" i="0" kern="1200" spc="0" baseline="0" dirty="0">
                <a:solidFill>
                  <a:schemeClr val="tx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it-IT"/>
              <a:t>ENGINEERING / THE DIGITAL TRANSFORMATION COMPANY</a:t>
            </a:r>
          </a:p>
        </p:txBody>
      </p:sp>
      <p:pic>
        <p:nvPicPr>
          <p:cNvPr id="4" name="Elemento grafico 3">
            <a:extLst>
              <a:ext uri="{FF2B5EF4-FFF2-40B4-BE49-F238E27FC236}">
                <a16:creationId xmlns:a16="http://schemas.microsoft.com/office/drawing/2014/main" id="{D98041B0-72D7-7CEA-8E0A-6047290AB4F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6398" y="6366807"/>
            <a:ext cx="756197" cy="237600"/>
          </a:xfrm>
          <a:prstGeom prst="rect">
            <a:avLst/>
          </a:prstGeom>
        </p:spPr>
      </p:pic>
      <p:grpSp>
        <p:nvGrpSpPr>
          <p:cNvPr id="8" name="Gruppo 7">
            <a:extLst>
              <a:ext uri="{FF2B5EF4-FFF2-40B4-BE49-F238E27FC236}">
                <a16:creationId xmlns:a16="http://schemas.microsoft.com/office/drawing/2014/main" id="{734E956A-14A1-4979-7BBC-A872DC8E1685}"/>
              </a:ext>
            </a:extLst>
          </p:cNvPr>
          <p:cNvGrpSpPr/>
          <p:nvPr userDrawn="1"/>
        </p:nvGrpSpPr>
        <p:grpSpPr>
          <a:xfrm>
            <a:off x="10593600" y="6517778"/>
            <a:ext cx="1598400" cy="107722"/>
            <a:chOff x="10593600" y="6517778"/>
            <a:chExt cx="1598400" cy="107722"/>
          </a:xfrm>
        </p:grpSpPr>
        <p:sp>
          <p:nvSpPr>
            <p:cNvPr id="5" name="CasellaDiTesto 4">
              <a:extLst>
                <a:ext uri="{FF2B5EF4-FFF2-40B4-BE49-F238E27FC236}">
                  <a16:creationId xmlns:a16="http://schemas.microsoft.com/office/drawing/2014/main" id="{5E8A1977-AE45-7FAA-4D31-766B2F91729F}"/>
                </a:ext>
              </a:extLst>
            </p:cNvPr>
            <p:cNvSpPr txBox="1"/>
            <p:nvPr userDrawn="1"/>
          </p:nvSpPr>
          <p:spPr>
            <a:xfrm>
              <a:off x="10593600" y="6517778"/>
              <a:ext cx="899285" cy="107722"/>
            </a:xfrm>
            <a:prstGeom prst="rect">
              <a:avLst/>
            </a:prstGeom>
            <a:noFill/>
          </p:spPr>
          <p:txBody>
            <a:bodyPr wrap="none" lIns="0" tIns="0" rIns="0" bIns="0" rtlCol="0">
              <a:spAutoFit/>
            </a:bodyPr>
            <a:lstStyle/>
            <a:p>
              <a:pPr algn="r"/>
              <a:r>
                <a:rPr lang="it-IT" sz="700" b="0" i="0" spc="0">
                  <a:solidFill>
                    <a:schemeClr val="bg1"/>
                  </a:solidFill>
                  <a:latin typeface="+mn-lt"/>
                  <a:cs typeface="Segoe UI" panose="020B0502040204020203" pitchFamily="34" charset="0"/>
                  <a:sym typeface="Symbol"/>
                </a:rPr>
                <a:t> Engineering Group</a:t>
              </a:r>
            </a:p>
          </p:txBody>
        </p:sp>
        <p:cxnSp>
          <p:nvCxnSpPr>
            <p:cNvPr id="6" name="Connettore 1 5">
              <a:extLst>
                <a:ext uri="{FF2B5EF4-FFF2-40B4-BE49-F238E27FC236}">
                  <a16:creationId xmlns:a16="http://schemas.microsoft.com/office/drawing/2014/main" id="{FF13488B-8CA5-3C0C-458A-78467AA77BB7}"/>
                </a:ext>
              </a:extLst>
            </p:cNvPr>
            <p:cNvCxnSpPr>
              <a:cxnSpLocks/>
            </p:cNvCxnSpPr>
            <p:nvPr userDrawn="1"/>
          </p:nvCxnSpPr>
          <p:spPr>
            <a:xfrm>
              <a:off x="11613824" y="6571639"/>
              <a:ext cx="578176"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26249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Alternative">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D70FD093-A4F7-74FB-A9B8-A478A5D34C4D}"/>
              </a:ext>
            </a:extLst>
          </p:cNvPr>
          <p:cNvGraphicFramePr>
            <a:graphicFrameLocks noChangeAspect="1"/>
          </p:cNvGraphicFramePr>
          <p:nvPr userDrawn="1">
            <p:custDataLst>
              <p:tags r:id="rId1"/>
            </p:custDataLst>
            <p:extLst>
              <p:ext uri="{D42A27DB-BD31-4B8C-83A1-F6EECF244321}">
                <p14:modId xmlns:p14="http://schemas.microsoft.com/office/powerpoint/2010/main" val="3625790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11" name="think-cell data - do not delete" hidden="1">
                        <a:extLst>
                          <a:ext uri="{FF2B5EF4-FFF2-40B4-BE49-F238E27FC236}">
                            <a16:creationId xmlns:a16="http://schemas.microsoft.com/office/drawing/2014/main" id="{D70FD093-A4F7-74FB-A9B8-A478A5D34C4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Rettangolo 15">
            <a:extLst>
              <a:ext uri="{FF2B5EF4-FFF2-40B4-BE49-F238E27FC236}">
                <a16:creationId xmlns:a16="http://schemas.microsoft.com/office/drawing/2014/main" id="{96D51A1F-D87C-CE4E-A101-D2F54F2F1009}"/>
              </a:ext>
            </a:extLst>
          </p:cNvPr>
          <p:cNvSpPr/>
          <p:nvPr/>
        </p:nvSpPr>
        <p:spPr>
          <a:xfrm>
            <a:off x="-1" y="0"/>
            <a:ext cx="60960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it-IT" sz="1350"/>
          </a:p>
        </p:txBody>
      </p:sp>
      <p:sp>
        <p:nvSpPr>
          <p:cNvPr id="2" name="Titolo 1">
            <a:extLst>
              <a:ext uri="{FF2B5EF4-FFF2-40B4-BE49-F238E27FC236}">
                <a16:creationId xmlns:a16="http://schemas.microsoft.com/office/drawing/2014/main" id="{B6D6D628-271E-6947-B6C7-DCCD1C38B775}"/>
              </a:ext>
            </a:extLst>
          </p:cNvPr>
          <p:cNvSpPr>
            <a:spLocks noGrp="1"/>
          </p:cNvSpPr>
          <p:nvPr>
            <p:ph type="ctrTitle" hasCustomPrompt="1"/>
          </p:nvPr>
        </p:nvSpPr>
        <p:spPr>
          <a:xfrm>
            <a:off x="700306" y="1504800"/>
            <a:ext cx="5206782" cy="1648095"/>
          </a:xfrm>
        </p:spPr>
        <p:txBody>
          <a:bodyPr vert="horz" anchor="b">
            <a:noAutofit/>
          </a:bodyPr>
          <a:lstStyle>
            <a:lvl1pPr algn="l">
              <a:defRPr sz="2600" b="1" i="0"/>
            </a:lvl1pPr>
          </a:lstStyle>
          <a:p>
            <a:r>
              <a:rPr lang="en-US" err="1"/>
              <a:t>Titolo</a:t>
            </a:r>
            <a:r>
              <a:rPr lang="en-US"/>
              <a:t> </a:t>
            </a:r>
            <a:r>
              <a:rPr lang="en-US" err="1"/>
              <a:t>della</a:t>
            </a:r>
            <a:r>
              <a:rPr lang="en-US"/>
              <a:t> </a:t>
            </a:r>
            <a:r>
              <a:rPr lang="en-US" err="1"/>
              <a:t>presentazione</a:t>
            </a:r>
            <a:br>
              <a:rPr lang="en-US"/>
            </a:br>
            <a:r>
              <a:rPr lang="en-US" err="1"/>
              <a:t>CocoEng</a:t>
            </a:r>
            <a:r>
              <a:rPr lang="en-US"/>
              <a:t> 26pt</a:t>
            </a:r>
            <a:br>
              <a:rPr lang="en-US"/>
            </a:br>
            <a:r>
              <a:rPr lang="en-US"/>
              <a:t>Massimo </a:t>
            </a:r>
            <a:r>
              <a:rPr lang="en-US" err="1"/>
              <a:t>tre</a:t>
            </a:r>
            <a:r>
              <a:rPr lang="en-US"/>
              <a:t> </a:t>
            </a:r>
            <a:r>
              <a:rPr lang="en-US" err="1"/>
              <a:t>righe</a:t>
            </a:r>
            <a:endParaRPr lang="it-IT"/>
          </a:p>
        </p:txBody>
      </p:sp>
      <p:sp>
        <p:nvSpPr>
          <p:cNvPr id="3" name="Sottotitolo 2">
            <a:extLst>
              <a:ext uri="{FF2B5EF4-FFF2-40B4-BE49-F238E27FC236}">
                <a16:creationId xmlns:a16="http://schemas.microsoft.com/office/drawing/2014/main" id="{51A4F422-9705-8546-889B-A7924D8B125C}"/>
              </a:ext>
            </a:extLst>
          </p:cNvPr>
          <p:cNvSpPr>
            <a:spLocks noGrp="1"/>
          </p:cNvSpPr>
          <p:nvPr>
            <p:ph type="subTitle" idx="1" hasCustomPrompt="1"/>
          </p:nvPr>
        </p:nvSpPr>
        <p:spPr>
          <a:xfrm>
            <a:off x="700306" y="3222000"/>
            <a:ext cx="5206782" cy="1249080"/>
          </a:xfrm>
          <a:prstGeom prst="rect">
            <a:avLst/>
          </a:prstGeom>
        </p:spPr>
        <p:txBody>
          <a:bodyPr>
            <a:noAutofit/>
          </a:bodyPr>
          <a:lstStyle>
            <a:lvl1pPr marL="0" indent="0" algn="l">
              <a:lnSpc>
                <a:spcPct val="110000"/>
              </a:lnSpc>
              <a:spcBef>
                <a:spcPts val="0"/>
              </a:spcBef>
              <a:spcAft>
                <a:spcPts val="0"/>
              </a:spcAft>
              <a:buNone/>
              <a:defRPr sz="1400" b="0" i="0">
                <a:solidFill>
                  <a:schemeClr val="tx1">
                    <a:alpha val="75000"/>
                  </a:schemeClr>
                </a:solidFill>
                <a:latin typeface="+mn-lt"/>
                <a:cs typeface="Segoe UI" panose="020B0502040204020203" pitchFamily="34" charset="0"/>
              </a:defRPr>
            </a:lvl1pPr>
            <a:lvl2pPr marL="457124" indent="0" algn="ctr">
              <a:buNone/>
              <a:defRPr sz="2000"/>
            </a:lvl2pPr>
            <a:lvl3pPr marL="914248" indent="0" algn="ctr">
              <a:buNone/>
              <a:defRPr sz="1800"/>
            </a:lvl3pPr>
            <a:lvl4pPr marL="1371371" indent="0" algn="ctr">
              <a:buNone/>
              <a:defRPr sz="1600"/>
            </a:lvl4pPr>
            <a:lvl5pPr marL="1828495" indent="0" algn="ctr">
              <a:buNone/>
              <a:defRPr sz="1600"/>
            </a:lvl5pPr>
            <a:lvl6pPr marL="2285619" indent="0" algn="ctr">
              <a:buNone/>
              <a:defRPr sz="1600"/>
            </a:lvl6pPr>
            <a:lvl7pPr marL="2742743" indent="0" algn="ctr">
              <a:buNone/>
              <a:defRPr sz="1600"/>
            </a:lvl7pPr>
            <a:lvl8pPr marL="3199866" indent="0" algn="ctr">
              <a:buNone/>
              <a:defRPr sz="1600"/>
            </a:lvl8pPr>
            <a:lvl9pPr marL="3656991" indent="0" algn="ctr">
              <a:buNone/>
              <a:defRPr sz="1600"/>
            </a:lvl9pPr>
          </a:lstStyle>
          <a:p>
            <a:r>
              <a:rPr lang="en-US" err="1"/>
              <a:t>Sottotitolo</a:t>
            </a:r>
            <a:r>
              <a:rPr lang="en-US"/>
              <a:t> </a:t>
            </a:r>
            <a:r>
              <a:rPr lang="en-US" err="1"/>
              <a:t>della</a:t>
            </a:r>
            <a:r>
              <a:rPr lang="en-US"/>
              <a:t> </a:t>
            </a:r>
            <a:r>
              <a:rPr lang="en-US" err="1"/>
              <a:t>presentazione</a:t>
            </a:r>
            <a:br>
              <a:rPr lang="en-US"/>
            </a:br>
            <a:r>
              <a:rPr lang="en-US" err="1"/>
              <a:t>CocoEng</a:t>
            </a:r>
            <a:r>
              <a:rPr lang="en-US"/>
              <a:t> 14pt</a:t>
            </a:r>
            <a:br>
              <a:rPr lang="en-US"/>
            </a:br>
            <a:r>
              <a:rPr lang="en-US"/>
              <a:t>Massimo </a:t>
            </a:r>
            <a:r>
              <a:rPr lang="en-US" err="1"/>
              <a:t>tre</a:t>
            </a:r>
            <a:r>
              <a:rPr lang="en-US"/>
              <a:t> </a:t>
            </a:r>
            <a:r>
              <a:rPr lang="en-US" err="1"/>
              <a:t>righe</a:t>
            </a:r>
            <a:endParaRPr lang="it-IT"/>
          </a:p>
        </p:txBody>
      </p:sp>
      <p:sp>
        <p:nvSpPr>
          <p:cNvPr id="18" name="Rettangolo 17">
            <a:extLst>
              <a:ext uri="{FF2B5EF4-FFF2-40B4-BE49-F238E27FC236}">
                <a16:creationId xmlns:a16="http://schemas.microsoft.com/office/drawing/2014/main" id="{3C9D372B-3279-A144-B086-F281C7C5118C}"/>
              </a:ext>
            </a:extLst>
          </p:cNvPr>
          <p:cNvSpPr/>
          <p:nvPr/>
        </p:nvSpPr>
        <p:spPr>
          <a:xfrm>
            <a:off x="0" y="234001"/>
            <a:ext cx="251999" cy="251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0" spc="0"/>
          </a:p>
        </p:txBody>
      </p:sp>
      <p:sp>
        <p:nvSpPr>
          <p:cNvPr id="7" name="Segnaposto testo 6">
            <a:extLst>
              <a:ext uri="{FF2B5EF4-FFF2-40B4-BE49-F238E27FC236}">
                <a16:creationId xmlns:a16="http://schemas.microsoft.com/office/drawing/2014/main" id="{8C6E0E52-950D-824E-BBDB-0BE72099E010}"/>
              </a:ext>
            </a:extLst>
          </p:cNvPr>
          <p:cNvSpPr>
            <a:spLocks noGrp="1"/>
          </p:cNvSpPr>
          <p:nvPr>
            <p:ph type="body" sz="quarter" idx="17" hasCustomPrompt="1"/>
          </p:nvPr>
        </p:nvSpPr>
        <p:spPr>
          <a:xfrm>
            <a:off x="700088" y="4507200"/>
            <a:ext cx="5207257" cy="389064"/>
          </a:xfrm>
        </p:spPr>
        <p:txBody>
          <a:bodyPr anchor="ctr"/>
          <a:lstStyle>
            <a:lvl1pPr>
              <a:lnSpc>
                <a:spcPct val="100000"/>
              </a:lnSpc>
              <a:spcAft>
                <a:spcPts val="0"/>
              </a:spcAft>
              <a:defRPr sz="1400" b="0" i="0">
                <a:solidFill>
                  <a:schemeClr val="bg1">
                    <a:lumMod val="50000"/>
                  </a:schemeClr>
                </a:solidFill>
              </a:defRPr>
            </a:lvl1pPr>
          </a:lstStyle>
          <a:p>
            <a:pPr lvl="0"/>
            <a:r>
              <a:rPr lang="it-IT"/>
              <a:t>DATA DELLA PRESENTAZIONE</a:t>
            </a:r>
          </a:p>
        </p:txBody>
      </p:sp>
      <p:sp>
        <p:nvSpPr>
          <p:cNvPr id="10" name="Segnaposto testo 8">
            <a:extLst>
              <a:ext uri="{FF2B5EF4-FFF2-40B4-BE49-F238E27FC236}">
                <a16:creationId xmlns:a16="http://schemas.microsoft.com/office/drawing/2014/main" id="{4B5BF30A-FBFD-5A4D-9449-A606D7C87DCE}"/>
              </a:ext>
            </a:extLst>
          </p:cNvPr>
          <p:cNvSpPr>
            <a:spLocks noGrp="1"/>
          </p:cNvSpPr>
          <p:nvPr>
            <p:ph type="body" sz="quarter" idx="16" hasCustomPrompt="1"/>
          </p:nvPr>
        </p:nvSpPr>
        <p:spPr>
          <a:xfrm>
            <a:off x="702000" y="234000"/>
            <a:ext cx="5205088" cy="244800"/>
          </a:xfrm>
          <a:prstGeom prst="rect">
            <a:avLst/>
          </a:prstGeom>
        </p:spPr>
        <p:txBody>
          <a:bodyPr vert="horz" lIns="0" tIns="18000" rIns="0" bIns="0" rtlCol="0" anchor="ctr">
            <a:noAutofit/>
          </a:bodyPr>
          <a:lstStyle>
            <a:lvl1pPr marL="0" indent="0">
              <a:lnSpc>
                <a:spcPct val="100000"/>
              </a:lnSpc>
              <a:spcBef>
                <a:spcPts val="0"/>
              </a:spcBef>
              <a:spcAft>
                <a:spcPts val="0"/>
              </a:spcAft>
              <a:buNone/>
              <a:defRPr lang="it-IT" sz="1000" b="1" i="0" kern="1200" spc="0" baseline="0" dirty="0">
                <a:solidFill>
                  <a:schemeClr val="tx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it-IT"/>
              <a:t>ENGINEERING / THE DIGITAL TRANSFORMATION COMPANY</a:t>
            </a:r>
          </a:p>
        </p:txBody>
      </p:sp>
      <p:pic>
        <p:nvPicPr>
          <p:cNvPr id="4" name="Elemento grafico 3">
            <a:extLst>
              <a:ext uri="{FF2B5EF4-FFF2-40B4-BE49-F238E27FC236}">
                <a16:creationId xmlns:a16="http://schemas.microsoft.com/office/drawing/2014/main" id="{D98041B0-72D7-7CEA-8E0A-6047290AB4F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6398" y="6366807"/>
            <a:ext cx="756197" cy="237600"/>
          </a:xfrm>
          <a:prstGeom prst="rect">
            <a:avLst/>
          </a:prstGeom>
        </p:spPr>
      </p:pic>
      <p:grpSp>
        <p:nvGrpSpPr>
          <p:cNvPr id="5" name="Gruppo 4">
            <a:extLst>
              <a:ext uri="{FF2B5EF4-FFF2-40B4-BE49-F238E27FC236}">
                <a16:creationId xmlns:a16="http://schemas.microsoft.com/office/drawing/2014/main" id="{6DAD2754-F472-6D25-4351-A9668FA43829}"/>
              </a:ext>
            </a:extLst>
          </p:cNvPr>
          <p:cNvGrpSpPr/>
          <p:nvPr userDrawn="1"/>
        </p:nvGrpSpPr>
        <p:grpSpPr>
          <a:xfrm>
            <a:off x="10593600" y="6517778"/>
            <a:ext cx="1598400" cy="107722"/>
            <a:chOff x="10593600" y="6517778"/>
            <a:chExt cx="1598400" cy="107722"/>
          </a:xfrm>
        </p:grpSpPr>
        <p:sp>
          <p:nvSpPr>
            <p:cNvPr id="6" name="CasellaDiTesto 5">
              <a:extLst>
                <a:ext uri="{FF2B5EF4-FFF2-40B4-BE49-F238E27FC236}">
                  <a16:creationId xmlns:a16="http://schemas.microsoft.com/office/drawing/2014/main" id="{448A2EE2-E22F-46D3-E7EF-015C84BA3251}"/>
                </a:ext>
              </a:extLst>
            </p:cNvPr>
            <p:cNvSpPr txBox="1"/>
            <p:nvPr userDrawn="1"/>
          </p:nvSpPr>
          <p:spPr>
            <a:xfrm>
              <a:off x="10593600" y="6517778"/>
              <a:ext cx="899285" cy="107722"/>
            </a:xfrm>
            <a:prstGeom prst="rect">
              <a:avLst/>
            </a:prstGeom>
            <a:noFill/>
          </p:spPr>
          <p:txBody>
            <a:bodyPr wrap="none" lIns="0" tIns="0" rIns="0" bIns="0" rtlCol="0">
              <a:spAutoFit/>
            </a:bodyPr>
            <a:lstStyle/>
            <a:p>
              <a:pPr algn="r"/>
              <a:r>
                <a:rPr lang="it-IT" sz="700" b="0" i="0" spc="0">
                  <a:solidFill>
                    <a:schemeClr val="bg1"/>
                  </a:solidFill>
                  <a:latin typeface="+mn-lt"/>
                  <a:cs typeface="Segoe UI" panose="020B0502040204020203" pitchFamily="34" charset="0"/>
                  <a:sym typeface="Symbol"/>
                </a:rPr>
                <a:t> Engineering Group</a:t>
              </a:r>
            </a:p>
          </p:txBody>
        </p:sp>
        <p:cxnSp>
          <p:nvCxnSpPr>
            <p:cNvPr id="8" name="Connettore 1 7">
              <a:extLst>
                <a:ext uri="{FF2B5EF4-FFF2-40B4-BE49-F238E27FC236}">
                  <a16:creationId xmlns:a16="http://schemas.microsoft.com/office/drawing/2014/main" id="{443A8964-441D-271D-276A-1E066DAFD464}"/>
                </a:ext>
              </a:extLst>
            </p:cNvPr>
            <p:cNvCxnSpPr>
              <a:cxnSpLocks/>
            </p:cNvCxnSpPr>
            <p:nvPr userDrawn="1"/>
          </p:nvCxnSpPr>
          <p:spPr>
            <a:xfrm>
              <a:off x="11613824" y="6571639"/>
              <a:ext cx="578176"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933494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Night">
    <p:bg>
      <p:bgPr>
        <a:solidFill>
          <a:schemeClr val="bg2">
            <a:lumMod val="25000"/>
          </a:schemeClr>
        </a:solidFill>
        <a:effectLst/>
      </p:bgPr>
    </p:bg>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638A784B-FB55-AA91-668E-193143CBE4A5}"/>
              </a:ext>
            </a:extLst>
          </p:cNvPr>
          <p:cNvGraphicFramePr>
            <a:graphicFrameLocks noChangeAspect="1"/>
          </p:cNvGraphicFramePr>
          <p:nvPr userDrawn="1">
            <p:custDataLst>
              <p:tags r:id="rId1"/>
            </p:custDataLst>
            <p:extLst>
              <p:ext uri="{D42A27DB-BD31-4B8C-83A1-F6EECF244321}">
                <p14:modId xmlns:p14="http://schemas.microsoft.com/office/powerpoint/2010/main" val="6454143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11" name="think-cell data - do not delete" hidden="1">
                        <a:extLst>
                          <a:ext uri="{FF2B5EF4-FFF2-40B4-BE49-F238E27FC236}">
                            <a16:creationId xmlns:a16="http://schemas.microsoft.com/office/drawing/2014/main" id="{638A784B-FB55-AA91-668E-193143CBE4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Rettangolo 15">
            <a:extLst>
              <a:ext uri="{FF2B5EF4-FFF2-40B4-BE49-F238E27FC236}">
                <a16:creationId xmlns:a16="http://schemas.microsoft.com/office/drawing/2014/main" id="{96D51A1F-D87C-CE4E-A101-D2F54F2F1009}"/>
              </a:ext>
            </a:extLst>
          </p:cNvPr>
          <p:cNvSpPr/>
          <p:nvPr/>
        </p:nvSpPr>
        <p:spPr>
          <a:xfrm>
            <a:off x="-1" y="0"/>
            <a:ext cx="6096001" cy="6858000"/>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it-IT" sz="1350"/>
          </a:p>
        </p:txBody>
      </p:sp>
      <p:sp>
        <p:nvSpPr>
          <p:cNvPr id="2" name="Titolo 1">
            <a:extLst>
              <a:ext uri="{FF2B5EF4-FFF2-40B4-BE49-F238E27FC236}">
                <a16:creationId xmlns:a16="http://schemas.microsoft.com/office/drawing/2014/main" id="{B6D6D628-271E-6947-B6C7-DCCD1C38B775}"/>
              </a:ext>
            </a:extLst>
          </p:cNvPr>
          <p:cNvSpPr>
            <a:spLocks noGrp="1"/>
          </p:cNvSpPr>
          <p:nvPr>
            <p:ph type="ctrTitle" hasCustomPrompt="1"/>
          </p:nvPr>
        </p:nvSpPr>
        <p:spPr>
          <a:xfrm>
            <a:off x="700306" y="1504800"/>
            <a:ext cx="5206782" cy="1648095"/>
          </a:xfrm>
        </p:spPr>
        <p:txBody>
          <a:bodyPr vert="horz" anchor="b">
            <a:noAutofit/>
          </a:bodyPr>
          <a:lstStyle>
            <a:lvl1pPr algn="l">
              <a:defRPr sz="2600" b="1" i="0">
                <a:solidFill>
                  <a:schemeClr val="bg1"/>
                </a:solidFill>
              </a:defRPr>
            </a:lvl1pPr>
          </a:lstStyle>
          <a:p>
            <a:r>
              <a:rPr lang="en-US" err="1"/>
              <a:t>Titolo</a:t>
            </a:r>
            <a:r>
              <a:rPr lang="en-US"/>
              <a:t> </a:t>
            </a:r>
            <a:r>
              <a:rPr lang="en-US" err="1"/>
              <a:t>della</a:t>
            </a:r>
            <a:r>
              <a:rPr lang="en-US"/>
              <a:t> </a:t>
            </a:r>
            <a:r>
              <a:rPr lang="en-US" err="1"/>
              <a:t>presentazione</a:t>
            </a:r>
            <a:br>
              <a:rPr lang="en-US"/>
            </a:br>
            <a:r>
              <a:rPr lang="en-US" err="1"/>
              <a:t>CocoEng</a:t>
            </a:r>
            <a:r>
              <a:rPr lang="en-US"/>
              <a:t> 26pt</a:t>
            </a:r>
            <a:br>
              <a:rPr lang="en-US"/>
            </a:br>
            <a:r>
              <a:rPr lang="en-US"/>
              <a:t>Massimo </a:t>
            </a:r>
            <a:r>
              <a:rPr lang="en-US" err="1"/>
              <a:t>tre</a:t>
            </a:r>
            <a:r>
              <a:rPr lang="en-US"/>
              <a:t> </a:t>
            </a:r>
            <a:r>
              <a:rPr lang="en-US" err="1"/>
              <a:t>righe</a:t>
            </a:r>
            <a:endParaRPr lang="it-IT"/>
          </a:p>
        </p:txBody>
      </p:sp>
      <p:sp>
        <p:nvSpPr>
          <p:cNvPr id="3" name="Sottotitolo 2">
            <a:extLst>
              <a:ext uri="{FF2B5EF4-FFF2-40B4-BE49-F238E27FC236}">
                <a16:creationId xmlns:a16="http://schemas.microsoft.com/office/drawing/2014/main" id="{51A4F422-9705-8546-889B-A7924D8B125C}"/>
              </a:ext>
            </a:extLst>
          </p:cNvPr>
          <p:cNvSpPr>
            <a:spLocks noGrp="1"/>
          </p:cNvSpPr>
          <p:nvPr>
            <p:ph type="subTitle" idx="1" hasCustomPrompt="1"/>
          </p:nvPr>
        </p:nvSpPr>
        <p:spPr>
          <a:xfrm>
            <a:off x="700306" y="3222000"/>
            <a:ext cx="5206782" cy="1249080"/>
          </a:xfrm>
          <a:prstGeom prst="rect">
            <a:avLst/>
          </a:prstGeom>
        </p:spPr>
        <p:txBody>
          <a:bodyPr>
            <a:noAutofit/>
          </a:bodyPr>
          <a:lstStyle>
            <a:lvl1pPr marL="0" indent="0" algn="l" defTabSz="914248" rtl="0" eaLnBrk="1" latinLnBrk="0" hangingPunct="1">
              <a:lnSpc>
                <a:spcPct val="110000"/>
              </a:lnSpc>
              <a:spcBef>
                <a:spcPts val="0"/>
              </a:spcBef>
              <a:spcAft>
                <a:spcPts val="0"/>
              </a:spcAft>
              <a:buClr>
                <a:schemeClr val="accent1"/>
              </a:buClr>
              <a:buSzPct val="100000"/>
              <a:buFont typeface="Symbol" panose="05050102010706020507" pitchFamily="18" charset="2"/>
              <a:buNone/>
              <a:defRPr lang="it-IT" sz="1400" b="0" i="0" kern="1200" spc="0" baseline="0" dirty="0">
                <a:solidFill>
                  <a:schemeClr val="bg1">
                    <a:alpha val="75000"/>
                  </a:schemeClr>
                </a:solidFill>
                <a:latin typeface="+mn-lt"/>
                <a:ea typeface="+mn-ea"/>
                <a:cs typeface="Segoe UI" panose="020B0502040204020203" pitchFamily="34" charset="0"/>
              </a:defRPr>
            </a:lvl1pPr>
            <a:lvl2pPr marL="457124" indent="0" algn="ctr">
              <a:buNone/>
              <a:defRPr sz="2000"/>
            </a:lvl2pPr>
            <a:lvl3pPr marL="914248" indent="0" algn="ctr">
              <a:buNone/>
              <a:defRPr sz="1800"/>
            </a:lvl3pPr>
            <a:lvl4pPr marL="1371371" indent="0" algn="ctr">
              <a:buNone/>
              <a:defRPr sz="1600"/>
            </a:lvl4pPr>
            <a:lvl5pPr marL="1828495" indent="0" algn="ctr">
              <a:buNone/>
              <a:defRPr sz="1600"/>
            </a:lvl5pPr>
            <a:lvl6pPr marL="2285619" indent="0" algn="ctr">
              <a:buNone/>
              <a:defRPr sz="1600"/>
            </a:lvl6pPr>
            <a:lvl7pPr marL="2742743" indent="0" algn="ctr">
              <a:buNone/>
              <a:defRPr sz="1600"/>
            </a:lvl7pPr>
            <a:lvl8pPr marL="3199866" indent="0" algn="ctr">
              <a:buNone/>
              <a:defRPr sz="1600"/>
            </a:lvl8pPr>
            <a:lvl9pPr marL="3656991" indent="0" algn="ctr">
              <a:buNone/>
              <a:defRPr sz="1600"/>
            </a:lvl9pPr>
          </a:lstStyle>
          <a:p>
            <a:r>
              <a:rPr lang="en-US" err="1"/>
              <a:t>Sottotitolo</a:t>
            </a:r>
            <a:r>
              <a:rPr lang="en-US"/>
              <a:t> </a:t>
            </a:r>
            <a:r>
              <a:rPr lang="en-US" err="1"/>
              <a:t>della</a:t>
            </a:r>
            <a:r>
              <a:rPr lang="en-US"/>
              <a:t> </a:t>
            </a:r>
            <a:r>
              <a:rPr lang="en-US" err="1"/>
              <a:t>presentazione</a:t>
            </a:r>
            <a:br>
              <a:rPr lang="en-US"/>
            </a:br>
            <a:r>
              <a:rPr lang="en-US" err="1"/>
              <a:t>CocoEng</a:t>
            </a:r>
            <a:r>
              <a:rPr lang="en-US"/>
              <a:t> 14pt</a:t>
            </a:r>
            <a:br>
              <a:rPr lang="en-US"/>
            </a:br>
            <a:r>
              <a:rPr lang="en-US"/>
              <a:t>Massimo </a:t>
            </a:r>
            <a:r>
              <a:rPr lang="en-US" err="1"/>
              <a:t>tre</a:t>
            </a:r>
            <a:r>
              <a:rPr lang="en-US"/>
              <a:t> </a:t>
            </a:r>
            <a:r>
              <a:rPr lang="en-US" err="1"/>
              <a:t>righe</a:t>
            </a:r>
            <a:endParaRPr lang="it-IT"/>
          </a:p>
        </p:txBody>
      </p:sp>
      <p:sp>
        <p:nvSpPr>
          <p:cNvPr id="18" name="Rettangolo 17">
            <a:extLst>
              <a:ext uri="{FF2B5EF4-FFF2-40B4-BE49-F238E27FC236}">
                <a16:creationId xmlns:a16="http://schemas.microsoft.com/office/drawing/2014/main" id="{3C9D372B-3279-A144-B086-F281C7C5118C}"/>
              </a:ext>
            </a:extLst>
          </p:cNvPr>
          <p:cNvSpPr/>
          <p:nvPr/>
        </p:nvSpPr>
        <p:spPr>
          <a:xfrm>
            <a:off x="0" y="234001"/>
            <a:ext cx="251999" cy="251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0" spc="0"/>
          </a:p>
        </p:txBody>
      </p:sp>
      <p:sp>
        <p:nvSpPr>
          <p:cNvPr id="7" name="Segnaposto testo 6">
            <a:extLst>
              <a:ext uri="{FF2B5EF4-FFF2-40B4-BE49-F238E27FC236}">
                <a16:creationId xmlns:a16="http://schemas.microsoft.com/office/drawing/2014/main" id="{8C6E0E52-950D-824E-BBDB-0BE72099E010}"/>
              </a:ext>
            </a:extLst>
          </p:cNvPr>
          <p:cNvSpPr>
            <a:spLocks noGrp="1"/>
          </p:cNvSpPr>
          <p:nvPr>
            <p:ph type="body" sz="quarter" idx="17" hasCustomPrompt="1"/>
          </p:nvPr>
        </p:nvSpPr>
        <p:spPr>
          <a:xfrm>
            <a:off x="700088" y="4507200"/>
            <a:ext cx="5207257" cy="389064"/>
          </a:xfrm>
        </p:spPr>
        <p:txBody>
          <a:bodyPr anchor="ctr"/>
          <a:lstStyle>
            <a:lvl1pPr>
              <a:lnSpc>
                <a:spcPct val="100000"/>
              </a:lnSpc>
              <a:spcAft>
                <a:spcPts val="0"/>
              </a:spcAft>
              <a:defRPr sz="1400" b="0" i="0">
                <a:solidFill>
                  <a:schemeClr val="bg1">
                    <a:lumMod val="50000"/>
                  </a:schemeClr>
                </a:solidFill>
              </a:defRPr>
            </a:lvl1pPr>
          </a:lstStyle>
          <a:p>
            <a:pPr lvl="0"/>
            <a:r>
              <a:rPr lang="it-IT"/>
              <a:t>DATA DELLA PRESENTAZIONE</a:t>
            </a:r>
          </a:p>
        </p:txBody>
      </p:sp>
      <p:sp>
        <p:nvSpPr>
          <p:cNvPr id="10" name="Segnaposto testo 8">
            <a:extLst>
              <a:ext uri="{FF2B5EF4-FFF2-40B4-BE49-F238E27FC236}">
                <a16:creationId xmlns:a16="http://schemas.microsoft.com/office/drawing/2014/main" id="{4B5BF30A-FBFD-5A4D-9449-A606D7C87DCE}"/>
              </a:ext>
            </a:extLst>
          </p:cNvPr>
          <p:cNvSpPr>
            <a:spLocks noGrp="1"/>
          </p:cNvSpPr>
          <p:nvPr>
            <p:ph type="body" sz="quarter" idx="16" hasCustomPrompt="1"/>
          </p:nvPr>
        </p:nvSpPr>
        <p:spPr>
          <a:xfrm>
            <a:off x="702000" y="234000"/>
            <a:ext cx="5205088" cy="244800"/>
          </a:xfrm>
          <a:prstGeom prst="rect">
            <a:avLst/>
          </a:prstGeom>
        </p:spPr>
        <p:txBody>
          <a:bodyPr vert="horz" lIns="0" tIns="18000" rIns="0" bIns="0" rtlCol="0" anchor="ctr">
            <a:noAutofit/>
          </a:bodyPr>
          <a:lstStyle>
            <a:lvl1pPr marL="0" indent="0">
              <a:lnSpc>
                <a:spcPct val="100000"/>
              </a:lnSpc>
              <a:spcBef>
                <a:spcPts val="0"/>
              </a:spcBef>
              <a:spcAft>
                <a:spcPts val="0"/>
              </a:spcAft>
              <a:buNone/>
              <a:defRPr lang="it-IT" sz="1000" b="1" i="0" kern="1200" spc="0" baseline="0" dirty="0">
                <a:solidFill>
                  <a:schemeClr val="bg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it-IT"/>
              <a:t>ENGINEERING / THE DIGITAL TRANSFORMATION COMPANY</a:t>
            </a:r>
          </a:p>
        </p:txBody>
      </p:sp>
      <p:pic>
        <p:nvPicPr>
          <p:cNvPr id="4" name="Elemento grafico 3">
            <a:extLst>
              <a:ext uri="{FF2B5EF4-FFF2-40B4-BE49-F238E27FC236}">
                <a16:creationId xmlns:a16="http://schemas.microsoft.com/office/drawing/2014/main" id="{D98041B0-72D7-7CEA-8E0A-6047290AB4F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6398" y="6366807"/>
            <a:ext cx="756197" cy="237600"/>
          </a:xfrm>
          <a:prstGeom prst="rect">
            <a:avLst/>
          </a:prstGeom>
        </p:spPr>
      </p:pic>
      <p:grpSp>
        <p:nvGrpSpPr>
          <p:cNvPr id="5" name="Gruppo 4">
            <a:extLst>
              <a:ext uri="{FF2B5EF4-FFF2-40B4-BE49-F238E27FC236}">
                <a16:creationId xmlns:a16="http://schemas.microsoft.com/office/drawing/2014/main" id="{095E000E-1DAD-2DE7-CF31-1EF7BA4FCBDD}"/>
              </a:ext>
            </a:extLst>
          </p:cNvPr>
          <p:cNvGrpSpPr/>
          <p:nvPr userDrawn="1"/>
        </p:nvGrpSpPr>
        <p:grpSpPr>
          <a:xfrm>
            <a:off x="10593600" y="6517778"/>
            <a:ext cx="1598400" cy="107722"/>
            <a:chOff x="10593600" y="6517778"/>
            <a:chExt cx="1598400" cy="107722"/>
          </a:xfrm>
        </p:grpSpPr>
        <p:sp>
          <p:nvSpPr>
            <p:cNvPr id="6" name="CasellaDiTesto 5">
              <a:extLst>
                <a:ext uri="{FF2B5EF4-FFF2-40B4-BE49-F238E27FC236}">
                  <a16:creationId xmlns:a16="http://schemas.microsoft.com/office/drawing/2014/main" id="{9C3BAE6F-62E8-B39A-674F-9FD284C929B9}"/>
                </a:ext>
              </a:extLst>
            </p:cNvPr>
            <p:cNvSpPr txBox="1"/>
            <p:nvPr userDrawn="1"/>
          </p:nvSpPr>
          <p:spPr>
            <a:xfrm>
              <a:off x="10593600" y="6517778"/>
              <a:ext cx="899285" cy="107722"/>
            </a:xfrm>
            <a:prstGeom prst="rect">
              <a:avLst/>
            </a:prstGeom>
            <a:noFill/>
          </p:spPr>
          <p:txBody>
            <a:bodyPr wrap="none" lIns="0" tIns="0" rIns="0" bIns="0" rtlCol="0">
              <a:spAutoFit/>
            </a:bodyPr>
            <a:lstStyle/>
            <a:p>
              <a:pPr algn="r"/>
              <a:r>
                <a:rPr lang="it-IT" sz="700" b="0" i="0" spc="0">
                  <a:solidFill>
                    <a:schemeClr val="bg1"/>
                  </a:solidFill>
                  <a:latin typeface="+mn-lt"/>
                  <a:cs typeface="Segoe UI" panose="020B0502040204020203" pitchFamily="34" charset="0"/>
                  <a:sym typeface="Symbol"/>
                </a:rPr>
                <a:t> Engineering Group</a:t>
              </a:r>
            </a:p>
          </p:txBody>
        </p:sp>
        <p:cxnSp>
          <p:nvCxnSpPr>
            <p:cNvPr id="8" name="Connettore 1 7">
              <a:extLst>
                <a:ext uri="{FF2B5EF4-FFF2-40B4-BE49-F238E27FC236}">
                  <a16:creationId xmlns:a16="http://schemas.microsoft.com/office/drawing/2014/main" id="{50A08DAA-2F72-9029-264E-3A239325A4CD}"/>
                </a:ext>
              </a:extLst>
            </p:cNvPr>
            <p:cNvCxnSpPr>
              <a:cxnSpLocks/>
            </p:cNvCxnSpPr>
            <p:nvPr userDrawn="1"/>
          </p:nvCxnSpPr>
          <p:spPr>
            <a:xfrm>
              <a:off x="11613824" y="6571639"/>
              <a:ext cx="578176"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506474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Night Alternative">
    <p:bg>
      <p:bgPr>
        <a:solidFill>
          <a:schemeClr val="bg2">
            <a:lumMod val="25000"/>
          </a:schemeClr>
        </a:solidFill>
        <a:effectLst/>
      </p:bgPr>
    </p:bg>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226CF31C-6BD8-5D0E-9F57-44B160609459}"/>
              </a:ext>
            </a:extLst>
          </p:cNvPr>
          <p:cNvGraphicFramePr>
            <a:graphicFrameLocks noChangeAspect="1"/>
          </p:cNvGraphicFramePr>
          <p:nvPr userDrawn="1">
            <p:custDataLst>
              <p:tags r:id="rId1"/>
            </p:custDataLst>
            <p:extLst>
              <p:ext uri="{D42A27DB-BD31-4B8C-83A1-F6EECF244321}">
                <p14:modId xmlns:p14="http://schemas.microsoft.com/office/powerpoint/2010/main" val="37510611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11" name="think-cell data - do not delete" hidden="1">
                        <a:extLst>
                          <a:ext uri="{FF2B5EF4-FFF2-40B4-BE49-F238E27FC236}">
                            <a16:creationId xmlns:a16="http://schemas.microsoft.com/office/drawing/2014/main" id="{226CF31C-6BD8-5D0E-9F57-44B16060945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Rettangolo 15">
            <a:extLst>
              <a:ext uri="{FF2B5EF4-FFF2-40B4-BE49-F238E27FC236}">
                <a16:creationId xmlns:a16="http://schemas.microsoft.com/office/drawing/2014/main" id="{96D51A1F-D87C-CE4E-A101-D2F54F2F1009}"/>
              </a:ext>
            </a:extLst>
          </p:cNvPr>
          <p:cNvSpPr/>
          <p:nvPr/>
        </p:nvSpPr>
        <p:spPr>
          <a:xfrm>
            <a:off x="-1" y="0"/>
            <a:ext cx="60960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it-IT" sz="1350"/>
          </a:p>
        </p:txBody>
      </p:sp>
      <p:sp>
        <p:nvSpPr>
          <p:cNvPr id="2" name="Titolo 1">
            <a:extLst>
              <a:ext uri="{FF2B5EF4-FFF2-40B4-BE49-F238E27FC236}">
                <a16:creationId xmlns:a16="http://schemas.microsoft.com/office/drawing/2014/main" id="{B6D6D628-271E-6947-B6C7-DCCD1C38B775}"/>
              </a:ext>
            </a:extLst>
          </p:cNvPr>
          <p:cNvSpPr>
            <a:spLocks noGrp="1"/>
          </p:cNvSpPr>
          <p:nvPr>
            <p:ph type="ctrTitle" hasCustomPrompt="1"/>
          </p:nvPr>
        </p:nvSpPr>
        <p:spPr>
          <a:xfrm>
            <a:off x="700306" y="1504800"/>
            <a:ext cx="5206782" cy="1648095"/>
          </a:xfrm>
        </p:spPr>
        <p:txBody>
          <a:bodyPr vert="horz" anchor="b">
            <a:noAutofit/>
          </a:bodyPr>
          <a:lstStyle>
            <a:lvl1pPr algn="l">
              <a:defRPr sz="2600" b="1" i="0">
                <a:solidFill>
                  <a:schemeClr val="bg1"/>
                </a:solidFill>
              </a:defRPr>
            </a:lvl1pPr>
          </a:lstStyle>
          <a:p>
            <a:r>
              <a:rPr lang="en-US" err="1"/>
              <a:t>Titolo</a:t>
            </a:r>
            <a:r>
              <a:rPr lang="en-US"/>
              <a:t> </a:t>
            </a:r>
            <a:r>
              <a:rPr lang="en-US" err="1"/>
              <a:t>della</a:t>
            </a:r>
            <a:r>
              <a:rPr lang="en-US"/>
              <a:t> </a:t>
            </a:r>
            <a:r>
              <a:rPr lang="en-US" err="1"/>
              <a:t>presentazione</a:t>
            </a:r>
            <a:br>
              <a:rPr lang="en-US"/>
            </a:br>
            <a:r>
              <a:rPr lang="en-US" err="1"/>
              <a:t>CocoEng</a:t>
            </a:r>
            <a:r>
              <a:rPr lang="en-US"/>
              <a:t> 26pt</a:t>
            </a:r>
            <a:br>
              <a:rPr lang="en-US"/>
            </a:br>
            <a:r>
              <a:rPr lang="en-US"/>
              <a:t>Massimo </a:t>
            </a:r>
            <a:r>
              <a:rPr lang="en-US" err="1"/>
              <a:t>tre</a:t>
            </a:r>
            <a:r>
              <a:rPr lang="en-US"/>
              <a:t> </a:t>
            </a:r>
            <a:r>
              <a:rPr lang="en-US" err="1"/>
              <a:t>righe</a:t>
            </a:r>
            <a:endParaRPr lang="it-IT"/>
          </a:p>
        </p:txBody>
      </p:sp>
      <p:sp>
        <p:nvSpPr>
          <p:cNvPr id="3" name="Sottotitolo 2">
            <a:extLst>
              <a:ext uri="{FF2B5EF4-FFF2-40B4-BE49-F238E27FC236}">
                <a16:creationId xmlns:a16="http://schemas.microsoft.com/office/drawing/2014/main" id="{51A4F422-9705-8546-889B-A7924D8B125C}"/>
              </a:ext>
            </a:extLst>
          </p:cNvPr>
          <p:cNvSpPr>
            <a:spLocks noGrp="1"/>
          </p:cNvSpPr>
          <p:nvPr>
            <p:ph type="subTitle" idx="1" hasCustomPrompt="1"/>
          </p:nvPr>
        </p:nvSpPr>
        <p:spPr>
          <a:xfrm>
            <a:off x="700306" y="3222000"/>
            <a:ext cx="5206782" cy="1249080"/>
          </a:xfrm>
          <a:prstGeom prst="rect">
            <a:avLst/>
          </a:prstGeom>
        </p:spPr>
        <p:txBody>
          <a:bodyPr>
            <a:noAutofit/>
          </a:bodyPr>
          <a:lstStyle>
            <a:lvl1pPr marL="0" indent="0" algn="l" defTabSz="914248" rtl="0" eaLnBrk="1" latinLnBrk="0" hangingPunct="1">
              <a:lnSpc>
                <a:spcPct val="110000"/>
              </a:lnSpc>
              <a:spcBef>
                <a:spcPts val="0"/>
              </a:spcBef>
              <a:spcAft>
                <a:spcPts val="0"/>
              </a:spcAft>
              <a:buClr>
                <a:schemeClr val="accent1"/>
              </a:buClr>
              <a:buSzPct val="100000"/>
              <a:buFont typeface="Symbol" panose="05050102010706020507" pitchFamily="18" charset="2"/>
              <a:buNone/>
              <a:defRPr lang="it-IT" sz="1400" b="0" i="0" kern="1200" spc="0" baseline="0" dirty="0">
                <a:solidFill>
                  <a:schemeClr val="bg1">
                    <a:alpha val="75000"/>
                  </a:schemeClr>
                </a:solidFill>
                <a:latin typeface="+mn-lt"/>
                <a:ea typeface="+mn-ea"/>
                <a:cs typeface="Segoe UI" panose="020B0502040204020203" pitchFamily="34" charset="0"/>
              </a:defRPr>
            </a:lvl1pPr>
            <a:lvl2pPr marL="457124" indent="0" algn="ctr">
              <a:buNone/>
              <a:defRPr sz="2000"/>
            </a:lvl2pPr>
            <a:lvl3pPr marL="914248" indent="0" algn="ctr">
              <a:buNone/>
              <a:defRPr sz="1800"/>
            </a:lvl3pPr>
            <a:lvl4pPr marL="1371371" indent="0" algn="ctr">
              <a:buNone/>
              <a:defRPr sz="1600"/>
            </a:lvl4pPr>
            <a:lvl5pPr marL="1828495" indent="0" algn="ctr">
              <a:buNone/>
              <a:defRPr sz="1600"/>
            </a:lvl5pPr>
            <a:lvl6pPr marL="2285619" indent="0" algn="ctr">
              <a:buNone/>
              <a:defRPr sz="1600"/>
            </a:lvl6pPr>
            <a:lvl7pPr marL="2742743" indent="0" algn="ctr">
              <a:buNone/>
              <a:defRPr sz="1600"/>
            </a:lvl7pPr>
            <a:lvl8pPr marL="3199866" indent="0" algn="ctr">
              <a:buNone/>
              <a:defRPr sz="1600"/>
            </a:lvl8pPr>
            <a:lvl9pPr marL="3656991" indent="0" algn="ctr">
              <a:buNone/>
              <a:defRPr sz="1600"/>
            </a:lvl9pPr>
          </a:lstStyle>
          <a:p>
            <a:r>
              <a:rPr lang="en-US" err="1"/>
              <a:t>Sottotitolo</a:t>
            </a:r>
            <a:r>
              <a:rPr lang="en-US"/>
              <a:t> </a:t>
            </a:r>
            <a:r>
              <a:rPr lang="en-US" err="1"/>
              <a:t>della</a:t>
            </a:r>
            <a:r>
              <a:rPr lang="en-US"/>
              <a:t> </a:t>
            </a:r>
            <a:r>
              <a:rPr lang="en-US" err="1"/>
              <a:t>presentazione</a:t>
            </a:r>
            <a:br>
              <a:rPr lang="en-US"/>
            </a:br>
            <a:r>
              <a:rPr lang="en-US" err="1"/>
              <a:t>CocoEng</a:t>
            </a:r>
            <a:r>
              <a:rPr lang="en-US"/>
              <a:t> 14pt</a:t>
            </a:r>
            <a:br>
              <a:rPr lang="en-US"/>
            </a:br>
            <a:r>
              <a:rPr lang="en-US"/>
              <a:t>Massimo </a:t>
            </a:r>
            <a:r>
              <a:rPr lang="en-US" err="1"/>
              <a:t>tre</a:t>
            </a:r>
            <a:r>
              <a:rPr lang="en-US"/>
              <a:t> </a:t>
            </a:r>
            <a:r>
              <a:rPr lang="en-US" err="1"/>
              <a:t>righe</a:t>
            </a:r>
            <a:endParaRPr lang="it-IT"/>
          </a:p>
        </p:txBody>
      </p:sp>
      <p:sp>
        <p:nvSpPr>
          <p:cNvPr id="18" name="Rettangolo 17">
            <a:extLst>
              <a:ext uri="{FF2B5EF4-FFF2-40B4-BE49-F238E27FC236}">
                <a16:creationId xmlns:a16="http://schemas.microsoft.com/office/drawing/2014/main" id="{3C9D372B-3279-A144-B086-F281C7C5118C}"/>
              </a:ext>
            </a:extLst>
          </p:cNvPr>
          <p:cNvSpPr/>
          <p:nvPr/>
        </p:nvSpPr>
        <p:spPr>
          <a:xfrm>
            <a:off x="0" y="234001"/>
            <a:ext cx="251999" cy="251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0" spc="0"/>
          </a:p>
        </p:txBody>
      </p:sp>
      <p:sp>
        <p:nvSpPr>
          <p:cNvPr id="7" name="Segnaposto testo 6">
            <a:extLst>
              <a:ext uri="{FF2B5EF4-FFF2-40B4-BE49-F238E27FC236}">
                <a16:creationId xmlns:a16="http://schemas.microsoft.com/office/drawing/2014/main" id="{8C6E0E52-950D-824E-BBDB-0BE72099E010}"/>
              </a:ext>
            </a:extLst>
          </p:cNvPr>
          <p:cNvSpPr>
            <a:spLocks noGrp="1"/>
          </p:cNvSpPr>
          <p:nvPr>
            <p:ph type="body" sz="quarter" idx="17" hasCustomPrompt="1"/>
          </p:nvPr>
        </p:nvSpPr>
        <p:spPr>
          <a:xfrm>
            <a:off x="700088" y="4507200"/>
            <a:ext cx="5207257" cy="389064"/>
          </a:xfrm>
        </p:spPr>
        <p:txBody>
          <a:bodyPr anchor="ctr"/>
          <a:lstStyle>
            <a:lvl1pPr>
              <a:lnSpc>
                <a:spcPct val="100000"/>
              </a:lnSpc>
              <a:spcAft>
                <a:spcPts val="0"/>
              </a:spcAft>
              <a:defRPr sz="1400" b="0" i="0">
                <a:solidFill>
                  <a:schemeClr val="bg1">
                    <a:lumMod val="50000"/>
                  </a:schemeClr>
                </a:solidFill>
              </a:defRPr>
            </a:lvl1pPr>
          </a:lstStyle>
          <a:p>
            <a:pPr lvl="0"/>
            <a:r>
              <a:rPr lang="it-IT"/>
              <a:t>DATA DELLA PRESENTAZIONE</a:t>
            </a:r>
          </a:p>
        </p:txBody>
      </p:sp>
      <p:sp>
        <p:nvSpPr>
          <p:cNvPr id="10" name="Segnaposto testo 8">
            <a:extLst>
              <a:ext uri="{FF2B5EF4-FFF2-40B4-BE49-F238E27FC236}">
                <a16:creationId xmlns:a16="http://schemas.microsoft.com/office/drawing/2014/main" id="{4B5BF30A-FBFD-5A4D-9449-A606D7C87DCE}"/>
              </a:ext>
            </a:extLst>
          </p:cNvPr>
          <p:cNvSpPr>
            <a:spLocks noGrp="1"/>
          </p:cNvSpPr>
          <p:nvPr>
            <p:ph type="body" sz="quarter" idx="16" hasCustomPrompt="1"/>
          </p:nvPr>
        </p:nvSpPr>
        <p:spPr>
          <a:xfrm>
            <a:off x="702000" y="234000"/>
            <a:ext cx="5205088" cy="244800"/>
          </a:xfrm>
          <a:prstGeom prst="rect">
            <a:avLst/>
          </a:prstGeom>
        </p:spPr>
        <p:txBody>
          <a:bodyPr vert="horz" lIns="0" tIns="18000" rIns="0" bIns="0" rtlCol="0" anchor="ctr">
            <a:noAutofit/>
          </a:bodyPr>
          <a:lstStyle>
            <a:lvl1pPr marL="0" indent="0">
              <a:lnSpc>
                <a:spcPct val="100000"/>
              </a:lnSpc>
              <a:spcBef>
                <a:spcPts val="0"/>
              </a:spcBef>
              <a:spcAft>
                <a:spcPts val="0"/>
              </a:spcAft>
              <a:buNone/>
              <a:defRPr lang="it-IT" sz="1000" b="1" i="0" kern="1200" spc="0" baseline="0" dirty="0">
                <a:solidFill>
                  <a:schemeClr val="bg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it-IT"/>
              <a:t>ENGINEERING / THE DIGITAL TRANSFORMATION COMPANY</a:t>
            </a:r>
          </a:p>
        </p:txBody>
      </p:sp>
      <p:pic>
        <p:nvPicPr>
          <p:cNvPr id="4" name="Elemento grafico 3">
            <a:extLst>
              <a:ext uri="{FF2B5EF4-FFF2-40B4-BE49-F238E27FC236}">
                <a16:creationId xmlns:a16="http://schemas.microsoft.com/office/drawing/2014/main" id="{D98041B0-72D7-7CEA-8E0A-6047290AB4F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6398" y="6366807"/>
            <a:ext cx="756197" cy="237600"/>
          </a:xfrm>
          <a:prstGeom prst="rect">
            <a:avLst/>
          </a:prstGeom>
        </p:spPr>
      </p:pic>
      <p:grpSp>
        <p:nvGrpSpPr>
          <p:cNvPr id="5" name="Gruppo 4">
            <a:extLst>
              <a:ext uri="{FF2B5EF4-FFF2-40B4-BE49-F238E27FC236}">
                <a16:creationId xmlns:a16="http://schemas.microsoft.com/office/drawing/2014/main" id="{731A7C07-E64D-DB97-84C0-6DF030E1EDAD}"/>
              </a:ext>
            </a:extLst>
          </p:cNvPr>
          <p:cNvGrpSpPr/>
          <p:nvPr userDrawn="1"/>
        </p:nvGrpSpPr>
        <p:grpSpPr>
          <a:xfrm>
            <a:off x="10593600" y="6517778"/>
            <a:ext cx="1598400" cy="107722"/>
            <a:chOff x="10593600" y="6517778"/>
            <a:chExt cx="1598400" cy="107722"/>
          </a:xfrm>
        </p:grpSpPr>
        <p:sp>
          <p:nvSpPr>
            <p:cNvPr id="6" name="CasellaDiTesto 5">
              <a:extLst>
                <a:ext uri="{FF2B5EF4-FFF2-40B4-BE49-F238E27FC236}">
                  <a16:creationId xmlns:a16="http://schemas.microsoft.com/office/drawing/2014/main" id="{FB02E189-C1A5-A9F6-6E54-9C5CB1CE9B79}"/>
                </a:ext>
              </a:extLst>
            </p:cNvPr>
            <p:cNvSpPr txBox="1"/>
            <p:nvPr userDrawn="1"/>
          </p:nvSpPr>
          <p:spPr>
            <a:xfrm>
              <a:off x="10593600" y="6517778"/>
              <a:ext cx="899285" cy="107722"/>
            </a:xfrm>
            <a:prstGeom prst="rect">
              <a:avLst/>
            </a:prstGeom>
            <a:noFill/>
          </p:spPr>
          <p:txBody>
            <a:bodyPr wrap="none" lIns="0" tIns="0" rIns="0" bIns="0" rtlCol="0">
              <a:spAutoFit/>
            </a:bodyPr>
            <a:lstStyle/>
            <a:p>
              <a:pPr algn="r"/>
              <a:r>
                <a:rPr lang="it-IT" sz="700" b="0" i="0" spc="0">
                  <a:solidFill>
                    <a:schemeClr val="bg1"/>
                  </a:solidFill>
                  <a:latin typeface="+mn-lt"/>
                  <a:cs typeface="Segoe UI" panose="020B0502040204020203" pitchFamily="34" charset="0"/>
                  <a:sym typeface="Symbol"/>
                </a:rPr>
                <a:t> Engineering Group</a:t>
              </a:r>
            </a:p>
          </p:txBody>
        </p:sp>
        <p:cxnSp>
          <p:nvCxnSpPr>
            <p:cNvPr id="8" name="Connettore 1 7">
              <a:extLst>
                <a:ext uri="{FF2B5EF4-FFF2-40B4-BE49-F238E27FC236}">
                  <a16:creationId xmlns:a16="http://schemas.microsoft.com/office/drawing/2014/main" id="{926CFD07-6384-7982-270D-397ABD67B240}"/>
                </a:ext>
              </a:extLst>
            </p:cNvPr>
            <p:cNvCxnSpPr>
              <a:cxnSpLocks/>
            </p:cNvCxnSpPr>
            <p:nvPr userDrawn="1"/>
          </p:nvCxnSpPr>
          <p:spPr>
            <a:xfrm>
              <a:off x="11613824" y="6571639"/>
              <a:ext cx="578176"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526900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inale">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7F0D0F7F-4A69-B922-6AB2-7F62EBD9F509}"/>
              </a:ext>
            </a:extLst>
          </p:cNvPr>
          <p:cNvGraphicFramePr>
            <a:graphicFrameLocks noChangeAspect="1"/>
          </p:cNvGraphicFramePr>
          <p:nvPr userDrawn="1">
            <p:custDataLst>
              <p:tags r:id="rId1"/>
            </p:custDataLst>
            <p:extLst>
              <p:ext uri="{D42A27DB-BD31-4B8C-83A1-F6EECF244321}">
                <p14:modId xmlns:p14="http://schemas.microsoft.com/office/powerpoint/2010/main" val="24749027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11" name="think-cell data - do not delete" hidden="1">
                        <a:extLst>
                          <a:ext uri="{FF2B5EF4-FFF2-40B4-BE49-F238E27FC236}">
                            <a16:creationId xmlns:a16="http://schemas.microsoft.com/office/drawing/2014/main" id="{7F0D0F7F-4A69-B922-6AB2-7F62EBD9F50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ttangolo 3">
            <a:extLst>
              <a:ext uri="{FF2B5EF4-FFF2-40B4-BE49-F238E27FC236}">
                <a16:creationId xmlns:a16="http://schemas.microsoft.com/office/drawing/2014/main" id="{CEF98590-1D17-30B8-BD30-E88ADC1E90A4}"/>
              </a:ext>
            </a:extLst>
          </p:cNvPr>
          <p:cNvSpPr/>
          <p:nvPr userDrawn="1"/>
        </p:nvSpPr>
        <p:spPr>
          <a:xfrm>
            <a:off x="-1" y="0"/>
            <a:ext cx="60960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it-IT" sz="1350"/>
          </a:p>
        </p:txBody>
      </p:sp>
      <p:sp>
        <p:nvSpPr>
          <p:cNvPr id="9" name="Segnaposto immagine 12">
            <a:extLst>
              <a:ext uri="{FF2B5EF4-FFF2-40B4-BE49-F238E27FC236}">
                <a16:creationId xmlns:a16="http://schemas.microsoft.com/office/drawing/2014/main" id="{8EE47252-3C97-9F17-B02C-A5D421B7C5E7}"/>
              </a:ext>
            </a:extLst>
          </p:cNvPr>
          <p:cNvSpPr>
            <a:spLocks noGrp="1"/>
          </p:cNvSpPr>
          <p:nvPr>
            <p:ph type="pic" sz="quarter" idx="11" hasCustomPrompt="1"/>
          </p:nvPr>
        </p:nvSpPr>
        <p:spPr>
          <a:xfrm>
            <a:off x="6095999" y="0"/>
            <a:ext cx="6111325" cy="6858000"/>
          </a:xfrm>
          <a:prstGeom prst="rect">
            <a:avLst/>
          </a:prstGeom>
          <a:solidFill>
            <a:schemeClr val="accent6">
              <a:lumMod val="20000"/>
              <a:lumOff val="80000"/>
            </a:schemeClr>
          </a:solidFill>
        </p:spPr>
        <p:txBody>
          <a:bodyPr wrap="square" anchor="ctr">
            <a:noAutofit/>
          </a:bodyPr>
          <a:lstStyle>
            <a:lvl1pPr marL="0" indent="0" algn="ctr">
              <a:buFont typeface="Arial" panose="020B0604020202020204" pitchFamily="34" charset="0"/>
              <a:buNone/>
              <a:defRPr b="0" i="0">
                <a:solidFill>
                  <a:schemeClr val="accent6"/>
                </a:solidFill>
              </a:defRPr>
            </a:lvl1pPr>
          </a:lstStyle>
          <a:p>
            <a:r>
              <a:rPr lang="it-IT"/>
              <a:t>Trascina un'immagine o fai click sull'icona</a:t>
            </a:r>
          </a:p>
        </p:txBody>
      </p:sp>
      <p:sp>
        <p:nvSpPr>
          <p:cNvPr id="14" name="Segnaposto immagine 4">
            <a:extLst>
              <a:ext uri="{FF2B5EF4-FFF2-40B4-BE49-F238E27FC236}">
                <a16:creationId xmlns:a16="http://schemas.microsoft.com/office/drawing/2014/main" id="{1D136D0A-337C-8446-9C9F-56582EF261A3}"/>
              </a:ext>
            </a:extLst>
          </p:cNvPr>
          <p:cNvSpPr>
            <a:spLocks noGrp="1"/>
          </p:cNvSpPr>
          <p:nvPr>
            <p:ph type="pic" sz="quarter" idx="12" hasCustomPrompt="1"/>
          </p:nvPr>
        </p:nvSpPr>
        <p:spPr>
          <a:xfrm>
            <a:off x="689590" y="2679272"/>
            <a:ext cx="581723" cy="581025"/>
          </a:xfrm>
          <a:prstGeom prst="ellipse">
            <a:avLst/>
          </a:prstGeom>
          <a:noFill/>
          <a:ln>
            <a:noFill/>
          </a:ln>
        </p:spPr>
        <p:txBody>
          <a:bodyPr>
            <a:normAutofit/>
          </a:bodyPr>
          <a:lstStyle>
            <a:lvl1pPr marL="0" indent="0">
              <a:buFont typeface="Arial" panose="020B0604020202020204" pitchFamily="34" charset="0"/>
              <a:buNone/>
              <a:defRPr sz="800" b="0" i="0">
                <a:solidFill>
                  <a:schemeClr val="tx1">
                    <a:alpha val="75000"/>
                  </a:schemeClr>
                </a:solidFill>
                <a:latin typeface="CocoEng" pitchFamily="2" charset="0"/>
                <a:cs typeface="Segoe UI" panose="020B0502040204020203" pitchFamily="34" charset="0"/>
              </a:defRPr>
            </a:lvl1pPr>
          </a:lstStyle>
          <a:p>
            <a:r>
              <a:rPr lang="en-US" err="1"/>
              <a:t>Immagine</a:t>
            </a:r>
            <a:endParaRPr lang="it-IT"/>
          </a:p>
        </p:txBody>
      </p:sp>
      <p:sp>
        <p:nvSpPr>
          <p:cNvPr id="15" name="Segnaposto testo 6">
            <a:extLst>
              <a:ext uri="{FF2B5EF4-FFF2-40B4-BE49-F238E27FC236}">
                <a16:creationId xmlns:a16="http://schemas.microsoft.com/office/drawing/2014/main" id="{97593291-DD95-0148-B738-B4485B43B62E}"/>
              </a:ext>
            </a:extLst>
          </p:cNvPr>
          <p:cNvSpPr>
            <a:spLocks noGrp="1"/>
          </p:cNvSpPr>
          <p:nvPr>
            <p:ph type="body" sz="quarter" idx="13" hasCustomPrompt="1"/>
          </p:nvPr>
        </p:nvSpPr>
        <p:spPr>
          <a:xfrm>
            <a:off x="1450545" y="2491361"/>
            <a:ext cx="4456543" cy="464502"/>
          </a:xfrm>
          <a:prstGeom prst="rect">
            <a:avLst/>
          </a:prstGeom>
        </p:spPr>
        <p:txBody>
          <a:bodyPr lIns="90000" tIns="0" rIns="0" bIns="0" anchor="b">
            <a:normAutofit/>
          </a:bodyPr>
          <a:lstStyle>
            <a:lvl1pPr marL="0" indent="0">
              <a:spcAft>
                <a:spcPts val="0"/>
              </a:spcAft>
              <a:buFont typeface="Arial" panose="020B0604020202020204" pitchFamily="34" charset="0"/>
              <a:buNone/>
              <a:defRPr lang="it-IT" sz="1200" b="1" i="0" kern="1200" spc="0" dirty="0">
                <a:solidFill>
                  <a:schemeClr val="tx1"/>
                </a:solidFill>
                <a:latin typeface="+mn-lt"/>
                <a:ea typeface="+mn-ea"/>
                <a:cs typeface="Segoe UI" panose="020B0502040204020203" pitchFamily="34" charset="0"/>
              </a:defRPr>
            </a:lvl1pPr>
          </a:lstStyle>
          <a:p>
            <a:r>
              <a:rPr lang="it-IT"/>
              <a:t>Autore</a:t>
            </a:r>
          </a:p>
        </p:txBody>
      </p:sp>
      <p:sp>
        <p:nvSpPr>
          <p:cNvPr id="16" name="Segnaposto testo 10">
            <a:extLst>
              <a:ext uri="{FF2B5EF4-FFF2-40B4-BE49-F238E27FC236}">
                <a16:creationId xmlns:a16="http://schemas.microsoft.com/office/drawing/2014/main" id="{318455C1-916D-894E-B0B6-255C2D976A37}"/>
              </a:ext>
            </a:extLst>
          </p:cNvPr>
          <p:cNvSpPr>
            <a:spLocks noGrp="1"/>
          </p:cNvSpPr>
          <p:nvPr>
            <p:ph type="body" sz="quarter" idx="18" hasCustomPrompt="1"/>
          </p:nvPr>
        </p:nvSpPr>
        <p:spPr>
          <a:xfrm>
            <a:off x="1450545" y="2964498"/>
            <a:ext cx="4456543" cy="464501"/>
          </a:xfrm>
          <a:prstGeom prst="rect">
            <a:avLst/>
          </a:prstGeom>
        </p:spPr>
        <p:txBody>
          <a:bodyPr lIns="90000" tIns="0" rIns="0" bIns="0">
            <a:normAutofit/>
          </a:bodyPr>
          <a:lstStyle>
            <a:lvl1pPr marL="0" indent="0" algn="l" defTabSz="914400" rtl="0" eaLnBrk="1" latinLnBrk="0" hangingPunct="1">
              <a:lnSpc>
                <a:spcPct val="110000"/>
              </a:lnSpc>
              <a:spcBef>
                <a:spcPts val="0"/>
              </a:spcBef>
              <a:spcAft>
                <a:spcPts val="0"/>
              </a:spcAft>
              <a:buFont typeface="Arial" panose="020B0604020202020204" pitchFamily="34" charset="0"/>
              <a:buNone/>
              <a:defRPr lang="it-IT" sz="1000" b="0" i="0" kern="1200" spc="0" dirty="0">
                <a:solidFill>
                  <a:schemeClr val="tx1"/>
                </a:solidFill>
                <a:latin typeface="CocoEng" pitchFamily="2" charset="0"/>
                <a:ea typeface="+mn-ea"/>
                <a:cs typeface="Segoe UI" panose="020B0502040204020203" pitchFamily="34" charset="0"/>
              </a:defRPr>
            </a:lvl1pPr>
          </a:lstStyle>
          <a:p>
            <a:r>
              <a:rPr lang="it-IT"/>
              <a:t>Ruolo</a:t>
            </a:r>
          </a:p>
        </p:txBody>
      </p:sp>
      <p:sp>
        <p:nvSpPr>
          <p:cNvPr id="18" name="Titolo 1">
            <a:extLst>
              <a:ext uri="{FF2B5EF4-FFF2-40B4-BE49-F238E27FC236}">
                <a16:creationId xmlns:a16="http://schemas.microsoft.com/office/drawing/2014/main" id="{BA645330-260B-7E40-8596-998C1AFABC3C}"/>
              </a:ext>
            </a:extLst>
          </p:cNvPr>
          <p:cNvSpPr>
            <a:spLocks noGrp="1"/>
          </p:cNvSpPr>
          <p:nvPr>
            <p:ph type="ctrTitle" hasCustomPrompt="1"/>
          </p:nvPr>
        </p:nvSpPr>
        <p:spPr>
          <a:xfrm>
            <a:off x="700306" y="944167"/>
            <a:ext cx="5206782" cy="924852"/>
          </a:xfrm>
        </p:spPr>
        <p:txBody>
          <a:bodyPr vert="horz" anchor="b">
            <a:noAutofit/>
          </a:bodyPr>
          <a:lstStyle>
            <a:lvl1pPr algn="l">
              <a:defRPr sz="3200" b="1" i="0">
                <a:latin typeface="+mn-lt"/>
              </a:defRPr>
            </a:lvl1pPr>
          </a:lstStyle>
          <a:p>
            <a:r>
              <a:rPr lang="en-US"/>
              <a:t>Grazie per la </a:t>
            </a:r>
            <a:br>
              <a:rPr lang="en-US"/>
            </a:br>
            <a:r>
              <a:rPr lang="en-US" err="1"/>
              <a:t>vostra</a:t>
            </a:r>
            <a:r>
              <a:rPr lang="en-US"/>
              <a:t> </a:t>
            </a:r>
            <a:r>
              <a:rPr lang="en-US" err="1"/>
              <a:t>attenzione</a:t>
            </a:r>
            <a:endParaRPr lang="it-IT"/>
          </a:p>
        </p:txBody>
      </p:sp>
      <p:pic>
        <p:nvPicPr>
          <p:cNvPr id="20" name="Elemento grafico 19">
            <a:extLst>
              <a:ext uri="{FF2B5EF4-FFF2-40B4-BE49-F238E27FC236}">
                <a16:creationId xmlns:a16="http://schemas.microsoft.com/office/drawing/2014/main" id="{53E7CF00-BC1E-7546-9E52-B854DF3C2C6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6805" y="4360110"/>
            <a:ext cx="123813" cy="123825"/>
          </a:xfrm>
          <a:prstGeom prst="rect">
            <a:avLst/>
          </a:prstGeom>
        </p:spPr>
      </p:pic>
      <p:pic>
        <p:nvPicPr>
          <p:cNvPr id="25" name="Elemento grafico 24">
            <a:extLst>
              <a:ext uri="{FF2B5EF4-FFF2-40B4-BE49-F238E27FC236}">
                <a16:creationId xmlns:a16="http://schemas.microsoft.com/office/drawing/2014/main" id="{77B436BD-B6AF-064C-9151-EC83F525794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39681" y="4070550"/>
            <a:ext cx="133337" cy="133350"/>
          </a:xfrm>
          <a:prstGeom prst="rect">
            <a:avLst/>
          </a:prstGeom>
        </p:spPr>
      </p:pic>
      <p:pic>
        <p:nvPicPr>
          <p:cNvPr id="28" name="Elemento grafico 27">
            <a:extLst>
              <a:ext uri="{FF2B5EF4-FFF2-40B4-BE49-F238E27FC236}">
                <a16:creationId xmlns:a16="http://schemas.microsoft.com/office/drawing/2014/main" id="{0C886359-F02E-6149-9179-D2899F26BE2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27756" y="4964901"/>
            <a:ext cx="163190" cy="163206"/>
          </a:xfrm>
          <a:prstGeom prst="rect">
            <a:avLst/>
          </a:prstGeom>
        </p:spPr>
      </p:pic>
      <p:pic>
        <p:nvPicPr>
          <p:cNvPr id="29" name="Elemento grafico 28">
            <a:extLst>
              <a:ext uri="{FF2B5EF4-FFF2-40B4-BE49-F238E27FC236}">
                <a16:creationId xmlns:a16="http://schemas.microsoft.com/office/drawing/2014/main" id="{332A1E82-CA08-264D-9E61-213160056BF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30021" y="5321363"/>
            <a:ext cx="149000" cy="149015"/>
          </a:xfrm>
          <a:prstGeom prst="rect">
            <a:avLst/>
          </a:prstGeom>
        </p:spPr>
      </p:pic>
      <p:sp>
        <p:nvSpPr>
          <p:cNvPr id="30" name="CasellaDiTesto 29">
            <a:extLst>
              <a:ext uri="{FF2B5EF4-FFF2-40B4-BE49-F238E27FC236}">
                <a16:creationId xmlns:a16="http://schemas.microsoft.com/office/drawing/2014/main" id="{B7D49BC2-DBDD-5B47-800B-FC4888D3413D}"/>
              </a:ext>
            </a:extLst>
          </p:cNvPr>
          <p:cNvSpPr txBox="1"/>
          <p:nvPr/>
        </p:nvSpPr>
        <p:spPr>
          <a:xfrm>
            <a:off x="1450544" y="3987317"/>
            <a:ext cx="2439531" cy="1564531"/>
          </a:xfrm>
          <a:prstGeom prst="rect">
            <a:avLst/>
          </a:prstGeom>
          <a:noFill/>
        </p:spPr>
        <p:txBody>
          <a:bodyPr wrap="square" rtlCol="0">
            <a:spAutoFit/>
          </a:bodyPr>
          <a:lstStyle/>
          <a:p>
            <a:pPr marL="0" marR="0" indent="0" algn="l" defTabSz="914248" rtl="0" eaLnBrk="1" fontAlgn="auto" latinLnBrk="0" hangingPunct="1">
              <a:lnSpc>
                <a:spcPct val="140000"/>
              </a:lnSpc>
              <a:spcBef>
                <a:spcPts val="750"/>
              </a:spcBef>
              <a:spcAft>
                <a:spcPts val="0"/>
              </a:spcAft>
              <a:buClr>
                <a:schemeClr val="accent1"/>
              </a:buClr>
              <a:buSzPct val="100000"/>
              <a:buFont typeface="Arial" panose="020B0604020202020204" pitchFamily="34" charset="0"/>
              <a:buNone/>
              <a:tabLst/>
            </a:pPr>
            <a:r>
              <a:rPr lang="it-IT" sz="1000" b="0" i="0" kern="1200" spc="-20" baseline="0" err="1">
                <a:solidFill>
                  <a:schemeClr val="tx1">
                    <a:alpha val="75000"/>
                  </a:schemeClr>
                </a:solidFill>
                <a:latin typeface="+mn-lt"/>
                <a:ea typeface="+mn-ea"/>
                <a:cs typeface="Segoe UI" panose="020B0502040204020203" pitchFamily="34" charset="0"/>
              </a:rPr>
              <a:t>www.eng.it</a:t>
            </a:r>
            <a:endParaRPr lang="it-IT" sz="1000" b="0" i="0" kern="1200" spc="-20" baseline="0">
              <a:solidFill>
                <a:schemeClr val="tx1">
                  <a:alpha val="75000"/>
                </a:schemeClr>
              </a:solidFill>
              <a:latin typeface="+mn-lt"/>
              <a:ea typeface="+mn-ea"/>
              <a:cs typeface="Segoe UI" panose="020B0502040204020203" pitchFamily="34" charset="0"/>
            </a:endParaRPr>
          </a:p>
          <a:p>
            <a:pPr marL="0" marR="0" lvl="0" indent="0" algn="l" defTabSz="914248" rtl="0" eaLnBrk="1" fontAlgn="auto" latinLnBrk="0" hangingPunct="1">
              <a:lnSpc>
                <a:spcPct val="140000"/>
              </a:lnSpc>
              <a:spcBef>
                <a:spcPts val="750"/>
              </a:spcBef>
              <a:spcAft>
                <a:spcPts val="0"/>
              </a:spcAft>
              <a:buClr>
                <a:schemeClr val="accent1"/>
              </a:buClr>
              <a:buSzPct val="100000"/>
              <a:buFont typeface="Arial" panose="020B0604020202020204" pitchFamily="34" charset="0"/>
              <a:buNone/>
              <a:tabLst/>
              <a:defRPr/>
            </a:pPr>
            <a:r>
              <a:rPr lang="it-IT" sz="1000" b="0" i="0" kern="1200" spc="-20" baseline="0">
                <a:solidFill>
                  <a:schemeClr val="tx1">
                    <a:alpha val="75000"/>
                  </a:schemeClr>
                </a:solidFill>
                <a:latin typeface="+mn-lt"/>
                <a:ea typeface="+mn-ea"/>
                <a:cs typeface="Segoe UI" panose="020B0502040204020203" pitchFamily="34" charset="0"/>
              </a:rPr>
              <a:t>Engineering Group</a:t>
            </a:r>
          </a:p>
          <a:p>
            <a:pPr marL="0" marR="0" indent="0" algn="l" defTabSz="914248" rtl="0" eaLnBrk="1" fontAlgn="auto" latinLnBrk="0" hangingPunct="1">
              <a:lnSpc>
                <a:spcPct val="140000"/>
              </a:lnSpc>
              <a:spcBef>
                <a:spcPts val="750"/>
              </a:spcBef>
              <a:spcAft>
                <a:spcPts val="0"/>
              </a:spcAft>
              <a:buClr>
                <a:schemeClr val="accent1"/>
              </a:buClr>
              <a:buSzPct val="100000"/>
              <a:buFont typeface="Arial" panose="020B0604020202020204" pitchFamily="34" charset="0"/>
              <a:buNone/>
              <a:tabLst/>
            </a:pPr>
            <a:r>
              <a:rPr lang="it-IT" sz="1000" b="0" i="0" kern="1200" spc="-20" baseline="0">
                <a:solidFill>
                  <a:schemeClr val="tx1">
                    <a:alpha val="75000"/>
                  </a:schemeClr>
                </a:solidFill>
                <a:latin typeface="+mn-lt"/>
                <a:ea typeface="+mn-ea"/>
                <a:cs typeface="Segoe UI" panose="020B0502040204020203" pitchFamily="34" charset="0"/>
              </a:rPr>
              <a:t>@</a:t>
            </a:r>
            <a:r>
              <a:rPr lang="it-IT" sz="1000" b="0" i="0" kern="1200" spc="-20" baseline="0" err="1">
                <a:solidFill>
                  <a:schemeClr val="tx1">
                    <a:alpha val="75000"/>
                  </a:schemeClr>
                </a:solidFill>
                <a:latin typeface="+mn-lt"/>
                <a:ea typeface="+mn-ea"/>
                <a:cs typeface="Segoe UI" panose="020B0502040204020203" pitchFamily="34" charset="0"/>
              </a:rPr>
              <a:t>EngineeringSpa</a:t>
            </a:r>
            <a:endParaRPr lang="it-IT" sz="1000" b="0" i="0" kern="1200" spc="-20" baseline="0">
              <a:solidFill>
                <a:schemeClr val="tx1">
                  <a:alpha val="75000"/>
                </a:schemeClr>
              </a:solidFill>
              <a:latin typeface="+mn-lt"/>
              <a:ea typeface="+mn-ea"/>
              <a:cs typeface="Segoe UI" panose="020B0502040204020203" pitchFamily="34" charset="0"/>
            </a:endParaRPr>
          </a:p>
          <a:p>
            <a:pPr marL="0" marR="0" lvl="0" indent="0" algn="l" defTabSz="914248" rtl="0" eaLnBrk="1" fontAlgn="auto" latinLnBrk="0" hangingPunct="1">
              <a:lnSpc>
                <a:spcPct val="140000"/>
              </a:lnSpc>
              <a:spcBef>
                <a:spcPts val="750"/>
              </a:spcBef>
              <a:spcAft>
                <a:spcPts val="0"/>
              </a:spcAft>
              <a:buClr>
                <a:schemeClr val="accent1"/>
              </a:buClr>
              <a:buSzPct val="100000"/>
              <a:buFont typeface="Arial" panose="020B0604020202020204" pitchFamily="34" charset="0"/>
              <a:buNone/>
              <a:tabLst/>
              <a:defRPr/>
            </a:pPr>
            <a:r>
              <a:rPr lang="it-IT" sz="1000" b="0" i="0" kern="1200" spc="-20" baseline="0" err="1">
                <a:solidFill>
                  <a:schemeClr val="tx1">
                    <a:alpha val="75000"/>
                  </a:schemeClr>
                </a:solidFill>
                <a:latin typeface="+mn-lt"/>
                <a:ea typeface="+mn-ea"/>
                <a:cs typeface="Segoe UI" panose="020B0502040204020203" pitchFamily="34" charset="0"/>
              </a:rPr>
              <a:t>gruppo.engineering</a:t>
            </a:r>
            <a:endParaRPr lang="it-IT" sz="1000" b="0" i="0" kern="1200" spc="-20" baseline="0">
              <a:solidFill>
                <a:schemeClr val="tx1">
                  <a:alpha val="75000"/>
                </a:schemeClr>
              </a:solidFill>
              <a:latin typeface="+mn-lt"/>
              <a:ea typeface="+mn-ea"/>
              <a:cs typeface="Segoe UI" panose="020B0502040204020203" pitchFamily="34" charset="0"/>
            </a:endParaRPr>
          </a:p>
          <a:p>
            <a:pPr marL="0" marR="0" lvl="0" indent="0" algn="l" defTabSz="914248" rtl="0" eaLnBrk="1" fontAlgn="auto" latinLnBrk="0" hangingPunct="1">
              <a:lnSpc>
                <a:spcPct val="140000"/>
              </a:lnSpc>
              <a:spcBef>
                <a:spcPts val="750"/>
              </a:spcBef>
              <a:spcAft>
                <a:spcPts val="0"/>
              </a:spcAft>
              <a:buClr>
                <a:schemeClr val="accent1"/>
              </a:buClr>
              <a:buSzPct val="100000"/>
              <a:buFont typeface="Arial" panose="020B0604020202020204" pitchFamily="34" charset="0"/>
              <a:buNone/>
              <a:tabLst/>
              <a:defRPr/>
            </a:pPr>
            <a:r>
              <a:rPr lang="it-IT" sz="1000" b="0" i="0" kern="1200" spc="-20" baseline="0" err="1">
                <a:solidFill>
                  <a:schemeClr val="tx1">
                    <a:alpha val="75000"/>
                  </a:schemeClr>
                </a:solidFill>
                <a:latin typeface="+mn-lt"/>
                <a:ea typeface="+mn-ea"/>
                <a:cs typeface="Segoe UI" panose="020B0502040204020203" pitchFamily="34" charset="0"/>
              </a:rPr>
              <a:t>LifeAtEngineering</a:t>
            </a:r>
            <a:endParaRPr lang="it-IT" sz="975" b="0" i="0" kern="1200" spc="-20" baseline="0">
              <a:solidFill>
                <a:schemeClr val="tx1">
                  <a:alpha val="75000"/>
                </a:schemeClr>
              </a:solidFill>
              <a:latin typeface="+mn-lt"/>
              <a:ea typeface="+mn-ea"/>
              <a:cs typeface="Segoe UI" panose="020B0502040204020203" pitchFamily="34" charset="0"/>
            </a:endParaRPr>
          </a:p>
        </p:txBody>
      </p:sp>
      <p:sp>
        <p:nvSpPr>
          <p:cNvPr id="37" name="Segnaposto testo 8">
            <a:extLst>
              <a:ext uri="{FF2B5EF4-FFF2-40B4-BE49-F238E27FC236}">
                <a16:creationId xmlns:a16="http://schemas.microsoft.com/office/drawing/2014/main" id="{249C8BEE-63EA-1648-BAC6-340DE4C38789}"/>
              </a:ext>
            </a:extLst>
          </p:cNvPr>
          <p:cNvSpPr>
            <a:spLocks noGrp="1"/>
          </p:cNvSpPr>
          <p:nvPr>
            <p:ph type="body" sz="quarter" idx="16" hasCustomPrompt="1"/>
          </p:nvPr>
        </p:nvSpPr>
        <p:spPr>
          <a:xfrm>
            <a:off x="702000" y="234000"/>
            <a:ext cx="5205088" cy="244800"/>
          </a:xfrm>
          <a:prstGeom prst="rect">
            <a:avLst/>
          </a:prstGeom>
        </p:spPr>
        <p:txBody>
          <a:bodyPr vert="horz" lIns="0" tIns="18000" rIns="0" bIns="0" rtlCol="0" anchor="ctr">
            <a:noAutofit/>
          </a:bodyPr>
          <a:lstStyle>
            <a:lvl1pPr marL="0" indent="0">
              <a:lnSpc>
                <a:spcPct val="100000"/>
              </a:lnSpc>
              <a:spcAft>
                <a:spcPts val="0"/>
              </a:spcAft>
              <a:defRPr lang="it-IT" sz="1000" b="1" i="0" kern="1200" spc="0" baseline="0">
                <a:solidFill>
                  <a:schemeClr val="tx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it-IT"/>
              <a:t>ENGINEERING / THE DIGITAL TRANSFORMATION COMPANY</a:t>
            </a:r>
          </a:p>
        </p:txBody>
      </p:sp>
      <p:pic>
        <p:nvPicPr>
          <p:cNvPr id="2" name="Elemento grafico 1">
            <a:extLst>
              <a:ext uri="{FF2B5EF4-FFF2-40B4-BE49-F238E27FC236}">
                <a16:creationId xmlns:a16="http://schemas.microsoft.com/office/drawing/2014/main" id="{B7539DA6-5002-4715-465B-770D4D7C2B5A}"/>
              </a:ext>
            </a:extLst>
          </p:cNvPr>
          <p:cNvPicPr>
            <a:picLocks noChangeAspect="1"/>
          </p:cNvPicPr>
          <p:nvPr/>
        </p:nvPicPr>
        <p:blipFill>
          <a:blip r:embed="rId13" cstate="screen">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1025272" y="4647861"/>
            <a:ext cx="180000" cy="180000"/>
          </a:xfrm>
          <a:prstGeom prst="rect">
            <a:avLst/>
          </a:prstGeom>
        </p:spPr>
      </p:pic>
      <p:pic>
        <p:nvPicPr>
          <p:cNvPr id="3" name="Elemento grafico 2">
            <a:extLst>
              <a:ext uri="{FF2B5EF4-FFF2-40B4-BE49-F238E27FC236}">
                <a16:creationId xmlns:a16="http://schemas.microsoft.com/office/drawing/2014/main" id="{56135C18-ABD8-7B20-139D-7DE24EF76B7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66398" y="6366807"/>
            <a:ext cx="756197" cy="237600"/>
          </a:xfrm>
          <a:prstGeom prst="rect">
            <a:avLst/>
          </a:prstGeom>
        </p:spPr>
      </p:pic>
      <p:sp>
        <p:nvSpPr>
          <p:cNvPr id="5" name="Rettangolo 4">
            <a:extLst>
              <a:ext uri="{FF2B5EF4-FFF2-40B4-BE49-F238E27FC236}">
                <a16:creationId xmlns:a16="http://schemas.microsoft.com/office/drawing/2014/main" id="{49CFAB7A-CEB8-17A9-5A6B-2BDDA9A78975}"/>
              </a:ext>
            </a:extLst>
          </p:cNvPr>
          <p:cNvSpPr/>
          <p:nvPr userDrawn="1"/>
        </p:nvSpPr>
        <p:spPr>
          <a:xfrm>
            <a:off x="0" y="234001"/>
            <a:ext cx="251999" cy="251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0" spc="0"/>
          </a:p>
        </p:txBody>
      </p:sp>
      <p:grpSp>
        <p:nvGrpSpPr>
          <p:cNvPr id="6" name="Gruppo 5">
            <a:extLst>
              <a:ext uri="{FF2B5EF4-FFF2-40B4-BE49-F238E27FC236}">
                <a16:creationId xmlns:a16="http://schemas.microsoft.com/office/drawing/2014/main" id="{FAC2F479-82B4-2EDF-A355-27546093B5CE}"/>
              </a:ext>
            </a:extLst>
          </p:cNvPr>
          <p:cNvGrpSpPr/>
          <p:nvPr userDrawn="1"/>
        </p:nvGrpSpPr>
        <p:grpSpPr>
          <a:xfrm>
            <a:off x="10593600" y="6517778"/>
            <a:ext cx="1598400" cy="107722"/>
            <a:chOff x="10593600" y="6517778"/>
            <a:chExt cx="1598400" cy="107722"/>
          </a:xfrm>
        </p:grpSpPr>
        <p:sp>
          <p:nvSpPr>
            <p:cNvPr id="7" name="CasellaDiTesto 6">
              <a:extLst>
                <a:ext uri="{FF2B5EF4-FFF2-40B4-BE49-F238E27FC236}">
                  <a16:creationId xmlns:a16="http://schemas.microsoft.com/office/drawing/2014/main" id="{93E8C65A-6D99-F5A6-214E-92EC76781DD3}"/>
                </a:ext>
              </a:extLst>
            </p:cNvPr>
            <p:cNvSpPr txBox="1"/>
            <p:nvPr userDrawn="1"/>
          </p:nvSpPr>
          <p:spPr>
            <a:xfrm>
              <a:off x="10593600" y="6517778"/>
              <a:ext cx="899285" cy="107722"/>
            </a:xfrm>
            <a:prstGeom prst="rect">
              <a:avLst/>
            </a:prstGeom>
            <a:noFill/>
          </p:spPr>
          <p:txBody>
            <a:bodyPr wrap="none" lIns="0" tIns="0" rIns="0" bIns="0" rtlCol="0">
              <a:spAutoFit/>
            </a:bodyPr>
            <a:lstStyle/>
            <a:p>
              <a:pPr algn="r"/>
              <a:r>
                <a:rPr lang="it-IT" sz="700" b="0" i="0" spc="0">
                  <a:solidFill>
                    <a:schemeClr val="bg1"/>
                  </a:solidFill>
                  <a:latin typeface="+mn-lt"/>
                  <a:cs typeface="Segoe UI" panose="020B0502040204020203" pitchFamily="34" charset="0"/>
                  <a:sym typeface="Symbol"/>
                </a:rPr>
                <a:t> Engineering Group</a:t>
              </a:r>
            </a:p>
          </p:txBody>
        </p:sp>
        <p:cxnSp>
          <p:nvCxnSpPr>
            <p:cNvPr id="8" name="Connettore 1 7">
              <a:extLst>
                <a:ext uri="{FF2B5EF4-FFF2-40B4-BE49-F238E27FC236}">
                  <a16:creationId xmlns:a16="http://schemas.microsoft.com/office/drawing/2014/main" id="{1ADD85DD-37B8-363F-E949-5488EDE34057}"/>
                </a:ext>
              </a:extLst>
            </p:cNvPr>
            <p:cNvCxnSpPr>
              <a:cxnSpLocks/>
            </p:cNvCxnSpPr>
            <p:nvPr userDrawn="1"/>
          </p:nvCxnSpPr>
          <p:spPr>
            <a:xfrm>
              <a:off x="11613824" y="6571639"/>
              <a:ext cx="578176"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4165537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Finale Night">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E8E5A973-76A3-A06D-847B-FDE571E15C73}"/>
              </a:ext>
            </a:extLst>
          </p:cNvPr>
          <p:cNvGraphicFramePr>
            <a:graphicFrameLocks noChangeAspect="1"/>
          </p:cNvGraphicFramePr>
          <p:nvPr userDrawn="1">
            <p:custDataLst>
              <p:tags r:id="rId1"/>
            </p:custDataLst>
            <p:extLst>
              <p:ext uri="{D42A27DB-BD31-4B8C-83A1-F6EECF244321}">
                <p14:modId xmlns:p14="http://schemas.microsoft.com/office/powerpoint/2010/main" val="3989741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7" name="think-cell data - do not delete" hidden="1">
                        <a:extLst>
                          <a:ext uri="{FF2B5EF4-FFF2-40B4-BE49-F238E27FC236}">
                            <a16:creationId xmlns:a16="http://schemas.microsoft.com/office/drawing/2014/main" id="{E8E5A973-76A3-A06D-847B-FDE571E15C7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ttangolo 4">
            <a:extLst>
              <a:ext uri="{FF2B5EF4-FFF2-40B4-BE49-F238E27FC236}">
                <a16:creationId xmlns:a16="http://schemas.microsoft.com/office/drawing/2014/main" id="{C9A3B896-4F2B-8910-9690-1C6024588031}"/>
              </a:ext>
            </a:extLst>
          </p:cNvPr>
          <p:cNvSpPr/>
          <p:nvPr userDrawn="1"/>
        </p:nvSpPr>
        <p:spPr>
          <a:xfrm>
            <a:off x="-1" y="0"/>
            <a:ext cx="60960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it-IT" sz="1350"/>
          </a:p>
        </p:txBody>
      </p:sp>
      <p:sp>
        <p:nvSpPr>
          <p:cNvPr id="13" name="Segnaposto immagine 12">
            <a:extLst>
              <a:ext uri="{FF2B5EF4-FFF2-40B4-BE49-F238E27FC236}">
                <a16:creationId xmlns:a16="http://schemas.microsoft.com/office/drawing/2014/main" id="{7C9BA4DD-7FC6-1B41-B63C-529B9B4CD626}"/>
              </a:ext>
            </a:extLst>
          </p:cNvPr>
          <p:cNvSpPr>
            <a:spLocks noGrp="1"/>
          </p:cNvSpPr>
          <p:nvPr>
            <p:ph type="pic" sz="quarter" idx="11" hasCustomPrompt="1"/>
          </p:nvPr>
        </p:nvSpPr>
        <p:spPr>
          <a:xfrm>
            <a:off x="6095999" y="0"/>
            <a:ext cx="6111325" cy="6858000"/>
          </a:xfrm>
          <a:prstGeom prst="rect">
            <a:avLst/>
          </a:prstGeom>
          <a:solidFill>
            <a:schemeClr val="accent6">
              <a:lumMod val="20000"/>
              <a:lumOff val="80000"/>
            </a:schemeClr>
          </a:solidFill>
        </p:spPr>
        <p:txBody>
          <a:bodyPr wrap="square" anchor="ctr">
            <a:noAutofit/>
          </a:bodyPr>
          <a:lstStyle>
            <a:lvl1pPr marL="0" indent="0" algn="ctr">
              <a:buFont typeface="Arial" panose="020B0604020202020204" pitchFamily="34" charset="0"/>
              <a:buNone/>
              <a:defRPr b="0" i="0">
                <a:solidFill>
                  <a:schemeClr val="accent6"/>
                </a:solidFill>
              </a:defRPr>
            </a:lvl1pPr>
          </a:lstStyle>
          <a:p>
            <a:r>
              <a:rPr lang="it-IT"/>
              <a:t>Trascina un'immagine o fai click sull'icona</a:t>
            </a:r>
          </a:p>
        </p:txBody>
      </p:sp>
      <p:sp>
        <p:nvSpPr>
          <p:cNvPr id="14" name="Segnaposto immagine 4">
            <a:extLst>
              <a:ext uri="{FF2B5EF4-FFF2-40B4-BE49-F238E27FC236}">
                <a16:creationId xmlns:a16="http://schemas.microsoft.com/office/drawing/2014/main" id="{1D136D0A-337C-8446-9C9F-56582EF261A3}"/>
              </a:ext>
            </a:extLst>
          </p:cNvPr>
          <p:cNvSpPr>
            <a:spLocks noGrp="1"/>
          </p:cNvSpPr>
          <p:nvPr>
            <p:ph type="pic" sz="quarter" idx="12" hasCustomPrompt="1"/>
          </p:nvPr>
        </p:nvSpPr>
        <p:spPr>
          <a:xfrm>
            <a:off x="689590" y="2679272"/>
            <a:ext cx="581723" cy="581025"/>
          </a:xfrm>
          <a:prstGeom prst="ellipse">
            <a:avLst/>
          </a:prstGeom>
          <a:noFill/>
          <a:ln>
            <a:noFill/>
          </a:ln>
        </p:spPr>
        <p:txBody>
          <a:bodyPr>
            <a:normAutofit/>
          </a:bodyPr>
          <a:lstStyle>
            <a:lvl1pPr marL="0" indent="0">
              <a:buFont typeface="Arial" panose="020B0604020202020204" pitchFamily="34" charset="0"/>
              <a:buNone/>
              <a:defRPr sz="800" b="0" i="0">
                <a:solidFill>
                  <a:schemeClr val="tx1"/>
                </a:solidFill>
                <a:latin typeface="CocoEng" pitchFamily="2" charset="0"/>
                <a:cs typeface="Segoe UI" panose="020B0502040204020203" pitchFamily="34" charset="0"/>
              </a:defRPr>
            </a:lvl1pPr>
          </a:lstStyle>
          <a:p>
            <a:r>
              <a:rPr lang="en-US" err="1"/>
              <a:t>Immagine</a:t>
            </a:r>
            <a:endParaRPr lang="it-IT"/>
          </a:p>
        </p:txBody>
      </p:sp>
      <p:sp>
        <p:nvSpPr>
          <p:cNvPr id="15" name="Segnaposto testo 6">
            <a:extLst>
              <a:ext uri="{FF2B5EF4-FFF2-40B4-BE49-F238E27FC236}">
                <a16:creationId xmlns:a16="http://schemas.microsoft.com/office/drawing/2014/main" id="{97593291-DD95-0148-B738-B4485B43B62E}"/>
              </a:ext>
            </a:extLst>
          </p:cNvPr>
          <p:cNvSpPr>
            <a:spLocks noGrp="1"/>
          </p:cNvSpPr>
          <p:nvPr>
            <p:ph type="body" sz="quarter" idx="13" hasCustomPrompt="1"/>
          </p:nvPr>
        </p:nvSpPr>
        <p:spPr>
          <a:xfrm>
            <a:off x="1450545" y="2491361"/>
            <a:ext cx="4456543" cy="464502"/>
          </a:xfrm>
          <a:prstGeom prst="rect">
            <a:avLst/>
          </a:prstGeom>
        </p:spPr>
        <p:txBody>
          <a:bodyPr lIns="90000" tIns="0" rIns="0" bIns="0" anchor="b">
            <a:normAutofit/>
          </a:bodyPr>
          <a:lstStyle>
            <a:lvl1pPr marL="0" indent="0">
              <a:spcAft>
                <a:spcPts val="0"/>
              </a:spcAft>
              <a:buFont typeface="Arial" panose="020B0604020202020204" pitchFamily="34" charset="0"/>
              <a:buNone/>
              <a:defRPr sz="1200" b="1" i="0">
                <a:solidFill>
                  <a:schemeClr val="tx1"/>
                </a:solidFill>
                <a:latin typeface="+mn-lt"/>
                <a:cs typeface="Segoe UI" panose="020B0502040204020203" pitchFamily="34" charset="0"/>
              </a:defRPr>
            </a:lvl1pPr>
          </a:lstStyle>
          <a:p>
            <a:r>
              <a:rPr lang="it-IT"/>
              <a:t>Autore</a:t>
            </a:r>
          </a:p>
        </p:txBody>
      </p:sp>
      <p:sp>
        <p:nvSpPr>
          <p:cNvPr id="16" name="Segnaposto testo 10">
            <a:extLst>
              <a:ext uri="{FF2B5EF4-FFF2-40B4-BE49-F238E27FC236}">
                <a16:creationId xmlns:a16="http://schemas.microsoft.com/office/drawing/2014/main" id="{318455C1-916D-894E-B0B6-255C2D976A37}"/>
              </a:ext>
            </a:extLst>
          </p:cNvPr>
          <p:cNvSpPr>
            <a:spLocks noGrp="1"/>
          </p:cNvSpPr>
          <p:nvPr>
            <p:ph type="body" sz="quarter" idx="18" hasCustomPrompt="1"/>
          </p:nvPr>
        </p:nvSpPr>
        <p:spPr>
          <a:xfrm>
            <a:off x="1450545" y="2964498"/>
            <a:ext cx="4456543" cy="464501"/>
          </a:xfrm>
          <a:prstGeom prst="rect">
            <a:avLst/>
          </a:prstGeom>
        </p:spPr>
        <p:txBody>
          <a:bodyPr lIns="90000" tIns="0" rIns="0" bIns="0">
            <a:normAutofit/>
          </a:bodyPr>
          <a:lstStyle>
            <a:lvl1pPr marL="0" indent="0">
              <a:spcAft>
                <a:spcPts val="0"/>
              </a:spcAft>
              <a:buFont typeface="Arial" panose="020B0604020202020204" pitchFamily="34" charset="0"/>
              <a:buNone/>
              <a:defRPr sz="1000" b="0" i="0">
                <a:solidFill>
                  <a:schemeClr val="tx1"/>
                </a:solidFill>
                <a:latin typeface="+mn-lt"/>
                <a:cs typeface="Segoe UI" panose="020B0502040204020203" pitchFamily="34" charset="0"/>
              </a:defRPr>
            </a:lvl1pPr>
          </a:lstStyle>
          <a:p>
            <a:r>
              <a:rPr lang="it-IT"/>
              <a:t>Ruolo</a:t>
            </a:r>
          </a:p>
        </p:txBody>
      </p:sp>
      <p:sp>
        <p:nvSpPr>
          <p:cNvPr id="18" name="Titolo 1">
            <a:extLst>
              <a:ext uri="{FF2B5EF4-FFF2-40B4-BE49-F238E27FC236}">
                <a16:creationId xmlns:a16="http://schemas.microsoft.com/office/drawing/2014/main" id="{BA645330-260B-7E40-8596-998C1AFABC3C}"/>
              </a:ext>
            </a:extLst>
          </p:cNvPr>
          <p:cNvSpPr>
            <a:spLocks noGrp="1"/>
          </p:cNvSpPr>
          <p:nvPr>
            <p:ph type="ctrTitle" hasCustomPrompt="1"/>
          </p:nvPr>
        </p:nvSpPr>
        <p:spPr>
          <a:xfrm>
            <a:off x="700306" y="944167"/>
            <a:ext cx="5206782" cy="924852"/>
          </a:xfrm>
        </p:spPr>
        <p:txBody>
          <a:bodyPr vert="horz" anchor="b">
            <a:noAutofit/>
          </a:bodyPr>
          <a:lstStyle>
            <a:lvl1pPr algn="l">
              <a:defRPr sz="3200" b="1" i="0">
                <a:solidFill>
                  <a:schemeClr val="tx1"/>
                </a:solidFill>
              </a:defRPr>
            </a:lvl1pPr>
          </a:lstStyle>
          <a:p>
            <a:r>
              <a:rPr lang="en-US"/>
              <a:t>Grazie per la </a:t>
            </a:r>
            <a:br>
              <a:rPr lang="en-US"/>
            </a:br>
            <a:r>
              <a:rPr lang="en-US" err="1"/>
              <a:t>vostra</a:t>
            </a:r>
            <a:r>
              <a:rPr lang="en-US"/>
              <a:t> </a:t>
            </a:r>
            <a:r>
              <a:rPr lang="en-US" err="1"/>
              <a:t>attenzione</a:t>
            </a:r>
            <a:endParaRPr lang="it-IT"/>
          </a:p>
        </p:txBody>
      </p:sp>
      <p:pic>
        <p:nvPicPr>
          <p:cNvPr id="20" name="Elemento grafico 19">
            <a:extLst>
              <a:ext uri="{FF2B5EF4-FFF2-40B4-BE49-F238E27FC236}">
                <a16:creationId xmlns:a16="http://schemas.microsoft.com/office/drawing/2014/main" id="{53E7CF00-BC1E-7546-9E52-B854DF3C2C6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6805" y="4360110"/>
            <a:ext cx="123813" cy="123825"/>
          </a:xfrm>
          <a:prstGeom prst="rect">
            <a:avLst/>
          </a:prstGeom>
        </p:spPr>
      </p:pic>
      <p:pic>
        <p:nvPicPr>
          <p:cNvPr id="25" name="Elemento grafico 24">
            <a:extLst>
              <a:ext uri="{FF2B5EF4-FFF2-40B4-BE49-F238E27FC236}">
                <a16:creationId xmlns:a16="http://schemas.microsoft.com/office/drawing/2014/main" id="{77B436BD-B6AF-064C-9151-EC83F525794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39681" y="4070550"/>
            <a:ext cx="133337" cy="133350"/>
          </a:xfrm>
          <a:prstGeom prst="rect">
            <a:avLst/>
          </a:prstGeom>
        </p:spPr>
      </p:pic>
      <p:pic>
        <p:nvPicPr>
          <p:cNvPr id="28" name="Elemento grafico 27">
            <a:extLst>
              <a:ext uri="{FF2B5EF4-FFF2-40B4-BE49-F238E27FC236}">
                <a16:creationId xmlns:a16="http://schemas.microsoft.com/office/drawing/2014/main" id="{0C886359-F02E-6149-9179-D2899F26BE2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27756" y="4964901"/>
            <a:ext cx="163190" cy="163206"/>
          </a:xfrm>
          <a:prstGeom prst="rect">
            <a:avLst/>
          </a:prstGeom>
        </p:spPr>
      </p:pic>
      <p:pic>
        <p:nvPicPr>
          <p:cNvPr id="29" name="Elemento grafico 28">
            <a:extLst>
              <a:ext uri="{FF2B5EF4-FFF2-40B4-BE49-F238E27FC236}">
                <a16:creationId xmlns:a16="http://schemas.microsoft.com/office/drawing/2014/main" id="{332A1E82-CA08-264D-9E61-213160056BF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30021" y="5321363"/>
            <a:ext cx="149000" cy="149015"/>
          </a:xfrm>
          <a:prstGeom prst="rect">
            <a:avLst/>
          </a:prstGeom>
        </p:spPr>
      </p:pic>
      <p:sp>
        <p:nvSpPr>
          <p:cNvPr id="30" name="CasellaDiTesto 29">
            <a:extLst>
              <a:ext uri="{FF2B5EF4-FFF2-40B4-BE49-F238E27FC236}">
                <a16:creationId xmlns:a16="http://schemas.microsoft.com/office/drawing/2014/main" id="{B7D49BC2-DBDD-5B47-800B-FC4888D3413D}"/>
              </a:ext>
            </a:extLst>
          </p:cNvPr>
          <p:cNvSpPr txBox="1"/>
          <p:nvPr/>
        </p:nvSpPr>
        <p:spPr>
          <a:xfrm>
            <a:off x="1450544" y="3987317"/>
            <a:ext cx="2439531" cy="1564531"/>
          </a:xfrm>
          <a:prstGeom prst="rect">
            <a:avLst/>
          </a:prstGeom>
          <a:noFill/>
        </p:spPr>
        <p:txBody>
          <a:bodyPr wrap="square" rtlCol="0">
            <a:spAutoFit/>
          </a:bodyPr>
          <a:lstStyle/>
          <a:p>
            <a:pPr marL="0" marR="0" indent="0" algn="l" defTabSz="914248" rtl="0" eaLnBrk="1" fontAlgn="auto" latinLnBrk="0" hangingPunct="1">
              <a:lnSpc>
                <a:spcPct val="140000"/>
              </a:lnSpc>
              <a:spcBef>
                <a:spcPts val="750"/>
              </a:spcBef>
              <a:spcAft>
                <a:spcPts val="0"/>
              </a:spcAft>
              <a:buClr>
                <a:schemeClr val="accent1"/>
              </a:buClr>
              <a:buSzPct val="100000"/>
              <a:buFont typeface="Arial" panose="020B0604020202020204" pitchFamily="34" charset="0"/>
              <a:buNone/>
              <a:tabLst/>
            </a:pPr>
            <a:r>
              <a:rPr lang="it-IT" sz="1000" b="0" i="0" kern="1200" spc="-20" baseline="0" err="1">
                <a:solidFill>
                  <a:schemeClr val="tx1"/>
                </a:solidFill>
                <a:latin typeface="+mn-lt"/>
                <a:ea typeface="+mn-ea"/>
                <a:cs typeface="Segoe UI" panose="020B0502040204020203" pitchFamily="34" charset="0"/>
              </a:rPr>
              <a:t>www.eng.it</a:t>
            </a:r>
            <a:endParaRPr lang="it-IT" sz="1000" b="0" i="0" kern="1200" spc="-20" baseline="0">
              <a:solidFill>
                <a:schemeClr val="tx1"/>
              </a:solidFill>
              <a:latin typeface="+mn-lt"/>
              <a:ea typeface="+mn-ea"/>
              <a:cs typeface="Segoe UI" panose="020B0502040204020203" pitchFamily="34" charset="0"/>
            </a:endParaRPr>
          </a:p>
          <a:p>
            <a:pPr marL="0" marR="0" lvl="0" indent="0" algn="l" defTabSz="914248" rtl="0" eaLnBrk="1" fontAlgn="auto" latinLnBrk="0" hangingPunct="1">
              <a:lnSpc>
                <a:spcPct val="140000"/>
              </a:lnSpc>
              <a:spcBef>
                <a:spcPts val="750"/>
              </a:spcBef>
              <a:spcAft>
                <a:spcPts val="0"/>
              </a:spcAft>
              <a:buClr>
                <a:schemeClr val="accent1"/>
              </a:buClr>
              <a:buSzPct val="100000"/>
              <a:buFont typeface="Arial" panose="020B0604020202020204" pitchFamily="34" charset="0"/>
              <a:buNone/>
              <a:tabLst/>
              <a:defRPr/>
            </a:pPr>
            <a:r>
              <a:rPr lang="it-IT" sz="1000" b="0" i="0" kern="1200" spc="-20" baseline="0">
                <a:solidFill>
                  <a:schemeClr val="tx1"/>
                </a:solidFill>
                <a:latin typeface="+mn-lt"/>
                <a:ea typeface="+mn-ea"/>
                <a:cs typeface="Segoe UI" panose="020B0502040204020203" pitchFamily="34" charset="0"/>
              </a:rPr>
              <a:t>Engineering Group</a:t>
            </a:r>
          </a:p>
          <a:p>
            <a:pPr marL="0" marR="0" indent="0" algn="l" defTabSz="914248" rtl="0" eaLnBrk="1" fontAlgn="auto" latinLnBrk="0" hangingPunct="1">
              <a:lnSpc>
                <a:spcPct val="140000"/>
              </a:lnSpc>
              <a:spcBef>
                <a:spcPts val="750"/>
              </a:spcBef>
              <a:spcAft>
                <a:spcPts val="0"/>
              </a:spcAft>
              <a:buClr>
                <a:schemeClr val="accent1"/>
              </a:buClr>
              <a:buSzPct val="100000"/>
              <a:buFont typeface="Arial" panose="020B0604020202020204" pitchFamily="34" charset="0"/>
              <a:buNone/>
              <a:tabLst/>
            </a:pPr>
            <a:r>
              <a:rPr lang="it-IT" sz="1000" b="0" i="0" kern="1200" spc="-20" baseline="0">
                <a:solidFill>
                  <a:schemeClr val="tx1"/>
                </a:solidFill>
                <a:latin typeface="+mn-lt"/>
                <a:ea typeface="+mn-ea"/>
                <a:cs typeface="Segoe UI" panose="020B0502040204020203" pitchFamily="34" charset="0"/>
              </a:rPr>
              <a:t>@</a:t>
            </a:r>
            <a:r>
              <a:rPr lang="it-IT" sz="1000" b="0" i="0" kern="1200" spc="-20" baseline="0" err="1">
                <a:solidFill>
                  <a:schemeClr val="tx1"/>
                </a:solidFill>
                <a:latin typeface="+mn-lt"/>
                <a:ea typeface="+mn-ea"/>
                <a:cs typeface="Segoe UI" panose="020B0502040204020203" pitchFamily="34" charset="0"/>
              </a:rPr>
              <a:t>EngineeringSpa</a:t>
            </a:r>
            <a:endParaRPr lang="it-IT" sz="1000" b="0" i="0" kern="1200" spc="-20" baseline="0">
              <a:solidFill>
                <a:schemeClr val="tx1"/>
              </a:solidFill>
              <a:latin typeface="+mn-lt"/>
              <a:ea typeface="+mn-ea"/>
              <a:cs typeface="Segoe UI" panose="020B0502040204020203" pitchFamily="34" charset="0"/>
            </a:endParaRPr>
          </a:p>
          <a:p>
            <a:pPr marL="0" marR="0" lvl="0" indent="0" algn="l" defTabSz="914248" rtl="0" eaLnBrk="1" fontAlgn="auto" latinLnBrk="0" hangingPunct="1">
              <a:lnSpc>
                <a:spcPct val="140000"/>
              </a:lnSpc>
              <a:spcBef>
                <a:spcPts val="750"/>
              </a:spcBef>
              <a:spcAft>
                <a:spcPts val="0"/>
              </a:spcAft>
              <a:buClr>
                <a:schemeClr val="accent1"/>
              </a:buClr>
              <a:buSzPct val="100000"/>
              <a:buFont typeface="Arial" panose="020B0604020202020204" pitchFamily="34" charset="0"/>
              <a:buNone/>
              <a:tabLst/>
              <a:defRPr/>
            </a:pPr>
            <a:r>
              <a:rPr lang="it-IT" sz="1000" b="0" i="0" kern="1200" spc="-20" baseline="0" err="1">
                <a:solidFill>
                  <a:schemeClr val="tx1"/>
                </a:solidFill>
                <a:latin typeface="+mn-lt"/>
                <a:ea typeface="+mn-ea"/>
                <a:cs typeface="Segoe UI" panose="020B0502040204020203" pitchFamily="34" charset="0"/>
              </a:rPr>
              <a:t>gruppo.engineering</a:t>
            </a:r>
            <a:endParaRPr lang="it-IT" sz="1000" b="0" i="0" kern="1200" spc="-20" baseline="0">
              <a:solidFill>
                <a:schemeClr val="tx1"/>
              </a:solidFill>
              <a:latin typeface="+mn-lt"/>
              <a:ea typeface="+mn-ea"/>
              <a:cs typeface="Segoe UI" panose="020B0502040204020203" pitchFamily="34" charset="0"/>
            </a:endParaRPr>
          </a:p>
          <a:p>
            <a:pPr marL="0" marR="0" lvl="0" indent="0" algn="l" defTabSz="914248" rtl="0" eaLnBrk="1" fontAlgn="auto" latinLnBrk="0" hangingPunct="1">
              <a:lnSpc>
                <a:spcPct val="140000"/>
              </a:lnSpc>
              <a:spcBef>
                <a:spcPts val="750"/>
              </a:spcBef>
              <a:spcAft>
                <a:spcPts val="0"/>
              </a:spcAft>
              <a:buClr>
                <a:schemeClr val="accent1"/>
              </a:buClr>
              <a:buSzPct val="100000"/>
              <a:buFont typeface="Arial" panose="020B0604020202020204" pitchFamily="34" charset="0"/>
              <a:buNone/>
              <a:tabLst/>
              <a:defRPr/>
            </a:pPr>
            <a:r>
              <a:rPr lang="it-IT" sz="1000" b="0" i="0" kern="1200" spc="-20" baseline="0" err="1">
                <a:solidFill>
                  <a:schemeClr val="tx1"/>
                </a:solidFill>
                <a:latin typeface="+mn-lt"/>
                <a:ea typeface="+mn-ea"/>
                <a:cs typeface="Segoe UI" panose="020B0502040204020203" pitchFamily="34" charset="0"/>
              </a:rPr>
              <a:t>LifeAtEngineering</a:t>
            </a:r>
            <a:endParaRPr lang="it-IT" sz="975" b="0" i="0" kern="1200" spc="-20" baseline="0">
              <a:solidFill>
                <a:schemeClr val="tx1"/>
              </a:solidFill>
              <a:latin typeface="+mn-lt"/>
              <a:ea typeface="+mn-ea"/>
              <a:cs typeface="Segoe UI" panose="020B0502040204020203" pitchFamily="34" charset="0"/>
            </a:endParaRPr>
          </a:p>
        </p:txBody>
      </p:sp>
      <p:sp>
        <p:nvSpPr>
          <p:cNvPr id="37" name="Segnaposto testo 8">
            <a:extLst>
              <a:ext uri="{FF2B5EF4-FFF2-40B4-BE49-F238E27FC236}">
                <a16:creationId xmlns:a16="http://schemas.microsoft.com/office/drawing/2014/main" id="{249C8BEE-63EA-1648-BAC6-340DE4C38789}"/>
              </a:ext>
            </a:extLst>
          </p:cNvPr>
          <p:cNvSpPr>
            <a:spLocks noGrp="1"/>
          </p:cNvSpPr>
          <p:nvPr>
            <p:ph type="body" sz="quarter" idx="16" hasCustomPrompt="1"/>
          </p:nvPr>
        </p:nvSpPr>
        <p:spPr>
          <a:xfrm>
            <a:off x="702000" y="234000"/>
            <a:ext cx="5205088" cy="244800"/>
          </a:xfrm>
          <a:prstGeom prst="rect">
            <a:avLst/>
          </a:prstGeom>
        </p:spPr>
        <p:txBody>
          <a:bodyPr vert="horz" lIns="0" tIns="18000" rIns="0" bIns="0" rtlCol="0" anchor="ctr">
            <a:noAutofit/>
          </a:bodyPr>
          <a:lstStyle>
            <a:lvl1pPr marL="0" indent="0">
              <a:lnSpc>
                <a:spcPct val="100000"/>
              </a:lnSpc>
              <a:spcAft>
                <a:spcPts val="0"/>
              </a:spcAft>
              <a:defRPr lang="it-IT" sz="1000" b="1" i="0" kern="1200" spc="0" baseline="0" dirty="0">
                <a:solidFill>
                  <a:schemeClr val="tx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it-IT"/>
              <a:t>ENGINEERING / THE DIGITAL TRANSFORMATION COMPANY</a:t>
            </a:r>
          </a:p>
        </p:txBody>
      </p:sp>
      <p:pic>
        <p:nvPicPr>
          <p:cNvPr id="2" name="Elemento grafico 1">
            <a:extLst>
              <a:ext uri="{FF2B5EF4-FFF2-40B4-BE49-F238E27FC236}">
                <a16:creationId xmlns:a16="http://schemas.microsoft.com/office/drawing/2014/main" id="{B7539DA6-5002-4715-465B-770D4D7C2B5A}"/>
              </a:ext>
            </a:extLst>
          </p:cNvPr>
          <p:cNvPicPr>
            <a:picLocks noChangeAspect="1"/>
          </p:cNvPicPr>
          <p:nvPr/>
        </p:nvPicPr>
        <p:blipFill>
          <a:blip r:embed="rId13" cstate="screen">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1025272" y="4647861"/>
            <a:ext cx="180000" cy="180000"/>
          </a:xfrm>
          <a:prstGeom prst="rect">
            <a:avLst/>
          </a:prstGeom>
        </p:spPr>
      </p:pic>
      <p:pic>
        <p:nvPicPr>
          <p:cNvPr id="3" name="Elemento grafico 2">
            <a:extLst>
              <a:ext uri="{FF2B5EF4-FFF2-40B4-BE49-F238E27FC236}">
                <a16:creationId xmlns:a16="http://schemas.microsoft.com/office/drawing/2014/main" id="{56135C18-ABD8-7B20-139D-7DE24EF76B7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66398" y="6366807"/>
            <a:ext cx="756197" cy="237600"/>
          </a:xfrm>
          <a:prstGeom prst="rect">
            <a:avLst/>
          </a:prstGeom>
        </p:spPr>
      </p:pic>
      <p:sp>
        <p:nvSpPr>
          <p:cNvPr id="4" name="Rettangolo 3">
            <a:extLst>
              <a:ext uri="{FF2B5EF4-FFF2-40B4-BE49-F238E27FC236}">
                <a16:creationId xmlns:a16="http://schemas.microsoft.com/office/drawing/2014/main" id="{32AB8E69-3F4F-AD11-3F47-FDCF236486B7}"/>
              </a:ext>
            </a:extLst>
          </p:cNvPr>
          <p:cNvSpPr/>
          <p:nvPr userDrawn="1"/>
        </p:nvSpPr>
        <p:spPr>
          <a:xfrm>
            <a:off x="0" y="234001"/>
            <a:ext cx="251999" cy="251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0" spc="0"/>
          </a:p>
        </p:txBody>
      </p:sp>
      <p:grpSp>
        <p:nvGrpSpPr>
          <p:cNvPr id="8" name="Gruppo 7">
            <a:extLst>
              <a:ext uri="{FF2B5EF4-FFF2-40B4-BE49-F238E27FC236}">
                <a16:creationId xmlns:a16="http://schemas.microsoft.com/office/drawing/2014/main" id="{3AF310F2-41B8-6714-085E-AF79DA7F4B3D}"/>
              </a:ext>
            </a:extLst>
          </p:cNvPr>
          <p:cNvGrpSpPr/>
          <p:nvPr userDrawn="1"/>
        </p:nvGrpSpPr>
        <p:grpSpPr>
          <a:xfrm>
            <a:off x="10593600" y="6517778"/>
            <a:ext cx="1598400" cy="107722"/>
            <a:chOff x="10593600" y="6517778"/>
            <a:chExt cx="1598400" cy="107722"/>
          </a:xfrm>
        </p:grpSpPr>
        <p:sp>
          <p:nvSpPr>
            <p:cNvPr id="9" name="CasellaDiTesto 8">
              <a:extLst>
                <a:ext uri="{FF2B5EF4-FFF2-40B4-BE49-F238E27FC236}">
                  <a16:creationId xmlns:a16="http://schemas.microsoft.com/office/drawing/2014/main" id="{C5E31017-DFDE-D577-D234-5AC5F746113B}"/>
                </a:ext>
              </a:extLst>
            </p:cNvPr>
            <p:cNvSpPr txBox="1"/>
            <p:nvPr userDrawn="1"/>
          </p:nvSpPr>
          <p:spPr>
            <a:xfrm>
              <a:off x="10593600" y="6517778"/>
              <a:ext cx="899285" cy="107722"/>
            </a:xfrm>
            <a:prstGeom prst="rect">
              <a:avLst/>
            </a:prstGeom>
            <a:noFill/>
          </p:spPr>
          <p:txBody>
            <a:bodyPr wrap="none" lIns="0" tIns="0" rIns="0" bIns="0" rtlCol="0">
              <a:spAutoFit/>
            </a:bodyPr>
            <a:lstStyle/>
            <a:p>
              <a:pPr algn="r"/>
              <a:r>
                <a:rPr lang="it-IT" sz="700" b="0" i="0" spc="0">
                  <a:solidFill>
                    <a:schemeClr val="tx1"/>
                  </a:solidFill>
                  <a:latin typeface="+mn-lt"/>
                  <a:cs typeface="Segoe UI" panose="020B0502040204020203" pitchFamily="34" charset="0"/>
                  <a:sym typeface="Symbol"/>
                </a:rPr>
                <a:t> Engineering Group</a:t>
              </a:r>
            </a:p>
          </p:txBody>
        </p:sp>
        <p:cxnSp>
          <p:nvCxnSpPr>
            <p:cNvPr id="10" name="Connettore 1 9">
              <a:extLst>
                <a:ext uri="{FF2B5EF4-FFF2-40B4-BE49-F238E27FC236}">
                  <a16:creationId xmlns:a16="http://schemas.microsoft.com/office/drawing/2014/main" id="{05E5DF47-12BB-13A9-62D1-3B9DC30F7108}"/>
                </a:ext>
              </a:extLst>
            </p:cNvPr>
            <p:cNvCxnSpPr>
              <a:cxnSpLocks/>
            </p:cNvCxnSpPr>
            <p:nvPr userDrawn="1"/>
          </p:nvCxnSpPr>
          <p:spPr>
            <a:xfrm>
              <a:off x="11613824" y="6571639"/>
              <a:ext cx="57817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748176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62BB60B-9C5C-3D18-D8E6-5DD07C7C8041}"/>
              </a:ext>
            </a:extLst>
          </p:cNvPr>
          <p:cNvGraphicFramePr>
            <a:graphicFrameLocks noChangeAspect="1"/>
          </p:cNvGraphicFramePr>
          <p:nvPr userDrawn="1">
            <p:custDataLst>
              <p:tags r:id="rId1"/>
            </p:custDataLst>
            <p:extLst>
              <p:ext uri="{D42A27DB-BD31-4B8C-83A1-F6EECF244321}">
                <p14:modId xmlns:p14="http://schemas.microsoft.com/office/powerpoint/2010/main" val="42427646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4" name="think-cell data - do not delete" hidden="1">
                        <a:extLst>
                          <a:ext uri="{FF2B5EF4-FFF2-40B4-BE49-F238E27FC236}">
                            <a16:creationId xmlns:a16="http://schemas.microsoft.com/office/drawing/2014/main" id="{B62BB60B-9C5C-3D18-D8E6-5DD07C7C804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9" name="Segnaposto immagine 28">
            <a:extLst>
              <a:ext uri="{FF2B5EF4-FFF2-40B4-BE49-F238E27FC236}">
                <a16:creationId xmlns:a16="http://schemas.microsoft.com/office/drawing/2014/main" id="{BFEF6121-4E47-7C49-B558-8CF2A3DE90CD}"/>
              </a:ext>
            </a:extLst>
          </p:cNvPr>
          <p:cNvSpPr>
            <a:spLocks noGrp="1"/>
          </p:cNvSpPr>
          <p:nvPr>
            <p:ph type="pic" sz="quarter" idx="11" hasCustomPrompt="1"/>
          </p:nvPr>
        </p:nvSpPr>
        <p:spPr>
          <a:xfrm>
            <a:off x="6095999" y="0"/>
            <a:ext cx="6111325" cy="6858000"/>
          </a:xfrm>
          <a:prstGeom prst="rect">
            <a:avLst/>
          </a:prstGeom>
          <a:solidFill>
            <a:schemeClr val="accent6">
              <a:lumMod val="20000"/>
              <a:lumOff val="80000"/>
            </a:schemeClr>
          </a:solidFill>
        </p:spPr>
        <p:txBody>
          <a:bodyPr wrap="square" anchor="ctr">
            <a:noAutofit/>
          </a:bodyPr>
          <a:lstStyle>
            <a:lvl1pPr marL="0" indent="0" algn="ctr">
              <a:buFont typeface="Arial" panose="020B0604020202020204" pitchFamily="34" charset="0"/>
              <a:buNone/>
              <a:defRPr b="0" i="0">
                <a:solidFill>
                  <a:schemeClr val="accent6"/>
                </a:solidFill>
              </a:defRPr>
            </a:lvl1pPr>
          </a:lstStyle>
          <a:p>
            <a:r>
              <a:rPr lang="it-IT"/>
              <a:t>Trascina un'immagine o fai click sull'icona</a:t>
            </a:r>
          </a:p>
        </p:txBody>
      </p:sp>
      <p:sp>
        <p:nvSpPr>
          <p:cNvPr id="5" name="Segnaposto piè di pagina 4">
            <a:extLst>
              <a:ext uri="{FF2B5EF4-FFF2-40B4-BE49-F238E27FC236}">
                <a16:creationId xmlns:a16="http://schemas.microsoft.com/office/drawing/2014/main" id="{1B46DF20-A210-134E-846A-7C8D0BB6706C}"/>
              </a:ext>
            </a:extLst>
          </p:cNvPr>
          <p:cNvSpPr>
            <a:spLocks noGrp="1"/>
          </p:cNvSpPr>
          <p:nvPr>
            <p:ph type="ftr" sz="quarter" idx="17"/>
          </p:nvPr>
        </p:nvSpPr>
        <p:spPr>
          <a:xfrm>
            <a:off x="6329237" y="234000"/>
            <a:ext cx="5163648" cy="244800"/>
          </a:xfrm>
          <a:prstGeom prst="rect">
            <a:avLst/>
          </a:prstGeom>
        </p:spPr>
        <p:txBody>
          <a:bodyPr/>
          <a:lstStyle>
            <a:lvl1pPr>
              <a:defRPr>
                <a:solidFill>
                  <a:schemeClr val="bg1"/>
                </a:solidFill>
              </a:defRPr>
            </a:lvl1pPr>
          </a:lstStyle>
          <a:p>
            <a:endParaRPr lang="it-IT"/>
          </a:p>
        </p:txBody>
      </p:sp>
      <p:sp>
        <p:nvSpPr>
          <p:cNvPr id="7" name="Segnaposto numero diapositiva 6">
            <a:extLst>
              <a:ext uri="{FF2B5EF4-FFF2-40B4-BE49-F238E27FC236}">
                <a16:creationId xmlns:a16="http://schemas.microsoft.com/office/drawing/2014/main" id="{B12E566E-AD99-4B4A-BB09-B3E842A9F675}"/>
              </a:ext>
            </a:extLst>
          </p:cNvPr>
          <p:cNvSpPr>
            <a:spLocks noGrp="1"/>
          </p:cNvSpPr>
          <p:nvPr>
            <p:ph type="sldNum" sz="quarter" idx="18"/>
          </p:nvPr>
        </p:nvSpPr>
        <p:spPr/>
        <p:txBody>
          <a:bodyPr/>
          <a:lstStyle>
            <a:lvl1pPr>
              <a:defRPr>
                <a:solidFill>
                  <a:schemeClr val="bg1"/>
                </a:solidFill>
              </a:defRPr>
            </a:lvl1pPr>
          </a:lstStyle>
          <a:p>
            <a:fld id="{98BF7C3C-24CC-6140-8A22-738C44F1CFEB}" type="slidenum">
              <a:rPr lang="it-IT" smtClean="0"/>
              <a:pPr/>
              <a:t>‹#›</a:t>
            </a:fld>
            <a:endParaRPr lang="it-IT"/>
          </a:p>
        </p:txBody>
      </p:sp>
      <p:sp>
        <p:nvSpPr>
          <p:cNvPr id="12" name="Segnaposto testo 11">
            <a:extLst>
              <a:ext uri="{FF2B5EF4-FFF2-40B4-BE49-F238E27FC236}">
                <a16:creationId xmlns:a16="http://schemas.microsoft.com/office/drawing/2014/main" id="{7CCDC2D9-F2CC-404E-A187-234B94963FA6}"/>
              </a:ext>
            </a:extLst>
          </p:cNvPr>
          <p:cNvSpPr>
            <a:spLocks noGrp="1"/>
          </p:cNvSpPr>
          <p:nvPr>
            <p:ph type="body" sz="quarter" idx="20" hasCustomPrompt="1"/>
          </p:nvPr>
        </p:nvSpPr>
        <p:spPr>
          <a:xfrm>
            <a:off x="696448" y="2832106"/>
            <a:ext cx="5210640" cy="3081730"/>
          </a:xfrm>
        </p:spPr>
        <p:txBody>
          <a:bodyPr anchor="t">
            <a:normAutofit/>
          </a:bodyPr>
          <a:lstStyle>
            <a:lvl1pPr marL="180000" indent="-180000" algn="l">
              <a:buFont typeface="Arial" panose="020B0604020202020204" pitchFamily="34" charset="0"/>
              <a:buChar char="•"/>
              <a:defRPr sz="1400" b="0" i="0"/>
            </a:lvl1pPr>
          </a:lstStyle>
          <a:p>
            <a:pPr lvl="0"/>
            <a:r>
              <a:rPr lang="it-IT"/>
              <a:t>Titolo della sezione</a:t>
            </a:r>
          </a:p>
        </p:txBody>
      </p:sp>
      <p:sp>
        <p:nvSpPr>
          <p:cNvPr id="2" name="Titolo 1">
            <a:extLst>
              <a:ext uri="{FF2B5EF4-FFF2-40B4-BE49-F238E27FC236}">
                <a16:creationId xmlns:a16="http://schemas.microsoft.com/office/drawing/2014/main" id="{8CAA164A-95D1-764C-8DE7-DD0907B29910}"/>
              </a:ext>
            </a:extLst>
          </p:cNvPr>
          <p:cNvSpPr>
            <a:spLocks noGrp="1"/>
          </p:cNvSpPr>
          <p:nvPr>
            <p:ph type="title" hasCustomPrompt="1"/>
          </p:nvPr>
        </p:nvSpPr>
        <p:spPr>
          <a:xfrm>
            <a:off x="701313" y="1504800"/>
            <a:ext cx="5205775" cy="1086735"/>
          </a:xfrm>
        </p:spPr>
        <p:txBody>
          <a:bodyPr vert="horz"/>
          <a:lstStyle>
            <a:lvl1pPr>
              <a:defRPr sz="2600" b="1" i="0"/>
            </a:lvl1pPr>
          </a:lstStyle>
          <a:p>
            <a:r>
              <a:rPr lang="it-IT"/>
              <a:t>Agenda</a:t>
            </a:r>
          </a:p>
        </p:txBody>
      </p:sp>
      <p:sp>
        <p:nvSpPr>
          <p:cNvPr id="14" name="Segnaposto testo 8">
            <a:extLst>
              <a:ext uri="{FF2B5EF4-FFF2-40B4-BE49-F238E27FC236}">
                <a16:creationId xmlns:a16="http://schemas.microsoft.com/office/drawing/2014/main" id="{650B7AD8-2233-904A-9609-1784339723CC}"/>
              </a:ext>
            </a:extLst>
          </p:cNvPr>
          <p:cNvSpPr>
            <a:spLocks noGrp="1"/>
          </p:cNvSpPr>
          <p:nvPr>
            <p:ph type="body" sz="quarter" idx="13" hasCustomPrompt="1"/>
          </p:nvPr>
        </p:nvSpPr>
        <p:spPr>
          <a:xfrm>
            <a:off x="702000" y="234000"/>
            <a:ext cx="5205088" cy="244800"/>
          </a:xfrm>
          <a:prstGeom prst="rect">
            <a:avLst/>
          </a:prstGeom>
        </p:spPr>
        <p:txBody>
          <a:bodyPr vert="horz" lIns="0" tIns="18000" rIns="0" bIns="0" rtlCol="0" anchor="ctr">
            <a:noAutofit/>
          </a:bodyPr>
          <a:lstStyle>
            <a:lvl1pPr marL="0" indent="0">
              <a:lnSpc>
                <a:spcPct val="100000"/>
              </a:lnSpc>
              <a:spcAft>
                <a:spcPts val="0"/>
              </a:spcAft>
              <a:defRPr lang="it-IT" sz="1000" b="1" i="0" kern="1200" spc="0" baseline="0">
                <a:solidFill>
                  <a:schemeClr val="tx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it-IT"/>
              <a:t>ENGINEERING / THE DIGITAL TRANSFORMATION COMPANY</a:t>
            </a:r>
          </a:p>
        </p:txBody>
      </p:sp>
      <p:cxnSp>
        <p:nvCxnSpPr>
          <p:cNvPr id="3" name="Connettore 1 2">
            <a:extLst>
              <a:ext uri="{FF2B5EF4-FFF2-40B4-BE49-F238E27FC236}">
                <a16:creationId xmlns:a16="http://schemas.microsoft.com/office/drawing/2014/main" id="{9902944B-47AC-C117-D28D-BA2B5EF33629}"/>
              </a:ext>
            </a:extLst>
          </p:cNvPr>
          <p:cNvCxnSpPr/>
          <p:nvPr userDrawn="1"/>
        </p:nvCxnSpPr>
        <p:spPr>
          <a:xfrm>
            <a:off x="700306" y="1307805"/>
            <a:ext cx="710708"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18032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Night">
    <p:bg>
      <p:bgRef idx="1001">
        <a:schemeClr val="bg1"/>
      </p:bgRef>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24FC189-EEC4-E43F-6DCC-E418ACC5E1F1}"/>
              </a:ext>
            </a:extLst>
          </p:cNvPr>
          <p:cNvGraphicFramePr>
            <a:graphicFrameLocks noChangeAspect="1"/>
          </p:cNvGraphicFramePr>
          <p:nvPr userDrawn="1">
            <p:custDataLst>
              <p:tags r:id="rId1"/>
            </p:custDataLst>
            <p:extLst>
              <p:ext uri="{D42A27DB-BD31-4B8C-83A1-F6EECF244321}">
                <p14:modId xmlns:p14="http://schemas.microsoft.com/office/powerpoint/2010/main" val="22729067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6" name="think-cell data - do not delete" hidden="1">
                        <a:extLst>
                          <a:ext uri="{FF2B5EF4-FFF2-40B4-BE49-F238E27FC236}">
                            <a16:creationId xmlns:a16="http://schemas.microsoft.com/office/drawing/2014/main" id="{F24FC189-EEC4-E43F-6DCC-E418ACC5E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9" name="Segnaposto immagine 28">
            <a:extLst>
              <a:ext uri="{FF2B5EF4-FFF2-40B4-BE49-F238E27FC236}">
                <a16:creationId xmlns:a16="http://schemas.microsoft.com/office/drawing/2014/main" id="{BFEF6121-4E47-7C49-B558-8CF2A3DE90CD}"/>
              </a:ext>
            </a:extLst>
          </p:cNvPr>
          <p:cNvSpPr>
            <a:spLocks noGrp="1"/>
          </p:cNvSpPr>
          <p:nvPr>
            <p:ph type="pic" sz="quarter" idx="11" hasCustomPrompt="1"/>
          </p:nvPr>
        </p:nvSpPr>
        <p:spPr>
          <a:xfrm>
            <a:off x="6095999" y="0"/>
            <a:ext cx="6111325" cy="6858000"/>
          </a:xfrm>
          <a:prstGeom prst="rect">
            <a:avLst/>
          </a:prstGeom>
          <a:solidFill>
            <a:schemeClr val="accent6">
              <a:lumMod val="20000"/>
              <a:lumOff val="80000"/>
            </a:schemeClr>
          </a:solidFill>
        </p:spPr>
        <p:txBody>
          <a:bodyPr wrap="square" anchor="ctr">
            <a:noAutofit/>
          </a:bodyPr>
          <a:lstStyle>
            <a:lvl1pPr marL="0" indent="0" algn="ctr">
              <a:buFont typeface="Arial" panose="020B0604020202020204" pitchFamily="34" charset="0"/>
              <a:buNone/>
              <a:defRPr b="0" i="0">
                <a:solidFill>
                  <a:schemeClr val="accent6"/>
                </a:solidFill>
              </a:defRPr>
            </a:lvl1pPr>
          </a:lstStyle>
          <a:p>
            <a:r>
              <a:rPr lang="it-IT"/>
              <a:t>Trascina un'immagine o fai click sull'icona</a:t>
            </a:r>
          </a:p>
        </p:txBody>
      </p:sp>
      <p:sp>
        <p:nvSpPr>
          <p:cNvPr id="5" name="Segnaposto piè di pagina 4">
            <a:extLst>
              <a:ext uri="{FF2B5EF4-FFF2-40B4-BE49-F238E27FC236}">
                <a16:creationId xmlns:a16="http://schemas.microsoft.com/office/drawing/2014/main" id="{1B46DF20-A210-134E-846A-7C8D0BB6706C}"/>
              </a:ext>
            </a:extLst>
          </p:cNvPr>
          <p:cNvSpPr>
            <a:spLocks noGrp="1"/>
          </p:cNvSpPr>
          <p:nvPr>
            <p:ph type="ftr" sz="quarter" idx="17"/>
          </p:nvPr>
        </p:nvSpPr>
        <p:spPr>
          <a:xfrm>
            <a:off x="6329237" y="234000"/>
            <a:ext cx="5163648" cy="244800"/>
          </a:xfrm>
          <a:prstGeom prst="rect">
            <a:avLst/>
          </a:prstGeom>
        </p:spPr>
        <p:txBody>
          <a:bodyPr/>
          <a:lstStyle>
            <a:lvl1pPr>
              <a:defRPr>
                <a:solidFill>
                  <a:schemeClr val="tx1"/>
                </a:solidFill>
              </a:defRPr>
            </a:lvl1pPr>
          </a:lstStyle>
          <a:p>
            <a:endParaRPr lang="it-IT"/>
          </a:p>
        </p:txBody>
      </p:sp>
      <p:sp>
        <p:nvSpPr>
          <p:cNvPr id="7" name="Segnaposto numero diapositiva 6">
            <a:extLst>
              <a:ext uri="{FF2B5EF4-FFF2-40B4-BE49-F238E27FC236}">
                <a16:creationId xmlns:a16="http://schemas.microsoft.com/office/drawing/2014/main" id="{B12E566E-AD99-4B4A-BB09-B3E842A9F675}"/>
              </a:ext>
            </a:extLst>
          </p:cNvPr>
          <p:cNvSpPr>
            <a:spLocks noGrp="1"/>
          </p:cNvSpPr>
          <p:nvPr>
            <p:ph type="sldNum" sz="quarter" idx="18"/>
          </p:nvPr>
        </p:nvSpPr>
        <p:spPr/>
        <p:txBody>
          <a:bodyPr/>
          <a:lstStyle/>
          <a:p>
            <a:fld id="{98BF7C3C-24CC-6140-8A22-738C44F1CFEB}" type="slidenum">
              <a:rPr lang="it-IT" smtClean="0"/>
              <a:pPr/>
              <a:t>‹#›</a:t>
            </a:fld>
            <a:endParaRPr lang="it-IT"/>
          </a:p>
        </p:txBody>
      </p:sp>
      <p:sp>
        <p:nvSpPr>
          <p:cNvPr id="12" name="Segnaposto testo 11">
            <a:extLst>
              <a:ext uri="{FF2B5EF4-FFF2-40B4-BE49-F238E27FC236}">
                <a16:creationId xmlns:a16="http://schemas.microsoft.com/office/drawing/2014/main" id="{7CCDC2D9-F2CC-404E-A187-234B94963FA6}"/>
              </a:ext>
            </a:extLst>
          </p:cNvPr>
          <p:cNvSpPr>
            <a:spLocks noGrp="1"/>
          </p:cNvSpPr>
          <p:nvPr>
            <p:ph type="body" sz="quarter" idx="20" hasCustomPrompt="1"/>
          </p:nvPr>
        </p:nvSpPr>
        <p:spPr>
          <a:xfrm>
            <a:off x="696448" y="2832106"/>
            <a:ext cx="5210640" cy="3081730"/>
          </a:xfrm>
        </p:spPr>
        <p:txBody>
          <a:bodyPr anchor="t">
            <a:normAutofit/>
          </a:bodyPr>
          <a:lstStyle>
            <a:lvl1pPr marL="180000" indent="-180000" algn="l">
              <a:buFont typeface="Arial" panose="020B0604020202020204" pitchFamily="34" charset="0"/>
              <a:buChar char="•"/>
              <a:defRPr sz="1400" b="0" i="0"/>
            </a:lvl1pPr>
          </a:lstStyle>
          <a:p>
            <a:pPr lvl="0"/>
            <a:r>
              <a:rPr lang="it-IT"/>
              <a:t>Titolo della sezione</a:t>
            </a:r>
          </a:p>
        </p:txBody>
      </p:sp>
      <p:sp>
        <p:nvSpPr>
          <p:cNvPr id="2" name="Titolo 1">
            <a:extLst>
              <a:ext uri="{FF2B5EF4-FFF2-40B4-BE49-F238E27FC236}">
                <a16:creationId xmlns:a16="http://schemas.microsoft.com/office/drawing/2014/main" id="{8CAA164A-95D1-764C-8DE7-DD0907B29910}"/>
              </a:ext>
            </a:extLst>
          </p:cNvPr>
          <p:cNvSpPr>
            <a:spLocks noGrp="1"/>
          </p:cNvSpPr>
          <p:nvPr>
            <p:ph type="title" hasCustomPrompt="1"/>
          </p:nvPr>
        </p:nvSpPr>
        <p:spPr>
          <a:xfrm>
            <a:off x="701313" y="1504800"/>
            <a:ext cx="5205775" cy="1086735"/>
          </a:xfrm>
        </p:spPr>
        <p:txBody>
          <a:bodyPr vert="horz"/>
          <a:lstStyle>
            <a:lvl1pPr>
              <a:defRPr sz="2600" b="1" i="0"/>
            </a:lvl1pPr>
          </a:lstStyle>
          <a:p>
            <a:r>
              <a:rPr lang="it-IT"/>
              <a:t>Agenda</a:t>
            </a:r>
          </a:p>
        </p:txBody>
      </p:sp>
      <p:sp>
        <p:nvSpPr>
          <p:cNvPr id="14" name="Segnaposto testo 8">
            <a:extLst>
              <a:ext uri="{FF2B5EF4-FFF2-40B4-BE49-F238E27FC236}">
                <a16:creationId xmlns:a16="http://schemas.microsoft.com/office/drawing/2014/main" id="{650B7AD8-2233-904A-9609-1784339723CC}"/>
              </a:ext>
            </a:extLst>
          </p:cNvPr>
          <p:cNvSpPr>
            <a:spLocks noGrp="1"/>
          </p:cNvSpPr>
          <p:nvPr>
            <p:ph type="body" sz="quarter" idx="13" hasCustomPrompt="1"/>
          </p:nvPr>
        </p:nvSpPr>
        <p:spPr>
          <a:xfrm>
            <a:off x="702000" y="234000"/>
            <a:ext cx="5205088" cy="244800"/>
          </a:xfrm>
          <a:prstGeom prst="rect">
            <a:avLst/>
          </a:prstGeom>
        </p:spPr>
        <p:txBody>
          <a:bodyPr vert="horz" lIns="0" tIns="18000" rIns="0" bIns="0" rtlCol="0" anchor="ctr">
            <a:noAutofit/>
          </a:bodyPr>
          <a:lstStyle>
            <a:lvl1pPr marL="0" indent="0">
              <a:lnSpc>
                <a:spcPct val="100000"/>
              </a:lnSpc>
              <a:spcAft>
                <a:spcPts val="0"/>
              </a:spcAft>
              <a:defRPr lang="it-IT" sz="1000" b="1" i="0" kern="1200" spc="0" baseline="0" dirty="0">
                <a:solidFill>
                  <a:schemeClr val="tx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it-IT"/>
              <a:t>ENGINEERING / THE DIGITAL TRANSFORMATION COMPANY</a:t>
            </a:r>
          </a:p>
        </p:txBody>
      </p:sp>
      <p:cxnSp>
        <p:nvCxnSpPr>
          <p:cNvPr id="3" name="Connettore 1 2">
            <a:extLst>
              <a:ext uri="{FF2B5EF4-FFF2-40B4-BE49-F238E27FC236}">
                <a16:creationId xmlns:a16="http://schemas.microsoft.com/office/drawing/2014/main" id="{9902944B-47AC-C117-D28D-BA2B5EF33629}"/>
              </a:ext>
            </a:extLst>
          </p:cNvPr>
          <p:cNvCxnSpPr/>
          <p:nvPr userDrawn="1"/>
        </p:nvCxnSpPr>
        <p:spPr>
          <a:xfrm>
            <a:off x="700306" y="1307805"/>
            <a:ext cx="71070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Rettangolo 3">
            <a:extLst>
              <a:ext uri="{FF2B5EF4-FFF2-40B4-BE49-F238E27FC236}">
                <a16:creationId xmlns:a16="http://schemas.microsoft.com/office/drawing/2014/main" id="{376D0209-C4A7-F10F-5A5E-47F1404C02F1}"/>
              </a:ext>
            </a:extLst>
          </p:cNvPr>
          <p:cNvSpPr/>
          <p:nvPr userDrawn="1"/>
        </p:nvSpPr>
        <p:spPr>
          <a:xfrm>
            <a:off x="0" y="234001"/>
            <a:ext cx="251999" cy="251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0" spc="0"/>
          </a:p>
        </p:txBody>
      </p:sp>
    </p:spTree>
    <p:extLst>
      <p:ext uri="{BB962C8B-B14F-4D97-AF65-F5344CB8AC3E}">
        <p14:creationId xmlns:p14="http://schemas.microsoft.com/office/powerpoint/2010/main" val="23221162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ntestazione sezione">
    <p:bg>
      <p:bgPr>
        <a:solidFill>
          <a:schemeClr val="tx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8A884DD-CE17-DA4A-B405-06E42AFCC781}"/>
              </a:ext>
            </a:extLst>
          </p:cNvPr>
          <p:cNvGraphicFramePr>
            <a:graphicFrameLocks noChangeAspect="1"/>
          </p:cNvGraphicFramePr>
          <p:nvPr userDrawn="1">
            <p:custDataLst>
              <p:tags r:id="rId1"/>
            </p:custDataLst>
            <p:extLst>
              <p:ext uri="{D42A27DB-BD31-4B8C-83A1-F6EECF244321}">
                <p14:modId xmlns:p14="http://schemas.microsoft.com/office/powerpoint/2010/main" val="34759766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6" name="think-cell data - do not delete" hidden="1">
                        <a:extLst>
                          <a:ext uri="{FF2B5EF4-FFF2-40B4-BE49-F238E27FC236}">
                            <a16:creationId xmlns:a16="http://schemas.microsoft.com/office/drawing/2014/main" id="{48A884DD-CE17-DA4A-B405-06E42AFCC7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Segnaposto immagine 8">
            <a:extLst>
              <a:ext uri="{FF2B5EF4-FFF2-40B4-BE49-F238E27FC236}">
                <a16:creationId xmlns:a16="http://schemas.microsoft.com/office/drawing/2014/main" id="{62CBE3F3-F375-8C40-8A86-A3598E969B12}"/>
              </a:ext>
            </a:extLst>
          </p:cNvPr>
          <p:cNvSpPr>
            <a:spLocks noGrp="1"/>
          </p:cNvSpPr>
          <p:nvPr>
            <p:ph type="pic" sz="quarter" idx="17" hasCustomPrompt="1"/>
          </p:nvPr>
        </p:nvSpPr>
        <p:spPr>
          <a:xfrm>
            <a:off x="6095999" y="0"/>
            <a:ext cx="6111325" cy="6858000"/>
          </a:xfrm>
          <a:prstGeom prst="rect">
            <a:avLst/>
          </a:prstGeom>
          <a:solidFill>
            <a:schemeClr val="accent6">
              <a:lumMod val="20000"/>
              <a:lumOff val="80000"/>
            </a:schemeClr>
          </a:solidFill>
        </p:spPr>
        <p:txBody>
          <a:bodyPr wrap="square" anchor="ctr">
            <a:noAutofit/>
          </a:bodyPr>
          <a:lstStyle>
            <a:lvl1pPr marL="0" indent="0" algn="ctr">
              <a:buFont typeface="Arial" panose="020B0604020202020204" pitchFamily="34" charset="0"/>
              <a:buNone/>
              <a:defRPr b="0" i="0">
                <a:solidFill>
                  <a:schemeClr val="accent6"/>
                </a:solidFill>
              </a:defRPr>
            </a:lvl1pPr>
          </a:lstStyle>
          <a:p>
            <a:r>
              <a:rPr lang="it-IT"/>
              <a:t>Trascina un'immagine o fai click sull'icona</a:t>
            </a:r>
          </a:p>
        </p:txBody>
      </p:sp>
      <p:sp>
        <p:nvSpPr>
          <p:cNvPr id="7" name="Segnaposto numero diapositiva 6">
            <a:extLst>
              <a:ext uri="{FF2B5EF4-FFF2-40B4-BE49-F238E27FC236}">
                <a16:creationId xmlns:a16="http://schemas.microsoft.com/office/drawing/2014/main" id="{E4EB8691-76B4-F044-9E07-D5687157164B}"/>
              </a:ext>
            </a:extLst>
          </p:cNvPr>
          <p:cNvSpPr>
            <a:spLocks noGrp="1"/>
          </p:cNvSpPr>
          <p:nvPr>
            <p:ph type="sldNum" sz="quarter" idx="16"/>
          </p:nvPr>
        </p:nvSpPr>
        <p:spPr/>
        <p:txBody>
          <a:bodyPr/>
          <a:lstStyle>
            <a:lvl1pPr>
              <a:defRPr>
                <a:solidFill>
                  <a:schemeClr val="bg1"/>
                </a:solidFill>
              </a:defRPr>
            </a:lvl1pPr>
          </a:lstStyle>
          <a:p>
            <a:fld id="{98BF7C3C-24CC-6140-8A22-738C44F1CFEB}" type="slidenum">
              <a:rPr lang="it-IT" smtClean="0"/>
              <a:pPr/>
              <a:t>‹#›</a:t>
            </a:fld>
            <a:endParaRPr lang="it-IT"/>
          </a:p>
        </p:txBody>
      </p:sp>
      <p:sp>
        <p:nvSpPr>
          <p:cNvPr id="12" name="Titolo 1">
            <a:extLst>
              <a:ext uri="{FF2B5EF4-FFF2-40B4-BE49-F238E27FC236}">
                <a16:creationId xmlns:a16="http://schemas.microsoft.com/office/drawing/2014/main" id="{3412A7C2-60A7-C147-9EE9-89EA3D457AFD}"/>
              </a:ext>
            </a:extLst>
          </p:cNvPr>
          <p:cNvSpPr>
            <a:spLocks noGrp="1"/>
          </p:cNvSpPr>
          <p:nvPr>
            <p:ph type="ctrTitle" hasCustomPrompt="1"/>
          </p:nvPr>
        </p:nvSpPr>
        <p:spPr>
          <a:xfrm>
            <a:off x="700306" y="1504800"/>
            <a:ext cx="5206782" cy="1087200"/>
          </a:xfrm>
        </p:spPr>
        <p:txBody>
          <a:bodyPr vert="horz" anchor="t">
            <a:noAutofit/>
          </a:bodyPr>
          <a:lstStyle>
            <a:lvl1pPr algn="l">
              <a:defRPr sz="2600" b="1" i="0">
                <a:solidFill>
                  <a:schemeClr val="bg1"/>
                </a:solidFill>
              </a:defRPr>
            </a:lvl1pPr>
          </a:lstStyle>
          <a:p>
            <a:r>
              <a:rPr lang="en-GB" noProof="0" err="1"/>
              <a:t>Titolo</a:t>
            </a:r>
            <a:r>
              <a:rPr lang="en-GB" noProof="0"/>
              <a:t> </a:t>
            </a:r>
            <a:r>
              <a:rPr lang="en-GB" noProof="0" err="1"/>
              <a:t>della</a:t>
            </a:r>
            <a:r>
              <a:rPr lang="en-GB" noProof="0"/>
              <a:t> </a:t>
            </a:r>
            <a:r>
              <a:rPr lang="en-GB" noProof="0" err="1"/>
              <a:t>sezione</a:t>
            </a:r>
            <a:br>
              <a:rPr lang="en-GB" noProof="0"/>
            </a:br>
            <a:r>
              <a:rPr lang="en-GB" noProof="0" err="1"/>
              <a:t>CocoEng</a:t>
            </a:r>
            <a:r>
              <a:rPr lang="en-GB" noProof="0"/>
              <a:t> 26pt</a:t>
            </a:r>
            <a:br>
              <a:rPr lang="en-GB" noProof="0"/>
            </a:br>
            <a:r>
              <a:rPr lang="en-GB" noProof="0"/>
              <a:t>Massimo </a:t>
            </a:r>
            <a:r>
              <a:rPr lang="en-GB" noProof="0" err="1"/>
              <a:t>tre</a:t>
            </a:r>
            <a:r>
              <a:rPr lang="en-GB" noProof="0"/>
              <a:t> </a:t>
            </a:r>
            <a:r>
              <a:rPr lang="en-GB" noProof="0" err="1"/>
              <a:t>righe</a:t>
            </a:r>
            <a:endParaRPr lang="it-IT"/>
          </a:p>
        </p:txBody>
      </p:sp>
      <p:sp>
        <p:nvSpPr>
          <p:cNvPr id="13" name="Sottotitolo 2">
            <a:extLst>
              <a:ext uri="{FF2B5EF4-FFF2-40B4-BE49-F238E27FC236}">
                <a16:creationId xmlns:a16="http://schemas.microsoft.com/office/drawing/2014/main" id="{43DEB81A-8485-FB4D-914B-2DF75789D09E}"/>
              </a:ext>
            </a:extLst>
          </p:cNvPr>
          <p:cNvSpPr>
            <a:spLocks noGrp="1"/>
          </p:cNvSpPr>
          <p:nvPr>
            <p:ph type="subTitle" idx="1" hasCustomPrompt="1"/>
          </p:nvPr>
        </p:nvSpPr>
        <p:spPr>
          <a:xfrm>
            <a:off x="694800" y="2833200"/>
            <a:ext cx="5212800" cy="3081600"/>
          </a:xfrm>
          <a:prstGeom prst="rect">
            <a:avLst/>
          </a:prstGeom>
        </p:spPr>
        <p:txBody>
          <a:bodyPr>
            <a:noAutofit/>
          </a:bodyPr>
          <a:lstStyle>
            <a:lvl1pPr marL="180000" indent="-180000" algn="l">
              <a:lnSpc>
                <a:spcPct val="110000"/>
              </a:lnSpc>
              <a:buFont typeface="Arial" panose="020B0604020202020204" pitchFamily="34" charset="0"/>
              <a:buChar char="•"/>
              <a:defRPr lang="it-IT" sz="1400" b="0" i="0" kern="1200" spc="0" baseline="0" dirty="0">
                <a:solidFill>
                  <a:schemeClr val="bg1">
                    <a:lumMod val="50000"/>
                  </a:schemeClr>
                </a:solidFill>
                <a:latin typeface="+mn-lt"/>
                <a:ea typeface="+mn-ea"/>
                <a:cs typeface="Segoe UI" panose="020B0502040204020203" pitchFamily="34" charset="0"/>
              </a:defRPr>
            </a:lvl1pPr>
            <a:lvl2pPr marL="457124" indent="0" algn="ctr">
              <a:buNone/>
              <a:defRPr sz="2000"/>
            </a:lvl2pPr>
            <a:lvl3pPr marL="914248" indent="0" algn="ctr">
              <a:buNone/>
              <a:defRPr sz="1800"/>
            </a:lvl3pPr>
            <a:lvl4pPr marL="1371371" indent="0" algn="ctr">
              <a:buNone/>
              <a:defRPr sz="1600"/>
            </a:lvl4pPr>
            <a:lvl5pPr marL="1828495" indent="0" algn="ctr">
              <a:buNone/>
              <a:defRPr sz="1600"/>
            </a:lvl5pPr>
            <a:lvl6pPr marL="2285619" indent="0" algn="ctr">
              <a:buNone/>
              <a:defRPr sz="1600"/>
            </a:lvl6pPr>
            <a:lvl7pPr marL="2742743" indent="0" algn="ctr">
              <a:buNone/>
              <a:defRPr sz="1600"/>
            </a:lvl7pPr>
            <a:lvl8pPr marL="3199866" indent="0" algn="ctr">
              <a:buNone/>
              <a:defRPr sz="1600"/>
            </a:lvl8pPr>
            <a:lvl9pPr marL="3656991" indent="0" algn="ctr">
              <a:buNone/>
              <a:defRPr sz="1600"/>
            </a:lvl9pPr>
          </a:lstStyle>
          <a:p>
            <a:pPr lvl="0"/>
            <a:r>
              <a:rPr lang="it-IT"/>
              <a:t>Titolo della sottosezione</a:t>
            </a:r>
          </a:p>
        </p:txBody>
      </p:sp>
      <p:sp>
        <p:nvSpPr>
          <p:cNvPr id="4" name="Segnaposto piè di pagina 3">
            <a:extLst>
              <a:ext uri="{FF2B5EF4-FFF2-40B4-BE49-F238E27FC236}">
                <a16:creationId xmlns:a16="http://schemas.microsoft.com/office/drawing/2014/main" id="{E87F4F0D-99A5-4047-A4CF-7FC97403CA8B}"/>
              </a:ext>
            </a:extLst>
          </p:cNvPr>
          <p:cNvSpPr>
            <a:spLocks noGrp="1"/>
          </p:cNvSpPr>
          <p:nvPr>
            <p:ph type="ftr" sz="quarter" idx="19"/>
          </p:nvPr>
        </p:nvSpPr>
        <p:spPr>
          <a:xfrm>
            <a:off x="6328800" y="234001"/>
            <a:ext cx="5161200" cy="244800"/>
          </a:xfrm>
        </p:spPr>
        <p:txBody>
          <a:bodyPr/>
          <a:lstStyle>
            <a:lvl1pPr>
              <a:defRPr>
                <a:solidFill>
                  <a:schemeClr val="bg1"/>
                </a:solidFill>
              </a:defRPr>
            </a:lvl1pPr>
          </a:lstStyle>
          <a:p>
            <a:endParaRPr lang="it-IT"/>
          </a:p>
        </p:txBody>
      </p:sp>
      <p:sp>
        <p:nvSpPr>
          <p:cNvPr id="22" name="Rettangolo 21">
            <a:extLst>
              <a:ext uri="{FF2B5EF4-FFF2-40B4-BE49-F238E27FC236}">
                <a16:creationId xmlns:a16="http://schemas.microsoft.com/office/drawing/2014/main" id="{C4505329-2035-9C4F-9263-399FF469841B}"/>
              </a:ext>
            </a:extLst>
          </p:cNvPr>
          <p:cNvSpPr/>
          <p:nvPr/>
        </p:nvSpPr>
        <p:spPr>
          <a:xfrm>
            <a:off x="0" y="234000"/>
            <a:ext cx="251999" cy="251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0" spc="0"/>
          </a:p>
        </p:txBody>
      </p:sp>
      <p:sp>
        <p:nvSpPr>
          <p:cNvPr id="15" name="Segnaposto testo 8">
            <a:extLst>
              <a:ext uri="{FF2B5EF4-FFF2-40B4-BE49-F238E27FC236}">
                <a16:creationId xmlns:a16="http://schemas.microsoft.com/office/drawing/2014/main" id="{296E7D8E-75CC-EC46-BAE9-72B36A1B6EDA}"/>
              </a:ext>
            </a:extLst>
          </p:cNvPr>
          <p:cNvSpPr>
            <a:spLocks noGrp="1"/>
          </p:cNvSpPr>
          <p:nvPr>
            <p:ph type="body" sz="quarter" idx="20" hasCustomPrompt="1"/>
          </p:nvPr>
        </p:nvSpPr>
        <p:spPr>
          <a:xfrm>
            <a:off x="702000" y="234000"/>
            <a:ext cx="5199582" cy="244800"/>
          </a:xfrm>
          <a:prstGeom prst="rect">
            <a:avLst/>
          </a:prstGeom>
        </p:spPr>
        <p:txBody>
          <a:bodyPr vert="horz" lIns="0" tIns="18000" rIns="0" bIns="0" rtlCol="0" anchor="ctr">
            <a:noAutofit/>
          </a:bodyPr>
          <a:lstStyle>
            <a:lvl1pPr marL="0" indent="0">
              <a:lnSpc>
                <a:spcPct val="100000"/>
              </a:lnSpc>
              <a:spcAft>
                <a:spcPts val="0"/>
              </a:spcAft>
              <a:defRPr lang="it-IT" sz="1000" b="1" i="0" kern="1200" spc="0" baseline="0" dirty="0">
                <a:solidFill>
                  <a:schemeClr val="bg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it-IT"/>
              <a:t>ENGINEERING / THE DIGITAL TRANSFORMATION COMPANY</a:t>
            </a:r>
          </a:p>
        </p:txBody>
      </p:sp>
      <p:pic>
        <p:nvPicPr>
          <p:cNvPr id="3" name="Elemento grafico 2">
            <a:extLst>
              <a:ext uri="{FF2B5EF4-FFF2-40B4-BE49-F238E27FC236}">
                <a16:creationId xmlns:a16="http://schemas.microsoft.com/office/drawing/2014/main" id="{F7ED8ABC-615D-D0AD-0DF3-403F8902482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66398" y="6366807"/>
            <a:ext cx="274488" cy="237600"/>
          </a:xfrm>
          <a:prstGeom prst="rect">
            <a:avLst/>
          </a:prstGeom>
        </p:spPr>
      </p:pic>
      <p:cxnSp>
        <p:nvCxnSpPr>
          <p:cNvPr id="5" name="Connettore 1 4">
            <a:extLst>
              <a:ext uri="{FF2B5EF4-FFF2-40B4-BE49-F238E27FC236}">
                <a16:creationId xmlns:a16="http://schemas.microsoft.com/office/drawing/2014/main" id="{C0A33A8E-83AE-9FFC-B3B9-47539A4A4262}"/>
              </a:ext>
            </a:extLst>
          </p:cNvPr>
          <p:cNvCxnSpPr/>
          <p:nvPr userDrawn="1"/>
        </p:nvCxnSpPr>
        <p:spPr>
          <a:xfrm>
            <a:off x="700306" y="1307805"/>
            <a:ext cx="710708"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589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full + testo">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81E09878-468A-BFA0-3558-F7B337204F8C}"/>
              </a:ext>
            </a:extLst>
          </p:cNvPr>
          <p:cNvGraphicFramePr>
            <a:graphicFrameLocks noChangeAspect="1"/>
          </p:cNvGraphicFramePr>
          <p:nvPr userDrawn="1">
            <p:custDataLst>
              <p:tags r:id="rId1"/>
            </p:custDataLst>
            <p:extLst>
              <p:ext uri="{D42A27DB-BD31-4B8C-83A1-F6EECF244321}">
                <p14:modId xmlns:p14="http://schemas.microsoft.com/office/powerpoint/2010/main" val="27276998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7" name="think-cell data - do not delete" hidden="1">
                        <a:extLst>
                          <a:ext uri="{FF2B5EF4-FFF2-40B4-BE49-F238E27FC236}">
                            <a16:creationId xmlns:a16="http://schemas.microsoft.com/office/drawing/2014/main" id="{81E09878-468A-BFA0-3558-F7B337204F8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Segnaposto immagine 11">
            <a:extLst>
              <a:ext uri="{FF2B5EF4-FFF2-40B4-BE49-F238E27FC236}">
                <a16:creationId xmlns:a16="http://schemas.microsoft.com/office/drawing/2014/main" id="{D7454097-9B7E-554D-B677-3FD9BE4B2573}"/>
              </a:ext>
            </a:extLst>
          </p:cNvPr>
          <p:cNvSpPr>
            <a:spLocks noGrp="1"/>
          </p:cNvSpPr>
          <p:nvPr>
            <p:ph type="pic" sz="quarter" idx="14" hasCustomPrompt="1"/>
          </p:nvPr>
        </p:nvSpPr>
        <p:spPr>
          <a:xfrm>
            <a:off x="1" y="0"/>
            <a:ext cx="12192000" cy="6858000"/>
          </a:xfrm>
          <a:prstGeom prst="rect">
            <a:avLst/>
          </a:prstGeom>
          <a:noFill/>
        </p:spPr>
        <p:txBody>
          <a:bodyPr vert="horz" lIns="91440" tIns="45720" rIns="91440" bIns="45720" rtlCol="0" anchor="ctr">
            <a:noAutofit/>
          </a:bodyPr>
          <a:lstStyle>
            <a:lvl1pPr marL="0" indent="0" algn="ctr">
              <a:buFont typeface="Arial" panose="020B0604020202020204" pitchFamily="34" charset="0"/>
              <a:buNone/>
              <a:defRPr lang="it-IT" b="0" i="0">
                <a:solidFill>
                  <a:schemeClr val="bg1">
                    <a:lumMod val="75000"/>
                  </a:schemeClr>
                </a:solidFill>
              </a:defRPr>
            </a:lvl1pPr>
          </a:lstStyle>
          <a:p>
            <a:r>
              <a:rPr lang="it-IT"/>
              <a:t>Trascina un'immagine o fai click sull'icona</a:t>
            </a:r>
          </a:p>
        </p:txBody>
      </p:sp>
      <p:sp>
        <p:nvSpPr>
          <p:cNvPr id="3" name="Segnaposto contenuto 2">
            <a:extLst>
              <a:ext uri="{FF2B5EF4-FFF2-40B4-BE49-F238E27FC236}">
                <a16:creationId xmlns:a16="http://schemas.microsoft.com/office/drawing/2014/main" id="{E93CF349-5D48-044C-BC63-9B205F970AE9}"/>
              </a:ext>
            </a:extLst>
          </p:cNvPr>
          <p:cNvSpPr>
            <a:spLocks noGrp="1"/>
          </p:cNvSpPr>
          <p:nvPr>
            <p:ph idx="1" hasCustomPrompt="1"/>
          </p:nvPr>
        </p:nvSpPr>
        <p:spPr>
          <a:xfrm>
            <a:off x="696450" y="1322785"/>
            <a:ext cx="4293064" cy="4591050"/>
          </a:xfrm>
          <a:prstGeom prst="rect">
            <a:avLst/>
          </a:prstGeom>
        </p:spPr>
        <p:txBody>
          <a:bodyPr vert="horz" lIns="0" tIns="0" rIns="0" bIns="0" rtlCol="0">
            <a:noAutofit/>
          </a:bodyPr>
          <a:lstStyle>
            <a:lvl1pPr>
              <a:defRPr lang="en-US" b="0" i="0">
                <a:solidFill>
                  <a:schemeClr val="bg1"/>
                </a:solidFill>
              </a:defRPr>
            </a:lvl1pPr>
          </a:lstStyle>
          <a:p>
            <a:pPr lvl="0"/>
            <a:r>
              <a:rPr lang="en-US" noProof="0" err="1"/>
              <a:t>Contenuto</a:t>
            </a:r>
            <a:r>
              <a:rPr lang="en-US" noProof="0"/>
              <a:t> </a:t>
            </a:r>
            <a:r>
              <a:rPr lang="en-US" noProof="0" err="1"/>
              <a:t>della</a:t>
            </a:r>
            <a:r>
              <a:rPr lang="en-US" noProof="0"/>
              <a:t> slide</a:t>
            </a:r>
          </a:p>
        </p:txBody>
      </p:sp>
      <p:sp>
        <p:nvSpPr>
          <p:cNvPr id="10" name="Segnaposto piè di pagina 9">
            <a:extLst>
              <a:ext uri="{FF2B5EF4-FFF2-40B4-BE49-F238E27FC236}">
                <a16:creationId xmlns:a16="http://schemas.microsoft.com/office/drawing/2014/main" id="{2637C9B6-2B1B-EE46-B588-9B71EB240A49}"/>
              </a:ext>
            </a:extLst>
          </p:cNvPr>
          <p:cNvSpPr>
            <a:spLocks noGrp="1"/>
          </p:cNvSpPr>
          <p:nvPr>
            <p:ph type="ftr" sz="quarter" idx="15"/>
          </p:nvPr>
        </p:nvSpPr>
        <p:spPr>
          <a:xfrm>
            <a:off x="6329237" y="234000"/>
            <a:ext cx="5163648" cy="244800"/>
          </a:xfrm>
          <a:prstGeom prst="rect">
            <a:avLst/>
          </a:prstGeom>
        </p:spPr>
        <p:txBody>
          <a:bodyPr/>
          <a:lstStyle>
            <a:lvl1pPr>
              <a:defRPr>
                <a:solidFill>
                  <a:schemeClr val="bg1"/>
                </a:solidFill>
              </a:defRPr>
            </a:lvl1pPr>
          </a:lstStyle>
          <a:p>
            <a:endParaRPr lang="it-IT"/>
          </a:p>
        </p:txBody>
      </p:sp>
      <p:sp>
        <p:nvSpPr>
          <p:cNvPr id="13" name="Segnaposto numero diapositiva 12">
            <a:extLst>
              <a:ext uri="{FF2B5EF4-FFF2-40B4-BE49-F238E27FC236}">
                <a16:creationId xmlns:a16="http://schemas.microsoft.com/office/drawing/2014/main" id="{194EA207-9387-7141-B234-DDA5C9806696}"/>
              </a:ext>
            </a:extLst>
          </p:cNvPr>
          <p:cNvSpPr>
            <a:spLocks noGrp="1"/>
          </p:cNvSpPr>
          <p:nvPr>
            <p:ph type="sldNum" sz="quarter" idx="16"/>
          </p:nvPr>
        </p:nvSpPr>
        <p:spPr/>
        <p:txBody>
          <a:bodyPr/>
          <a:lstStyle>
            <a:lvl1pPr>
              <a:defRPr>
                <a:solidFill>
                  <a:schemeClr val="bg1"/>
                </a:solidFill>
              </a:defRPr>
            </a:lvl1pPr>
          </a:lstStyle>
          <a:p>
            <a:fld id="{98BF7C3C-24CC-6140-8A22-738C44F1CFEB}" type="slidenum">
              <a:rPr lang="it-IT" smtClean="0"/>
              <a:pPr/>
              <a:t>‹#›</a:t>
            </a:fld>
            <a:endParaRPr lang="it-IT"/>
          </a:p>
        </p:txBody>
      </p:sp>
      <p:sp>
        <p:nvSpPr>
          <p:cNvPr id="2" name="Titolo 1">
            <a:extLst>
              <a:ext uri="{FF2B5EF4-FFF2-40B4-BE49-F238E27FC236}">
                <a16:creationId xmlns:a16="http://schemas.microsoft.com/office/drawing/2014/main" id="{A6DF155B-E469-9843-B56D-954CFAAC8443}"/>
              </a:ext>
            </a:extLst>
          </p:cNvPr>
          <p:cNvSpPr>
            <a:spLocks noGrp="1"/>
          </p:cNvSpPr>
          <p:nvPr>
            <p:ph type="title" hasCustomPrompt="1"/>
          </p:nvPr>
        </p:nvSpPr>
        <p:spPr/>
        <p:txBody>
          <a:bodyPr vert="horz"/>
          <a:lstStyle>
            <a:lvl1pPr>
              <a:defRPr b="1" i="0">
                <a:solidFill>
                  <a:schemeClr val="bg1"/>
                </a:solidFill>
              </a:defRPr>
            </a:lvl1pPr>
          </a:lstStyle>
          <a:p>
            <a:r>
              <a:rPr lang="it-IT"/>
              <a:t>Titolo della slide</a:t>
            </a:r>
          </a:p>
        </p:txBody>
      </p:sp>
      <p:sp>
        <p:nvSpPr>
          <p:cNvPr id="14" name="Segnaposto testo 8">
            <a:extLst>
              <a:ext uri="{FF2B5EF4-FFF2-40B4-BE49-F238E27FC236}">
                <a16:creationId xmlns:a16="http://schemas.microsoft.com/office/drawing/2014/main" id="{C9BB3BEF-4A43-2A45-9BE4-3CE526BC1F13}"/>
              </a:ext>
            </a:extLst>
          </p:cNvPr>
          <p:cNvSpPr>
            <a:spLocks noGrp="1"/>
          </p:cNvSpPr>
          <p:nvPr>
            <p:ph type="body" sz="quarter" idx="13" hasCustomPrompt="1"/>
          </p:nvPr>
        </p:nvSpPr>
        <p:spPr>
          <a:xfrm>
            <a:off x="702000" y="234000"/>
            <a:ext cx="5400000" cy="244800"/>
          </a:xfrm>
          <a:prstGeom prst="rect">
            <a:avLst/>
          </a:prstGeom>
        </p:spPr>
        <p:txBody>
          <a:bodyPr vert="horz" lIns="0" tIns="18000" rIns="0" bIns="0" rtlCol="0" anchor="ctr">
            <a:noAutofit/>
          </a:bodyPr>
          <a:lstStyle>
            <a:lvl1pPr marL="0" indent="0">
              <a:lnSpc>
                <a:spcPct val="100000"/>
              </a:lnSpc>
              <a:spcAft>
                <a:spcPts val="0"/>
              </a:spcAft>
              <a:buFont typeface="Arial" panose="020B0604020202020204" pitchFamily="34" charset="0"/>
              <a:buNone/>
              <a:defRPr lang="en-GB" sz="1000" b="1" i="0" kern="1200" spc="0" baseline="0" noProof="0" dirty="0">
                <a:solidFill>
                  <a:schemeClr val="bg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en-GB" noProof="0"/>
              <a:t>SEZIONE / SOTTOSEZIONE</a:t>
            </a:r>
          </a:p>
        </p:txBody>
      </p:sp>
      <p:sp>
        <p:nvSpPr>
          <p:cNvPr id="5" name="Rettangolo 4">
            <a:extLst>
              <a:ext uri="{FF2B5EF4-FFF2-40B4-BE49-F238E27FC236}">
                <a16:creationId xmlns:a16="http://schemas.microsoft.com/office/drawing/2014/main" id="{E17C5B32-2DAA-3AF1-8434-3AFDE6DEE682}"/>
              </a:ext>
            </a:extLst>
          </p:cNvPr>
          <p:cNvSpPr/>
          <p:nvPr userDrawn="1"/>
        </p:nvSpPr>
        <p:spPr>
          <a:xfrm>
            <a:off x="0" y="234001"/>
            <a:ext cx="251999" cy="251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0" spc="0"/>
          </a:p>
        </p:txBody>
      </p:sp>
      <p:pic>
        <p:nvPicPr>
          <p:cNvPr id="4" name="Elemento grafico 3">
            <a:extLst>
              <a:ext uri="{FF2B5EF4-FFF2-40B4-BE49-F238E27FC236}">
                <a16:creationId xmlns:a16="http://schemas.microsoft.com/office/drawing/2014/main" id="{81E8FC3D-3D43-F4EA-A726-E782351A562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66398" y="6366807"/>
            <a:ext cx="274488" cy="237600"/>
          </a:xfrm>
          <a:prstGeom prst="rect">
            <a:avLst/>
          </a:prstGeom>
        </p:spPr>
      </p:pic>
    </p:spTree>
    <p:extLst>
      <p:ext uri="{BB962C8B-B14F-4D97-AF65-F5344CB8AC3E}">
        <p14:creationId xmlns:p14="http://schemas.microsoft.com/office/powerpoint/2010/main" val="2462210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42E6B32-0635-7E86-39CC-395350D64929}"/>
              </a:ext>
            </a:extLst>
          </p:cNvPr>
          <p:cNvGraphicFramePr>
            <a:graphicFrameLocks noChangeAspect="1"/>
          </p:cNvGraphicFramePr>
          <p:nvPr userDrawn="1">
            <p:custDataLst>
              <p:tags r:id="rId1"/>
            </p:custDataLst>
            <p:extLst>
              <p:ext uri="{D42A27DB-BD31-4B8C-83A1-F6EECF244321}">
                <p14:modId xmlns:p14="http://schemas.microsoft.com/office/powerpoint/2010/main" val="776153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6" name="think-cell data - do not delete" hidden="1">
                        <a:extLst>
                          <a:ext uri="{FF2B5EF4-FFF2-40B4-BE49-F238E27FC236}">
                            <a16:creationId xmlns:a16="http://schemas.microsoft.com/office/drawing/2014/main" id="{042E6B32-0635-7E86-39CC-395350D6492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egnaposto contenuto 2">
            <a:extLst>
              <a:ext uri="{FF2B5EF4-FFF2-40B4-BE49-F238E27FC236}">
                <a16:creationId xmlns:a16="http://schemas.microsoft.com/office/drawing/2014/main" id="{E93CF349-5D48-044C-BC63-9B205F970AE9}"/>
              </a:ext>
            </a:extLst>
          </p:cNvPr>
          <p:cNvSpPr>
            <a:spLocks noGrp="1"/>
          </p:cNvSpPr>
          <p:nvPr>
            <p:ph idx="1" hasCustomPrompt="1"/>
          </p:nvPr>
        </p:nvSpPr>
        <p:spPr>
          <a:xfrm>
            <a:off x="709200" y="1322785"/>
            <a:ext cx="10798640" cy="4591050"/>
          </a:xfrm>
          <a:prstGeom prst="rect">
            <a:avLst/>
          </a:prstGeom>
        </p:spPr>
        <p:txBody>
          <a:bodyPr bIns="251999" anchor="ctr">
            <a:normAutofit/>
          </a:bodyPr>
          <a:lstStyle>
            <a:lvl1pPr marL="0" indent="0">
              <a:lnSpc>
                <a:spcPct val="110000"/>
              </a:lnSpc>
              <a:buNone/>
              <a:defRPr sz="2400" b="0" i="0">
                <a:solidFill>
                  <a:schemeClr val="tx1"/>
                </a:solidFill>
              </a:defRPr>
            </a:lvl1pPr>
          </a:lstStyle>
          <a:p>
            <a:pPr lvl="0"/>
            <a:r>
              <a:rPr lang="en-GB" noProof="0"/>
              <a:t>Layout a </a:t>
            </a:r>
            <a:r>
              <a:rPr lang="en-GB" noProof="0" err="1"/>
              <a:t>una</a:t>
            </a:r>
            <a:r>
              <a:rPr lang="en-GB" noProof="0"/>
              <a:t> </a:t>
            </a:r>
            <a:r>
              <a:rPr lang="en-GB" noProof="0" err="1"/>
              <a:t>colonna</a:t>
            </a:r>
            <a:r>
              <a:rPr lang="en-GB" noProof="0"/>
              <a:t> con testo in </a:t>
            </a:r>
            <a:r>
              <a:rPr lang="en-GB" noProof="0" err="1"/>
              <a:t>evidenza</a:t>
            </a:r>
            <a:endParaRPr lang="en-GB" noProof="0"/>
          </a:p>
        </p:txBody>
      </p:sp>
      <p:sp>
        <p:nvSpPr>
          <p:cNvPr id="5" name="Segnaposto piè di pagina 4">
            <a:extLst>
              <a:ext uri="{FF2B5EF4-FFF2-40B4-BE49-F238E27FC236}">
                <a16:creationId xmlns:a16="http://schemas.microsoft.com/office/drawing/2014/main" id="{FDBEDB3E-24D4-8C45-A956-4DD1D72E8D0F}"/>
              </a:ext>
            </a:extLst>
          </p:cNvPr>
          <p:cNvSpPr>
            <a:spLocks noGrp="1"/>
          </p:cNvSpPr>
          <p:nvPr>
            <p:ph type="ftr" sz="quarter" idx="14"/>
          </p:nvPr>
        </p:nvSpPr>
        <p:spPr>
          <a:xfrm>
            <a:off x="6329237" y="234000"/>
            <a:ext cx="5163648" cy="244800"/>
          </a:xfrm>
          <a:prstGeom prst="rect">
            <a:avLst/>
          </a:prstGeom>
        </p:spPr>
        <p:txBody>
          <a:bodyPr/>
          <a:lstStyle/>
          <a:p>
            <a:endParaRPr lang="it-IT"/>
          </a:p>
        </p:txBody>
      </p:sp>
      <p:sp>
        <p:nvSpPr>
          <p:cNvPr id="10" name="Segnaposto numero diapositiva 9">
            <a:extLst>
              <a:ext uri="{FF2B5EF4-FFF2-40B4-BE49-F238E27FC236}">
                <a16:creationId xmlns:a16="http://schemas.microsoft.com/office/drawing/2014/main" id="{08EABAD1-E8E5-F94A-AA24-6D3B7390A5ED}"/>
              </a:ext>
            </a:extLst>
          </p:cNvPr>
          <p:cNvSpPr>
            <a:spLocks noGrp="1"/>
          </p:cNvSpPr>
          <p:nvPr>
            <p:ph type="sldNum" sz="quarter" idx="15"/>
          </p:nvPr>
        </p:nvSpPr>
        <p:spPr/>
        <p:txBody>
          <a:bodyPr/>
          <a:lstStyle/>
          <a:p>
            <a:fld id="{98BF7C3C-24CC-6140-8A22-738C44F1CFEB}" type="slidenum">
              <a:rPr lang="it-IT" smtClean="0"/>
              <a:pPr/>
              <a:t>‹#›</a:t>
            </a:fld>
            <a:endParaRPr lang="it-IT"/>
          </a:p>
        </p:txBody>
      </p:sp>
      <p:sp>
        <p:nvSpPr>
          <p:cNvPr id="4" name="Titolo 3">
            <a:extLst>
              <a:ext uri="{FF2B5EF4-FFF2-40B4-BE49-F238E27FC236}">
                <a16:creationId xmlns:a16="http://schemas.microsoft.com/office/drawing/2014/main" id="{0BD0B50B-5E86-DD4C-85A4-6C4377608BE4}"/>
              </a:ext>
            </a:extLst>
          </p:cNvPr>
          <p:cNvSpPr>
            <a:spLocks noGrp="1"/>
          </p:cNvSpPr>
          <p:nvPr>
            <p:ph type="title" hasCustomPrompt="1"/>
          </p:nvPr>
        </p:nvSpPr>
        <p:spPr/>
        <p:txBody>
          <a:bodyPr vert="horz"/>
          <a:lstStyle>
            <a:lvl1pPr>
              <a:defRPr b="1" i="0"/>
            </a:lvl1pPr>
          </a:lstStyle>
          <a:p>
            <a:r>
              <a:rPr lang="it-IT"/>
              <a:t>Titolo della slide</a:t>
            </a:r>
          </a:p>
        </p:txBody>
      </p:sp>
      <p:sp>
        <p:nvSpPr>
          <p:cNvPr id="9" name="Segnaposto testo 8">
            <a:extLst>
              <a:ext uri="{FF2B5EF4-FFF2-40B4-BE49-F238E27FC236}">
                <a16:creationId xmlns:a16="http://schemas.microsoft.com/office/drawing/2014/main" id="{4F7361D9-0ACB-A947-ABAC-C439D546903C}"/>
              </a:ext>
            </a:extLst>
          </p:cNvPr>
          <p:cNvSpPr>
            <a:spLocks noGrp="1"/>
          </p:cNvSpPr>
          <p:nvPr>
            <p:ph type="body" sz="quarter" idx="13" hasCustomPrompt="1"/>
          </p:nvPr>
        </p:nvSpPr>
        <p:spPr>
          <a:xfrm>
            <a:off x="702000" y="234000"/>
            <a:ext cx="5400000" cy="244800"/>
          </a:xfrm>
          <a:prstGeom prst="rect">
            <a:avLst/>
          </a:prstGeom>
        </p:spPr>
        <p:txBody>
          <a:bodyPr vert="horz" lIns="0" tIns="18000" rIns="0" bIns="0" rtlCol="0" anchor="ctr">
            <a:noAutofit/>
          </a:bodyPr>
          <a:lstStyle>
            <a:lvl1pPr marL="0" indent="0">
              <a:lnSpc>
                <a:spcPct val="100000"/>
              </a:lnSpc>
              <a:spcAft>
                <a:spcPts val="0"/>
              </a:spcAft>
              <a:defRPr lang="en-GB" sz="1000" b="1" i="0" kern="1200" spc="0" baseline="0" noProof="0" dirty="0">
                <a:solidFill>
                  <a:schemeClr val="tx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en-GB" noProof="0"/>
              <a:t>SEZIONE / SOTTOSEZIONE</a:t>
            </a:r>
          </a:p>
        </p:txBody>
      </p:sp>
    </p:spTree>
    <p:extLst>
      <p:ext uri="{BB962C8B-B14F-4D97-AF65-F5344CB8AC3E}">
        <p14:creationId xmlns:p14="http://schemas.microsoft.com/office/powerpoint/2010/main" val="16016443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olo e contenuto 2 col">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7E27585-7FA0-FE68-F68E-66357EF58A95}"/>
              </a:ext>
            </a:extLst>
          </p:cNvPr>
          <p:cNvGraphicFramePr>
            <a:graphicFrameLocks noChangeAspect="1"/>
          </p:cNvGraphicFramePr>
          <p:nvPr userDrawn="1">
            <p:custDataLst>
              <p:tags r:id="rId1"/>
            </p:custDataLst>
            <p:extLst>
              <p:ext uri="{D42A27DB-BD31-4B8C-83A1-F6EECF244321}">
                <p14:modId xmlns:p14="http://schemas.microsoft.com/office/powerpoint/2010/main" val="29944083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6" name="think-cell data - do not delete" hidden="1">
                        <a:extLst>
                          <a:ext uri="{FF2B5EF4-FFF2-40B4-BE49-F238E27FC236}">
                            <a16:creationId xmlns:a16="http://schemas.microsoft.com/office/drawing/2014/main" id="{A7E27585-7FA0-FE68-F68E-66357EF58A9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egnaposto contenuto 2">
            <a:extLst>
              <a:ext uri="{FF2B5EF4-FFF2-40B4-BE49-F238E27FC236}">
                <a16:creationId xmlns:a16="http://schemas.microsoft.com/office/drawing/2014/main" id="{E93CF349-5D48-044C-BC63-9B205F970AE9}"/>
              </a:ext>
            </a:extLst>
          </p:cNvPr>
          <p:cNvSpPr>
            <a:spLocks noGrp="1"/>
          </p:cNvSpPr>
          <p:nvPr>
            <p:ph idx="1" hasCustomPrompt="1"/>
          </p:nvPr>
        </p:nvSpPr>
        <p:spPr>
          <a:xfrm>
            <a:off x="709200" y="1322785"/>
            <a:ext cx="10799104" cy="4591050"/>
          </a:xfrm>
          <a:prstGeom prst="rect">
            <a:avLst/>
          </a:prstGeom>
        </p:spPr>
        <p:txBody>
          <a:bodyPr vert="horz" lIns="0" tIns="0" rIns="0" bIns="0" numCol="1" spcCol="360000" rtlCol="0">
            <a:noAutofit/>
          </a:bodyPr>
          <a:lstStyle>
            <a:lvl1pPr marL="0" marR="0" indent="0" algn="l" defTabSz="914248" rtl="0" eaLnBrk="1" fontAlgn="auto" latinLnBrk="0" hangingPunct="1">
              <a:lnSpc>
                <a:spcPct val="110000"/>
              </a:lnSpc>
              <a:spcBef>
                <a:spcPts val="0"/>
              </a:spcBef>
              <a:spcAft>
                <a:spcPts val="600"/>
              </a:spcAft>
              <a:buClr>
                <a:schemeClr val="accent1"/>
              </a:buClr>
              <a:buSzPct val="100000"/>
              <a:buFont typeface="Symbol" panose="05050102010706020507" pitchFamily="18" charset="2"/>
              <a:buNone/>
              <a:tabLst/>
              <a:defRPr lang="en-US" sz="1200" b="0" i="0">
                <a:solidFill>
                  <a:schemeClr val="tx1"/>
                </a:solidFill>
              </a:defRPr>
            </a:lvl1pPr>
          </a:lstStyle>
          <a:p>
            <a:pPr marL="0" marR="0" lvl="0" indent="0" algn="l" defTabSz="914248" rtl="0" eaLnBrk="1" fontAlgn="auto" latinLnBrk="0" hangingPunct="1">
              <a:lnSpc>
                <a:spcPct val="110000"/>
              </a:lnSpc>
              <a:spcBef>
                <a:spcPts val="0"/>
              </a:spcBef>
              <a:spcAft>
                <a:spcPts val="600"/>
              </a:spcAft>
              <a:buClr>
                <a:schemeClr val="accent1"/>
              </a:buClr>
              <a:buSzPct val="100000"/>
              <a:buFont typeface="Symbol" panose="05050102010706020507" pitchFamily="18" charset="2"/>
              <a:buNone/>
              <a:tabLst/>
              <a:defRPr/>
            </a:pPr>
            <a:r>
              <a:rPr lang="en-GB" noProof="0"/>
              <a:t>Layout a </a:t>
            </a:r>
            <a:r>
              <a:rPr lang="en-GB" noProof="0" err="1"/>
              <a:t>una</a:t>
            </a:r>
            <a:r>
              <a:rPr lang="en-GB" noProof="0"/>
              <a:t> </a:t>
            </a:r>
            <a:r>
              <a:rPr lang="en-GB" noProof="0" err="1"/>
              <a:t>colonna</a:t>
            </a:r>
            <a:r>
              <a:rPr lang="en-GB" noProof="0"/>
              <a:t> – </a:t>
            </a:r>
            <a:r>
              <a:rPr lang="en-GB" noProof="0" err="1"/>
              <a:t>Clicca</a:t>
            </a:r>
            <a:r>
              <a:rPr lang="en-GB" noProof="0"/>
              <a:t> qui per </a:t>
            </a:r>
            <a:r>
              <a:rPr lang="en-GB" noProof="0" err="1"/>
              <a:t>inserire</a:t>
            </a:r>
            <a:r>
              <a:rPr lang="en-GB" noProof="0"/>
              <a:t> il testo o </a:t>
            </a:r>
            <a:r>
              <a:rPr lang="en-GB" noProof="0" err="1"/>
              <a:t>clicca</a:t>
            </a:r>
            <a:r>
              <a:rPr lang="en-GB" noProof="0"/>
              <a:t> </a:t>
            </a:r>
            <a:r>
              <a:rPr lang="en-GB" noProof="0" err="1"/>
              <a:t>sulle</a:t>
            </a:r>
            <a:r>
              <a:rPr lang="en-GB" noProof="0"/>
              <a:t> </a:t>
            </a:r>
            <a:r>
              <a:rPr lang="en-GB" noProof="0" err="1"/>
              <a:t>icone</a:t>
            </a:r>
            <a:r>
              <a:rPr lang="en-GB" noProof="0"/>
              <a:t> per </a:t>
            </a:r>
            <a:r>
              <a:rPr lang="en-GB" noProof="0" err="1"/>
              <a:t>inserire</a:t>
            </a:r>
            <a:r>
              <a:rPr lang="en-GB" noProof="0"/>
              <a:t> </a:t>
            </a:r>
            <a:r>
              <a:rPr lang="en-GB" noProof="0" err="1"/>
              <a:t>immagini</a:t>
            </a:r>
            <a:r>
              <a:rPr lang="en-GB" noProof="0"/>
              <a:t> e </a:t>
            </a:r>
            <a:r>
              <a:rPr lang="en-GB" noProof="0" err="1"/>
              <a:t>grafici</a:t>
            </a:r>
            <a:endParaRPr lang="en-US"/>
          </a:p>
        </p:txBody>
      </p:sp>
      <p:sp>
        <p:nvSpPr>
          <p:cNvPr id="2" name="Segnaposto piè di pagina 1">
            <a:extLst>
              <a:ext uri="{FF2B5EF4-FFF2-40B4-BE49-F238E27FC236}">
                <a16:creationId xmlns:a16="http://schemas.microsoft.com/office/drawing/2014/main" id="{5625B7B1-F6FF-2F4F-966D-A79343301EE0}"/>
              </a:ext>
            </a:extLst>
          </p:cNvPr>
          <p:cNvSpPr>
            <a:spLocks noGrp="1"/>
          </p:cNvSpPr>
          <p:nvPr>
            <p:ph type="ftr" sz="quarter" idx="14"/>
          </p:nvPr>
        </p:nvSpPr>
        <p:spPr>
          <a:xfrm>
            <a:off x="6329237" y="234000"/>
            <a:ext cx="5163648" cy="244800"/>
          </a:xfrm>
          <a:prstGeom prst="rect">
            <a:avLst/>
          </a:prstGeom>
        </p:spPr>
        <p:txBody>
          <a:bodyPr/>
          <a:lstStyle/>
          <a:p>
            <a:endParaRPr lang="it-IT"/>
          </a:p>
        </p:txBody>
      </p:sp>
      <p:sp>
        <p:nvSpPr>
          <p:cNvPr id="9" name="Segnaposto numero diapositiva 8">
            <a:extLst>
              <a:ext uri="{FF2B5EF4-FFF2-40B4-BE49-F238E27FC236}">
                <a16:creationId xmlns:a16="http://schemas.microsoft.com/office/drawing/2014/main" id="{D3E53647-A875-CB4B-9E78-8E201F39880B}"/>
              </a:ext>
            </a:extLst>
          </p:cNvPr>
          <p:cNvSpPr>
            <a:spLocks noGrp="1"/>
          </p:cNvSpPr>
          <p:nvPr>
            <p:ph type="sldNum" sz="quarter" idx="15"/>
          </p:nvPr>
        </p:nvSpPr>
        <p:spPr/>
        <p:txBody>
          <a:bodyPr/>
          <a:lstStyle/>
          <a:p>
            <a:fld id="{98BF7C3C-24CC-6140-8A22-738C44F1CFEB}" type="slidenum">
              <a:rPr lang="it-IT" smtClean="0"/>
              <a:pPr/>
              <a:t>‹#›</a:t>
            </a:fld>
            <a:endParaRPr lang="it-IT"/>
          </a:p>
        </p:txBody>
      </p:sp>
      <p:sp>
        <p:nvSpPr>
          <p:cNvPr id="4" name="Titolo 3">
            <a:extLst>
              <a:ext uri="{FF2B5EF4-FFF2-40B4-BE49-F238E27FC236}">
                <a16:creationId xmlns:a16="http://schemas.microsoft.com/office/drawing/2014/main" id="{49E1C007-75C9-C743-B566-22E0B3EBE186}"/>
              </a:ext>
            </a:extLst>
          </p:cNvPr>
          <p:cNvSpPr>
            <a:spLocks noGrp="1"/>
          </p:cNvSpPr>
          <p:nvPr>
            <p:ph type="title" hasCustomPrompt="1"/>
          </p:nvPr>
        </p:nvSpPr>
        <p:spPr/>
        <p:txBody>
          <a:bodyPr vert="horz"/>
          <a:lstStyle>
            <a:lvl1pPr>
              <a:defRPr b="1" i="0"/>
            </a:lvl1pPr>
          </a:lstStyle>
          <a:p>
            <a:r>
              <a:rPr lang="it-IT"/>
              <a:t>Titolo della slide</a:t>
            </a:r>
          </a:p>
        </p:txBody>
      </p:sp>
      <p:sp>
        <p:nvSpPr>
          <p:cNvPr id="10" name="Segnaposto testo 8">
            <a:extLst>
              <a:ext uri="{FF2B5EF4-FFF2-40B4-BE49-F238E27FC236}">
                <a16:creationId xmlns:a16="http://schemas.microsoft.com/office/drawing/2014/main" id="{79CA8BA1-027D-D84F-9A21-77A0F9A5B23F}"/>
              </a:ext>
            </a:extLst>
          </p:cNvPr>
          <p:cNvSpPr>
            <a:spLocks noGrp="1"/>
          </p:cNvSpPr>
          <p:nvPr>
            <p:ph type="body" sz="quarter" idx="13" hasCustomPrompt="1"/>
          </p:nvPr>
        </p:nvSpPr>
        <p:spPr>
          <a:xfrm>
            <a:off x="702000" y="234000"/>
            <a:ext cx="5400000" cy="244800"/>
          </a:xfrm>
          <a:prstGeom prst="rect">
            <a:avLst/>
          </a:prstGeom>
        </p:spPr>
        <p:txBody>
          <a:bodyPr vert="horz" lIns="0" tIns="18000" rIns="0" bIns="0" rtlCol="0" anchor="ctr">
            <a:noAutofit/>
          </a:bodyPr>
          <a:lstStyle>
            <a:lvl1pPr marL="0" indent="0">
              <a:lnSpc>
                <a:spcPct val="100000"/>
              </a:lnSpc>
              <a:spcAft>
                <a:spcPts val="0"/>
              </a:spcAft>
              <a:defRPr lang="it-IT" sz="1000" b="1" i="0" kern="1200" spc="0" baseline="0" noProof="0" dirty="0">
                <a:solidFill>
                  <a:schemeClr val="tx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en-GB" noProof="0"/>
              <a:t>SEZIONE / SOTTOSEZIONE</a:t>
            </a:r>
          </a:p>
        </p:txBody>
      </p:sp>
    </p:spTree>
    <p:extLst>
      <p:ext uri="{BB962C8B-B14F-4D97-AF65-F5344CB8AC3E}">
        <p14:creationId xmlns:p14="http://schemas.microsoft.com/office/powerpoint/2010/main" val="37916801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olo e contenuto 2 col">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4CA4EAE-60C3-F823-0B83-1310EA449541}"/>
              </a:ext>
            </a:extLst>
          </p:cNvPr>
          <p:cNvGraphicFramePr>
            <a:graphicFrameLocks noChangeAspect="1"/>
          </p:cNvGraphicFramePr>
          <p:nvPr userDrawn="1">
            <p:custDataLst>
              <p:tags r:id="rId1"/>
            </p:custDataLst>
            <p:extLst>
              <p:ext uri="{D42A27DB-BD31-4B8C-83A1-F6EECF244321}">
                <p14:modId xmlns:p14="http://schemas.microsoft.com/office/powerpoint/2010/main" val="28008988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6" name="think-cell data - do not delete" hidden="1">
                        <a:extLst>
                          <a:ext uri="{FF2B5EF4-FFF2-40B4-BE49-F238E27FC236}">
                            <a16:creationId xmlns:a16="http://schemas.microsoft.com/office/drawing/2014/main" id="{34CA4EAE-60C3-F823-0B83-1310EA44954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egnaposto contenuto 2">
            <a:extLst>
              <a:ext uri="{FF2B5EF4-FFF2-40B4-BE49-F238E27FC236}">
                <a16:creationId xmlns:a16="http://schemas.microsoft.com/office/drawing/2014/main" id="{E93CF349-5D48-044C-BC63-9B205F970AE9}"/>
              </a:ext>
            </a:extLst>
          </p:cNvPr>
          <p:cNvSpPr>
            <a:spLocks noGrp="1"/>
          </p:cNvSpPr>
          <p:nvPr>
            <p:ph idx="1" hasCustomPrompt="1"/>
          </p:nvPr>
        </p:nvSpPr>
        <p:spPr>
          <a:xfrm>
            <a:off x="709200" y="1322785"/>
            <a:ext cx="10799104" cy="4591050"/>
          </a:xfrm>
          <a:prstGeom prst="rect">
            <a:avLst/>
          </a:prstGeom>
        </p:spPr>
        <p:txBody>
          <a:bodyPr vert="horz" lIns="0" tIns="0" rIns="0" bIns="0" numCol="2" spcCol="504000" rtlCol="0">
            <a:noAutofit/>
          </a:bodyPr>
          <a:lstStyle>
            <a:lvl1pPr>
              <a:defRPr lang="en-US" sz="1200" b="0" i="0">
                <a:solidFill>
                  <a:schemeClr val="tx1"/>
                </a:solidFill>
              </a:defRPr>
            </a:lvl1pPr>
          </a:lstStyle>
          <a:p>
            <a:pPr marL="0" marR="0" lvl="0" indent="0" algn="l" defTabSz="914248" rtl="0" eaLnBrk="1" fontAlgn="auto" latinLnBrk="0" hangingPunct="1">
              <a:lnSpc>
                <a:spcPct val="110000"/>
              </a:lnSpc>
              <a:spcBef>
                <a:spcPts val="0"/>
              </a:spcBef>
              <a:spcAft>
                <a:spcPts val="600"/>
              </a:spcAft>
              <a:buClr>
                <a:schemeClr val="accent1"/>
              </a:buClr>
              <a:buSzPct val="100000"/>
              <a:buFont typeface="Symbol" panose="05050102010706020507" pitchFamily="18" charset="2"/>
              <a:buNone/>
              <a:tabLst/>
              <a:defRPr/>
            </a:pPr>
            <a:r>
              <a:rPr lang="en-GB" noProof="0"/>
              <a:t>Layout a due </a:t>
            </a:r>
            <a:r>
              <a:rPr lang="en-GB" noProof="0" err="1"/>
              <a:t>colonne</a:t>
            </a:r>
            <a:r>
              <a:rPr lang="en-GB" noProof="0"/>
              <a:t> – </a:t>
            </a:r>
            <a:r>
              <a:rPr lang="en-GB" noProof="0" err="1"/>
              <a:t>Clicca</a:t>
            </a:r>
            <a:r>
              <a:rPr lang="en-GB" noProof="0"/>
              <a:t> qui per </a:t>
            </a:r>
            <a:r>
              <a:rPr lang="en-GB" noProof="0" err="1"/>
              <a:t>inserire</a:t>
            </a:r>
            <a:r>
              <a:rPr lang="en-GB" noProof="0"/>
              <a:t> il testo o </a:t>
            </a:r>
            <a:r>
              <a:rPr lang="en-GB" noProof="0" err="1"/>
              <a:t>clicca</a:t>
            </a:r>
            <a:r>
              <a:rPr lang="en-GB" noProof="0"/>
              <a:t> </a:t>
            </a:r>
            <a:r>
              <a:rPr lang="en-GB" noProof="0" err="1"/>
              <a:t>sulle</a:t>
            </a:r>
            <a:r>
              <a:rPr lang="en-GB" noProof="0"/>
              <a:t> </a:t>
            </a:r>
            <a:r>
              <a:rPr lang="en-GB" noProof="0" err="1"/>
              <a:t>icone</a:t>
            </a:r>
            <a:r>
              <a:rPr lang="en-GB" noProof="0"/>
              <a:t> per </a:t>
            </a:r>
            <a:r>
              <a:rPr lang="en-GB" noProof="0" err="1"/>
              <a:t>inserire</a:t>
            </a:r>
            <a:r>
              <a:rPr lang="en-GB" noProof="0"/>
              <a:t> </a:t>
            </a:r>
            <a:r>
              <a:rPr lang="en-GB" noProof="0" err="1"/>
              <a:t>immagini</a:t>
            </a:r>
            <a:r>
              <a:rPr lang="en-GB" noProof="0"/>
              <a:t> e </a:t>
            </a:r>
            <a:r>
              <a:rPr lang="en-GB" noProof="0" err="1"/>
              <a:t>grafici</a:t>
            </a:r>
            <a:endParaRPr lang="en-US"/>
          </a:p>
        </p:txBody>
      </p:sp>
      <p:sp>
        <p:nvSpPr>
          <p:cNvPr id="2" name="Segnaposto piè di pagina 1">
            <a:extLst>
              <a:ext uri="{FF2B5EF4-FFF2-40B4-BE49-F238E27FC236}">
                <a16:creationId xmlns:a16="http://schemas.microsoft.com/office/drawing/2014/main" id="{5625B7B1-F6FF-2F4F-966D-A79343301EE0}"/>
              </a:ext>
            </a:extLst>
          </p:cNvPr>
          <p:cNvSpPr>
            <a:spLocks noGrp="1"/>
          </p:cNvSpPr>
          <p:nvPr>
            <p:ph type="ftr" sz="quarter" idx="14"/>
          </p:nvPr>
        </p:nvSpPr>
        <p:spPr>
          <a:xfrm>
            <a:off x="6329237" y="234000"/>
            <a:ext cx="5163648" cy="244800"/>
          </a:xfrm>
          <a:prstGeom prst="rect">
            <a:avLst/>
          </a:prstGeom>
        </p:spPr>
        <p:txBody>
          <a:bodyPr/>
          <a:lstStyle/>
          <a:p>
            <a:endParaRPr lang="it-IT"/>
          </a:p>
        </p:txBody>
      </p:sp>
      <p:sp>
        <p:nvSpPr>
          <p:cNvPr id="9" name="Segnaposto numero diapositiva 8">
            <a:extLst>
              <a:ext uri="{FF2B5EF4-FFF2-40B4-BE49-F238E27FC236}">
                <a16:creationId xmlns:a16="http://schemas.microsoft.com/office/drawing/2014/main" id="{D3E53647-A875-CB4B-9E78-8E201F39880B}"/>
              </a:ext>
            </a:extLst>
          </p:cNvPr>
          <p:cNvSpPr>
            <a:spLocks noGrp="1"/>
          </p:cNvSpPr>
          <p:nvPr>
            <p:ph type="sldNum" sz="quarter" idx="15"/>
          </p:nvPr>
        </p:nvSpPr>
        <p:spPr/>
        <p:txBody>
          <a:bodyPr/>
          <a:lstStyle/>
          <a:p>
            <a:fld id="{98BF7C3C-24CC-6140-8A22-738C44F1CFEB}" type="slidenum">
              <a:rPr lang="it-IT" smtClean="0"/>
              <a:pPr/>
              <a:t>‹#›</a:t>
            </a:fld>
            <a:endParaRPr lang="it-IT"/>
          </a:p>
        </p:txBody>
      </p:sp>
      <p:sp>
        <p:nvSpPr>
          <p:cNvPr id="4" name="Titolo 3">
            <a:extLst>
              <a:ext uri="{FF2B5EF4-FFF2-40B4-BE49-F238E27FC236}">
                <a16:creationId xmlns:a16="http://schemas.microsoft.com/office/drawing/2014/main" id="{331383AD-8780-1546-8FD7-D7B663590FBE}"/>
              </a:ext>
            </a:extLst>
          </p:cNvPr>
          <p:cNvSpPr>
            <a:spLocks noGrp="1"/>
          </p:cNvSpPr>
          <p:nvPr>
            <p:ph type="title" hasCustomPrompt="1"/>
          </p:nvPr>
        </p:nvSpPr>
        <p:spPr/>
        <p:txBody>
          <a:bodyPr vert="horz"/>
          <a:lstStyle>
            <a:lvl1pPr>
              <a:defRPr b="1" i="0"/>
            </a:lvl1pPr>
          </a:lstStyle>
          <a:p>
            <a:r>
              <a:rPr lang="it-IT"/>
              <a:t>Titolo della slide</a:t>
            </a:r>
          </a:p>
        </p:txBody>
      </p:sp>
      <p:sp>
        <p:nvSpPr>
          <p:cNvPr id="8" name="Segnaposto testo 8">
            <a:extLst>
              <a:ext uri="{FF2B5EF4-FFF2-40B4-BE49-F238E27FC236}">
                <a16:creationId xmlns:a16="http://schemas.microsoft.com/office/drawing/2014/main" id="{29750D31-0C4F-6446-B8E6-9EE38DCF097B}"/>
              </a:ext>
            </a:extLst>
          </p:cNvPr>
          <p:cNvSpPr>
            <a:spLocks noGrp="1"/>
          </p:cNvSpPr>
          <p:nvPr>
            <p:ph type="body" sz="quarter" idx="13" hasCustomPrompt="1"/>
          </p:nvPr>
        </p:nvSpPr>
        <p:spPr>
          <a:xfrm>
            <a:off x="702000" y="234000"/>
            <a:ext cx="5400000" cy="244800"/>
          </a:xfrm>
          <a:prstGeom prst="rect">
            <a:avLst/>
          </a:prstGeom>
        </p:spPr>
        <p:txBody>
          <a:bodyPr vert="horz" lIns="0" tIns="18000" rIns="0" bIns="0" rtlCol="0" anchor="ctr">
            <a:noAutofit/>
          </a:bodyPr>
          <a:lstStyle>
            <a:lvl1pPr marL="0" indent="0">
              <a:lnSpc>
                <a:spcPct val="100000"/>
              </a:lnSpc>
              <a:spcAft>
                <a:spcPts val="0"/>
              </a:spcAft>
              <a:defRPr lang="it-IT" sz="1000" b="1" i="0" kern="1200" spc="0" baseline="0" noProof="0" dirty="0">
                <a:solidFill>
                  <a:schemeClr val="tx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en-GB" noProof="0"/>
              <a:t>SEZIONE / SOTTOSEZIONE</a:t>
            </a:r>
          </a:p>
        </p:txBody>
      </p:sp>
    </p:spTree>
    <p:extLst>
      <p:ext uri="{BB962C8B-B14F-4D97-AF65-F5344CB8AC3E}">
        <p14:creationId xmlns:p14="http://schemas.microsoft.com/office/powerpoint/2010/main" val="28339708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olo e contenuto 3 col">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97C4549-190A-D2E8-A7A3-4CB967713F03}"/>
              </a:ext>
            </a:extLst>
          </p:cNvPr>
          <p:cNvGraphicFramePr>
            <a:graphicFrameLocks noChangeAspect="1"/>
          </p:cNvGraphicFramePr>
          <p:nvPr userDrawn="1">
            <p:custDataLst>
              <p:tags r:id="rId1"/>
            </p:custDataLst>
            <p:extLst>
              <p:ext uri="{D42A27DB-BD31-4B8C-83A1-F6EECF244321}">
                <p14:modId xmlns:p14="http://schemas.microsoft.com/office/powerpoint/2010/main" val="23188446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6" name="think-cell data - do not delete" hidden="1">
                        <a:extLst>
                          <a:ext uri="{FF2B5EF4-FFF2-40B4-BE49-F238E27FC236}">
                            <a16:creationId xmlns:a16="http://schemas.microsoft.com/office/drawing/2014/main" id="{697C4549-190A-D2E8-A7A3-4CB967713F0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egnaposto contenuto 2">
            <a:extLst>
              <a:ext uri="{FF2B5EF4-FFF2-40B4-BE49-F238E27FC236}">
                <a16:creationId xmlns:a16="http://schemas.microsoft.com/office/drawing/2014/main" id="{E93CF349-5D48-044C-BC63-9B205F970AE9}"/>
              </a:ext>
            </a:extLst>
          </p:cNvPr>
          <p:cNvSpPr>
            <a:spLocks noGrp="1"/>
          </p:cNvSpPr>
          <p:nvPr>
            <p:ph idx="1" hasCustomPrompt="1"/>
          </p:nvPr>
        </p:nvSpPr>
        <p:spPr>
          <a:xfrm>
            <a:off x="709200" y="1322785"/>
            <a:ext cx="10799104" cy="4591050"/>
          </a:xfrm>
          <a:prstGeom prst="rect">
            <a:avLst/>
          </a:prstGeom>
        </p:spPr>
        <p:txBody>
          <a:bodyPr vert="horz" lIns="0" tIns="0" rIns="0" bIns="0" numCol="3" spcCol="504000" rtlCol="0">
            <a:noAutofit/>
          </a:bodyPr>
          <a:lstStyle>
            <a:lvl1pPr>
              <a:defRPr lang="en-US" sz="1200" b="0" i="0">
                <a:solidFill>
                  <a:schemeClr val="tx1"/>
                </a:solidFill>
              </a:defRPr>
            </a:lvl1pPr>
          </a:lstStyle>
          <a:p>
            <a:pPr marL="0" marR="0" lvl="0" indent="0" algn="l" defTabSz="914248" rtl="0" eaLnBrk="1" fontAlgn="auto" latinLnBrk="0" hangingPunct="1">
              <a:lnSpc>
                <a:spcPct val="110000"/>
              </a:lnSpc>
              <a:spcBef>
                <a:spcPts val="0"/>
              </a:spcBef>
              <a:spcAft>
                <a:spcPts val="600"/>
              </a:spcAft>
              <a:buClr>
                <a:schemeClr val="accent1"/>
              </a:buClr>
              <a:buSzPct val="100000"/>
              <a:buFont typeface="Symbol" panose="05050102010706020507" pitchFamily="18" charset="2"/>
              <a:buNone/>
              <a:tabLst/>
              <a:defRPr/>
            </a:pPr>
            <a:r>
              <a:rPr lang="en-GB" noProof="0"/>
              <a:t>Layout a </a:t>
            </a:r>
            <a:r>
              <a:rPr lang="en-GB" noProof="0" err="1"/>
              <a:t>tre</a:t>
            </a:r>
            <a:r>
              <a:rPr lang="en-GB" noProof="0"/>
              <a:t> </a:t>
            </a:r>
            <a:r>
              <a:rPr lang="en-GB" noProof="0" err="1"/>
              <a:t>colonne</a:t>
            </a:r>
            <a:r>
              <a:rPr lang="en-GB" noProof="0"/>
              <a:t> – </a:t>
            </a:r>
            <a:r>
              <a:rPr lang="en-GB" noProof="0" err="1"/>
              <a:t>Clicca</a:t>
            </a:r>
            <a:r>
              <a:rPr lang="en-GB" noProof="0"/>
              <a:t> qui per </a:t>
            </a:r>
            <a:r>
              <a:rPr lang="en-GB" noProof="0" err="1"/>
              <a:t>inserire</a:t>
            </a:r>
            <a:r>
              <a:rPr lang="en-GB" noProof="0"/>
              <a:t> il testo o </a:t>
            </a:r>
            <a:r>
              <a:rPr lang="en-GB" noProof="0" err="1"/>
              <a:t>clicca</a:t>
            </a:r>
            <a:r>
              <a:rPr lang="en-GB" noProof="0"/>
              <a:t> </a:t>
            </a:r>
            <a:r>
              <a:rPr lang="en-GB" noProof="0" err="1"/>
              <a:t>sulle</a:t>
            </a:r>
            <a:r>
              <a:rPr lang="en-GB" noProof="0"/>
              <a:t> </a:t>
            </a:r>
            <a:r>
              <a:rPr lang="en-GB" noProof="0" err="1"/>
              <a:t>icone</a:t>
            </a:r>
            <a:r>
              <a:rPr lang="en-GB" noProof="0"/>
              <a:t> per </a:t>
            </a:r>
            <a:r>
              <a:rPr lang="en-GB" noProof="0" err="1"/>
              <a:t>inserire</a:t>
            </a:r>
            <a:r>
              <a:rPr lang="en-GB" noProof="0"/>
              <a:t> </a:t>
            </a:r>
            <a:r>
              <a:rPr lang="en-GB" noProof="0" err="1"/>
              <a:t>immagini</a:t>
            </a:r>
            <a:r>
              <a:rPr lang="en-GB" noProof="0"/>
              <a:t> e </a:t>
            </a:r>
            <a:r>
              <a:rPr lang="en-GB" noProof="0" err="1"/>
              <a:t>grafici</a:t>
            </a:r>
            <a:endParaRPr lang="en-US"/>
          </a:p>
        </p:txBody>
      </p:sp>
      <p:sp>
        <p:nvSpPr>
          <p:cNvPr id="2" name="Segnaposto piè di pagina 1">
            <a:extLst>
              <a:ext uri="{FF2B5EF4-FFF2-40B4-BE49-F238E27FC236}">
                <a16:creationId xmlns:a16="http://schemas.microsoft.com/office/drawing/2014/main" id="{5625B7B1-F6FF-2F4F-966D-A79343301EE0}"/>
              </a:ext>
            </a:extLst>
          </p:cNvPr>
          <p:cNvSpPr>
            <a:spLocks noGrp="1"/>
          </p:cNvSpPr>
          <p:nvPr>
            <p:ph type="ftr" sz="quarter" idx="14"/>
          </p:nvPr>
        </p:nvSpPr>
        <p:spPr>
          <a:xfrm>
            <a:off x="6329237" y="234000"/>
            <a:ext cx="5163648" cy="244800"/>
          </a:xfrm>
          <a:prstGeom prst="rect">
            <a:avLst/>
          </a:prstGeom>
        </p:spPr>
        <p:txBody>
          <a:bodyPr/>
          <a:lstStyle/>
          <a:p>
            <a:endParaRPr lang="it-IT"/>
          </a:p>
        </p:txBody>
      </p:sp>
      <p:sp>
        <p:nvSpPr>
          <p:cNvPr id="9" name="Segnaposto numero diapositiva 8">
            <a:extLst>
              <a:ext uri="{FF2B5EF4-FFF2-40B4-BE49-F238E27FC236}">
                <a16:creationId xmlns:a16="http://schemas.microsoft.com/office/drawing/2014/main" id="{D3E53647-A875-CB4B-9E78-8E201F39880B}"/>
              </a:ext>
            </a:extLst>
          </p:cNvPr>
          <p:cNvSpPr>
            <a:spLocks noGrp="1"/>
          </p:cNvSpPr>
          <p:nvPr>
            <p:ph type="sldNum" sz="quarter" idx="15"/>
          </p:nvPr>
        </p:nvSpPr>
        <p:spPr/>
        <p:txBody>
          <a:bodyPr/>
          <a:lstStyle/>
          <a:p>
            <a:fld id="{98BF7C3C-24CC-6140-8A22-738C44F1CFEB}" type="slidenum">
              <a:rPr lang="it-IT" smtClean="0"/>
              <a:pPr/>
              <a:t>‹#›</a:t>
            </a:fld>
            <a:endParaRPr lang="it-IT"/>
          </a:p>
        </p:txBody>
      </p:sp>
      <p:sp>
        <p:nvSpPr>
          <p:cNvPr id="4" name="Titolo 3">
            <a:extLst>
              <a:ext uri="{FF2B5EF4-FFF2-40B4-BE49-F238E27FC236}">
                <a16:creationId xmlns:a16="http://schemas.microsoft.com/office/drawing/2014/main" id="{E8F62936-B16B-B847-AE33-8959DA8853CA}"/>
              </a:ext>
            </a:extLst>
          </p:cNvPr>
          <p:cNvSpPr>
            <a:spLocks noGrp="1"/>
          </p:cNvSpPr>
          <p:nvPr>
            <p:ph type="title" hasCustomPrompt="1"/>
          </p:nvPr>
        </p:nvSpPr>
        <p:spPr/>
        <p:txBody>
          <a:bodyPr vert="horz"/>
          <a:lstStyle>
            <a:lvl1pPr>
              <a:defRPr b="1" i="0"/>
            </a:lvl1pPr>
          </a:lstStyle>
          <a:p>
            <a:r>
              <a:rPr lang="it-IT"/>
              <a:t>Titolo della slide</a:t>
            </a:r>
          </a:p>
        </p:txBody>
      </p:sp>
      <p:sp>
        <p:nvSpPr>
          <p:cNvPr id="11" name="Segnaposto testo 8">
            <a:extLst>
              <a:ext uri="{FF2B5EF4-FFF2-40B4-BE49-F238E27FC236}">
                <a16:creationId xmlns:a16="http://schemas.microsoft.com/office/drawing/2014/main" id="{591D2781-4AB8-D24E-B76A-CE1AF9E8C355}"/>
              </a:ext>
            </a:extLst>
          </p:cNvPr>
          <p:cNvSpPr>
            <a:spLocks noGrp="1"/>
          </p:cNvSpPr>
          <p:nvPr>
            <p:ph type="body" sz="quarter" idx="13" hasCustomPrompt="1"/>
          </p:nvPr>
        </p:nvSpPr>
        <p:spPr>
          <a:xfrm>
            <a:off x="702000" y="234000"/>
            <a:ext cx="5400000" cy="244800"/>
          </a:xfrm>
          <a:prstGeom prst="rect">
            <a:avLst/>
          </a:prstGeom>
        </p:spPr>
        <p:txBody>
          <a:bodyPr vert="horz" lIns="0" tIns="18000" rIns="0" bIns="0" rtlCol="0" anchor="ctr">
            <a:noAutofit/>
          </a:bodyPr>
          <a:lstStyle>
            <a:lvl1pPr marL="0" indent="0">
              <a:lnSpc>
                <a:spcPct val="100000"/>
              </a:lnSpc>
              <a:spcAft>
                <a:spcPts val="0"/>
              </a:spcAft>
              <a:defRPr lang="it-IT" sz="1000" b="1" i="0" kern="1200" spc="0" baseline="0" noProof="0" dirty="0">
                <a:solidFill>
                  <a:schemeClr val="tx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en-GB" noProof="0"/>
              <a:t>SEZIONE / SOTTOSEZIONE</a:t>
            </a:r>
          </a:p>
        </p:txBody>
      </p:sp>
    </p:spTree>
    <p:extLst>
      <p:ext uri="{BB962C8B-B14F-4D97-AF65-F5344CB8AC3E}">
        <p14:creationId xmlns:p14="http://schemas.microsoft.com/office/powerpoint/2010/main" val="40403855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olo e contenuti affiancati 1">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0104ECF-E743-1459-D28F-0DFF824D1975}"/>
              </a:ext>
            </a:extLst>
          </p:cNvPr>
          <p:cNvGraphicFramePr>
            <a:graphicFrameLocks noChangeAspect="1"/>
          </p:cNvGraphicFramePr>
          <p:nvPr userDrawn="1">
            <p:custDataLst>
              <p:tags r:id="rId1"/>
            </p:custDataLst>
            <p:extLst>
              <p:ext uri="{D42A27DB-BD31-4B8C-83A1-F6EECF244321}">
                <p14:modId xmlns:p14="http://schemas.microsoft.com/office/powerpoint/2010/main" val="38031279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5" name="think-cell data - do not delete" hidden="1">
                        <a:extLst>
                          <a:ext uri="{FF2B5EF4-FFF2-40B4-BE49-F238E27FC236}">
                            <a16:creationId xmlns:a16="http://schemas.microsoft.com/office/drawing/2014/main" id="{E0104ECF-E743-1459-D28F-0DFF824D19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egnaposto contenuto 2">
            <a:extLst>
              <a:ext uri="{FF2B5EF4-FFF2-40B4-BE49-F238E27FC236}">
                <a16:creationId xmlns:a16="http://schemas.microsoft.com/office/drawing/2014/main" id="{E93CF349-5D48-044C-BC63-9B205F970AE9}"/>
              </a:ext>
            </a:extLst>
          </p:cNvPr>
          <p:cNvSpPr>
            <a:spLocks noGrp="1"/>
          </p:cNvSpPr>
          <p:nvPr>
            <p:ph idx="1" hasCustomPrompt="1"/>
          </p:nvPr>
        </p:nvSpPr>
        <p:spPr>
          <a:xfrm>
            <a:off x="709772" y="1322785"/>
            <a:ext cx="5208188" cy="4591050"/>
          </a:xfrm>
          <a:prstGeom prst="rect">
            <a:avLst/>
          </a:prstGeom>
        </p:spPr>
        <p:txBody>
          <a:bodyPr vert="horz" lIns="0" tIns="0" rIns="0" bIns="0" rtlCol="0">
            <a:noAutofit/>
          </a:bodyPr>
          <a:lstStyle>
            <a:lvl1pPr>
              <a:defRPr lang="en-US" b="0" i="0" dirty="0"/>
            </a:lvl1pPr>
          </a:lstStyle>
          <a:p>
            <a:pPr marL="0" marR="0" lvl="0" indent="0" algn="l" defTabSz="914248" rtl="0" eaLnBrk="1" fontAlgn="auto" latinLnBrk="0" hangingPunct="1">
              <a:lnSpc>
                <a:spcPct val="110000"/>
              </a:lnSpc>
              <a:spcBef>
                <a:spcPts val="0"/>
              </a:spcBef>
              <a:spcAft>
                <a:spcPts val="600"/>
              </a:spcAft>
              <a:buClr>
                <a:schemeClr val="accent1"/>
              </a:buClr>
              <a:buSzPct val="100000"/>
              <a:buFont typeface="Symbol" panose="05050102010706020507" pitchFamily="18" charset="2"/>
              <a:buNone/>
              <a:tabLst/>
              <a:defRPr/>
            </a:pPr>
            <a:r>
              <a:rPr lang="en-GB" noProof="0"/>
              <a:t>Layout a </a:t>
            </a:r>
            <a:r>
              <a:rPr lang="en-GB" noProof="0" err="1"/>
              <a:t>una</a:t>
            </a:r>
            <a:r>
              <a:rPr lang="en-GB" noProof="0"/>
              <a:t> </a:t>
            </a:r>
            <a:r>
              <a:rPr lang="en-GB" noProof="0" err="1"/>
              <a:t>colonna</a:t>
            </a:r>
            <a:r>
              <a:rPr lang="en-GB" noProof="0"/>
              <a:t> – </a:t>
            </a:r>
            <a:r>
              <a:rPr lang="en-GB" noProof="0" err="1"/>
              <a:t>Clicca</a:t>
            </a:r>
            <a:r>
              <a:rPr lang="en-GB" noProof="0"/>
              <a:t> qui per </a:t>
            </a:r>
            <a:r>
              <a:rPr lang="en-GB" noProof="0" err="1"/>
              <a:t>inserire</a:t>
            </a:r>
            <a:r>
              <a:rPr lang="en-GB" noProof="0"/>
              <a:t> il testo o </a:t>
            </a:r>
            <a:r>
              <a:rPr lang="en-GB" noProof="0" err="1"/>
              <a:t>clicca</a:t>
            </a:r>
            <a:r>
              <a:rPr lang="en-GB" noProof="0"/>
              <a:t> </a:t>
            </a:r>
            <a:r>
              <a:rPr lang="en-GB" noProof="0" err="1"/>
              <a:t>sulle</a:t>
            </a:r>
            <a:r>
              <a:rPr lang="en-GB" noProof="0"/>
              <a:t> </a:t>
            </a:r>
            <a:r>
              <a:rPr lang="en-GB" noProof="0" err="1"/>
              <a:t>icone</a:t>
            </a:r>
            <a:r>
              <a:rPr lang="en-GB" noProof="0"/>
              <a:t> per </a:t>
            </a:r>
            <a:r>
              <a:rPr lang="en-GB" noProof="0" err="1"/>
              <a:t>inserire</a:t>
            </a:r>
            <a:r>
              <a:rPr lang="en-GB" noProof="0"/>
              <a:t> </a:t>
            </a:r>
            <a:r>
              <a:rPr lang="en-GB" noProof="0" err="1"/>
              <a:t>immagini</a:t>
            </a:r>
            <a:r>
              <a:rPr lang="en-GB" noProof="0"/>
              <a:t> e </a:t>
            </a:r>
            <a:r>
              <a:rPr lang="en-GB" noProof="0" err="1"/>
              <a:t>grafici</a:t>
            </a:r>
            <a:endParaRPr lang="en-US"/>
          </a:p>
        </p:txBody>
      </p:sp>
      <p:sp>
        <p:nvSpPr>
          <p:cNvPr id="10" name="Segnaposto contenuto 2">
            <a:extLst>
              <a:ext uri="{FF2B5EF4-FFF2-40B4-BE49-F238E27FC236}">
                <a16:creationId xmlns:a16="http://schemas.microsoft.com/office/drawing/2014/main" id="{A3EFB53D-86A4-6E43-9495-1274C0CDE12D}"/>
              </a:ext>
            </a:extLst>
          </p:cNvPr>
          <p:cNvSpPr>
            <a:spLocks noGrp="1"/>
          </p:cNvSpPr>
          <p:nvPr>
            <p:ph idx="14" hasCustomPrompt="1"/>
          </p:nvPr>
        </p:nvSpPr>
        <p:spPr>
          <a:xfrm>
            <a:off x="6284696" y="1322785"/>
            <a:ext cx="5208189" cy="4591050"/>
          </a:xfrm>
          <a:prstGeom prst="rect">
            <a:avLst/>
          </a:prstGeom>
        </p:spPr>
        <p:txBody>
          <a:bodyPr vert="horz" lIns="0" tIns="0" rIns="0" bIns="0" rtlCol="0">
            <a:noAutofit/>
          </a:bodyPr>
          <a:lstStyle>
            <a:lvl1pPr>
              <a:defRPr lang="en-US" b="0" i="0"/>
            </a:lvl1pPr>
          </a:lstStyle>
          <a:p>
            <a:pPr marL="0" marR="0" lvl="0" indent="0" algn="l" defTabSz="914248" rtl="0" eaLnBrk="1" fontAlgn="auto" latinLnBrk="0" hangingPunct="1">
              <a:lnSpc>
                <a:spcPct val="110000"/>
              </a:lnSpc>
              <a:spcBef>
                <a:spcPts val="0"/>
              </a:spcBef>
              <a:spcAft>
                <a:spcPts val="600"/>
              </a:spcAft>
              <a:buClr>
                <a:schemeClr val="accent1"/>
              </a:buClr>
              <a:buSzPct val="100000"/>
              <a:buFont typeface="Symbol" panose="05050102010706020507" pitchFamily="18" charset="2"/>
              <a:buNone/>
              <a:tabLst/>
              <a:defRPr/>
            </a:pPr>
            <a:r>
              <a:rPr lang="en-GB" noProof="0"/>
              <a:t>Layout a </a:t>
            </a:r>
            <a:r>
              <a:rPr lang="en-GB" noProof="0" err="1"/>
              <a:t>una</a:t>
            </a:r>
            <a:r>
              <a:rPr lang="en-GB" noProof="0"/>
              <a:t> </a:t>
            </a:r>
            <a:r>
              <a:rPr lang="en-GB" noProof="0" err="1"/>
              <a:t>colonna</a:t>
            </a:r>
            <a:r>
              <a:rPr lang="en-GB" noProof="0"/>
              <a:t> – </a:t>
            </a:r>
            <a:r>
              <a:rPr lang="en-GB" noProof="0" err="1"/>
              <a:t>Clicca</a:t>
            </a:r>
            <a:r>
              <a:rPr lang="en-GB" noProof="0"/>
              <a:t> qui per </a:t>
            </a:r>
            <a:r>
              <a:rPr lang="en-GB" noProof="0" err="1"/>
              <a:t>inserire</a:t>
            </a:r>
            <a:r>
              <a:rPr lang="en-GB" noProof="0"/>
              <a:t> il testo o </a:t>
            </a:r>
            <a:r>
              <a:rPr lang="en-GB" noProof="0" err="1"/>
              <a:t>clicca</a:t>
            </a:r>
            <a:r>
              <a:rPr lang="en-GB" noProof="0"/>
              <a:t> </a:t>
            </a:r>
            <a:r>
              <a:rPr lang="en-GB" noProof="0" err="1"/>
              <a:t>sulle</a:t>
            </a:r>
            <a:r>
              <a:rPr lang="en-GB" noProof="0"/>
              <a:t> </a:t>
            </a:r>
            <a:r>
              <a:rPr lang="en-GB" noProof="0" err="1"/>
              <a:t>icone</a:t>
            </a:r>
            <a:r>
              <a:rPr lang="en-GB" noProof="0"/>
              <a:t> per </a:t>
            </a:r>
            <a:r>
              <a:rPr lang="en-GB" noProof="0" err="1"/>
              <a:t>inserire</a:t>
            </a:r>
            <a:r>
              <a:rPr lang="en-GB" noProof="0"/>
              <a:t> </a:t>
            </a:r>
            <a:r>
              <a:rPr lang="en-GB" noProof="0" err="1"/>
              <a:t>immagini</a:t>
            </a:r>
            <a:r>
              <a:rPr lang="en-GB" noProof="0"/>
              <a:t> e </a:t>
            </a:r>
            <a:r>
              <a:rPr lang="en-GB" noProof="0" err="1"/>
              <a:t>grafici</a:t>
            </a:r>
            <a:endParaRPr lang="en-US"/>
          </a:p>
        </p:txBody>
      </p:sp>
      <p:sp>
        <p:nvSpPr>
          <p:cNvPr id="9" name="Segnaposto piè di pagina 8">
            <a:extLst>
              <a:ext uri="{FF2B5EF4-FFF2-40B4-BE49-F238E27FC236}">
                <a16:creationId xmlns:a16="http://schemas.microsoft.com/office/drawing/2014/main" id="{2B1D95FB-CBDD-DE44-BF9B-B0341AEFC359}"/>
              </a:ext>
            </a:extLst>
          </p:cNvPr>
          <p:cNvSpPr>
            <a:spLocks noGrp="1"/>
          </p:cNvSpPr>
          <p:nvPr>
            <p:ph type="ftr" sz="quarter" idx="15"/>
          </p:nvPr>
        </p:nvSpPr>
        <p:spPr>
          <a:xfrm>
            <a:off x="6329237" y="234000"/>
            <a:ext cx="5163648" cy="244800"/>
          </a:xfrm>
          <a:prstGeom prst="rect">
            <a:avLst/>
          </a:prstGeom>
        </p:spPr>
        <p:txBody>
          <a:bodyPr/>
          <a:lstStyle/>
          <a:p>
            <a:endParaRPr lang="it-IT"/>
          </a:p>
        </p:txBody>
      </p:sp>
      <p:sp>
        <p:nvSpPr>
          <p:cNvPr id="11" name="Segnaposto numero diapositiva 10">
            <a:extLst>
              <a:ext uri="{FF2B5EF4-FFF2-40B4-BE49-F238E27FC236}">
                <a16:creationId xmlns:a16="http://schemas.microsoft.com/office/drawing/2014/main" id="{79C5D79E-B572-F244-BD9E-758764C4882D}"/>
              </a:ext>
            </a:extLst>
          </p:cNvPr>
          <p:cNvSpPr>
            <a:spLocks noGrp="1"/>
          </p:cNvSpPr>
          <p:nvPr>
            <p:ph type="sldNum" sz="quarter" idx="16"/>
          </p:nvPr>
        </p:nvSpPr>
        <p:spPr/>
        <p:txBody>
          <a:bodyPr/>
          <a:lstStyle/>
          <a:p>
            <a:fld id="{98BF7C3C-24CC-6140-8A22-738C44F1CFEB}" type="slidenum">
              <a:rPr lang="it-IT" smtClean="0"/>
              <a:pPr/>
              <a:t>‹#›</a:t>
            </a:fld>
            <a:endParaRPr lang="it-IT"/>
          </a:p>
        </p:txBody>
      </p:sp>
      <p:sp>
        <p:nvSpPr>
          <p:cNvPr id="4" name="Titolo 3">
            <a:extLst>
              <a:ext uri="{FF2B5EF4-FFF2-40B4-BE49-F238E27FC236}">
                <a16:creationId xmlns:a16="http://schemas.microsoft.com/office/drawing/2014/main" id="{EEFC81F9-F50D-B14A-97C9-B9345083457F}"/>
              </a:ext>
            </a:extLst>
          </p:cNvPr>
          <p:cNvSpPr>
            <a:spLocks noGrp="1"/>
          </p:cNvSpPr>
          <p:nvPr>
            <p:ph type="title" hasCustomPrompt="1"/>
          </p:nvPr>
        </p:nvSpPr>
        <p:spPr/>
        <p:txBody>
          <a:bodyPr vert="horz"/>
          <a:lstStyle>
            <a:lvl1pPr>
              <a:defRPr b="1" i="0"/>
            </a:lvl1pPr>
          </a:lstStyle>
          <a:p>
            <a:r>
              <a:rPr lang="it-IT"/>
              <a:t>Titolo della slide</a:t>
            </a:r>
          </a:p>
        </p:txBody>
      </p:sp>
      <p:sp>
        <p:nvSpPr>
          <p:cNvPr id="12" name="Segnaposto testo 8">
            <a:extLst>
              <a:ext uri="{FF2B5EF4-FFF2-40B4-BE49-F238E27FC236}">
                <a16:creationId xmlns:a16="http://schemas.microsoft.com/office/drawing/2014/main" id="{03B4C331-97FF-AC4F-811E-22E57F1AD8A6}"/>
              </a:ext>
            </a:extLst>
          </p:cNvPr>
          <p:cNvSpPr>
            <a:spLocks noGrp="1"/>
          </p:cNvSpPr>
          <p:nvPr>
            <p:ph type="body" sz="quarter" idx="13" hasCustomPrompt="1"/>
          </p:nvPr>
        </p:nvSpPr>
        <p:spPr>
          <a:xfrm>
            <a:off x="702000" y="234000"/>
            <a:ext cx="5400000" cy="244800"/>
          </a:xfrm>
          <a:prstGeom prst="rect">
            <a:avLst/>
          </a:prstGeom>
        </p:spPr>
        <p:txBody>
          <a:bodyPr vert="horz" lIns="0" tIns="18000" rIns="0" bIns="0" rtlCol="0" anchor="ctr">
            <a:noAutofit/>
          </a:bodyPr>
          <a:lstStyle>
            <a:lvl1pPr marL="0" indent="0">
              <a:lnSpc>
                <a:spcPct val="100000"/>
              </a:lnSpc>
              <a:spcAft>
                <a:spcPts val="0"/>
              </a:spcAft>
              <a:defRPr lang="it-IT" sz="1000" b="1" i="0" kern="1200" spc="0" baseline="0" noProof="0" dirty="0">
                <a:solidFill>
                  <a:schemeClr val="tx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en-GB" noProof="0"/>
              <a:t>SEZIONE / SOTTOSEZIONE</a:t>
            </a:r>
          </a:p>
        </p:txBody>
      </p:sp>
    </p:spTree>
    <p:extLst>
      <p:ext uri="{BB962C8B-B14F-4D97-AF65-F5344CB8AC3E}">
        <p14:creationId xmlns:p14="http://schemas.microsoft.com/office/powerpoint/2010/main" val="1980035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olo e contenuti affiancati 2">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AF957AE-0DAE-D0DF-01F1-94C47CC03DE2}"/>
              </a:ext>
            </a:extLst>
          </p:cNvPr>
          <p:cNvGraphicFramePr>
            <a:graphicFrameLocks noChangeAspect="1"/>
          </p:cNvGraphicFramePr>
          <p:nvPr userDrawn="1">
            <p:custDataLst>
              <p:tags r:id="rId1"/>
            </p:custDataLst>
            <p:extLst>
              <p:ext uri="{D42A27DB-BD31-4B8C-83A1-F6EECF244321}">
                <p14:modId xmlns:p14="http://schemas.microsoft.com/office/powerpoint/2010/main" val="27499871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5" name="think-cell data - do not delete" hidden="1">
                        <a:extLst>
                          <a:ext uri="{FF2B5EF4-FFF2-40B4-BE49-F238E27FC236}">
                            <a16:creationId xmlns:a16="http://schemas.microsoft.com/office/drawing/2014/main" id="{9AF957AE-0DAE-D0DF-01F1-94C47CC03DE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egnaposto contenuto 2">
            <a:extLst>
              <a:ext uri="{FF2B5EF4-FFF2-40B4-BE49-F238E27FC236}">
                <a16:creationId xmlns:a16="http://schemas.microsoft.com/office/drawing/2014/main" id="{E93CF349-5D48-044C-BC63-9B205F970AE9}"/>
              </a:ext>
            </a:extLst>
          </p:cNvPr>
          <p:cNvSpPr>
            <a:spLocks noGrp="1"/>
          </p:cNvSpPr>
          <p:nvPr>
            <p:ph idx="1" hasCustomPrompt="1"/>
          </p:nvPr>
        </p:nvSpPr>
        <p:spPr>
          <a:xfrm>
            <a:off x="709773" y="1322785"/>
            <a:ext cx="7060679" cy="4591050"/>
          </a:xfrm>
          <a:prstGeom prst="rect">
            <a:avLst/>
          </a:prstGeom>
        </p:spPr>
        <p:txBody>
          <a:bodyPr vert="horz" lIns="0" tIns="0" rIns="0" bIns="0" rtlCol="0">
            <a:noAutofit/>
          </a:bodyPr>
          <a:lstStyle>
            <a:lvl1pPr>
              <a:defRPr lang="en-US" b="0" i="0" dirty="0"/>
            </a:lvl1pPr>
          </a:lstStyle>
          <a:p>
            <a:pPr marL="0" marR="0" lvl="0" indent="0" algn="l" defTabSz="914248" rtl="0" eaLnBrk="1" fontAlgn="auto" latinLnBrk="0" hangingPunct="1">
              <a:lnSpc>
                <a:spcPct val="110000"/>
              </a:lnSpc>
              <a:spcBef>
                <a:spcPts val="0"/>
              </a:spcBef>
              <a:spcAft>
                <a:spcPts val="600"/>
              </a:spcAft>
              <a:buClr>
                <a:schemeClr val="accent1"/>
              </a:buClr>
              <a:buSzPct val="100000"/>
              <a:buFont typeface="Symbol" panose="05050102010706020507" pitchFamily="18" charset="2"/>
              <a:buNone/>
              <a:tabLst/>
              <a:defRPr/>
            </a:pPr>
            <a:r>
              <a:rPr lang="en-GB" noProof="0"/>
              <a:t>Layout a </a:t>
            </a:r>
            <a:r>
              <a:rPr lang="en-GB" noProof="0" err="1"/>
              <a:t>una</a:t>
            </a:r>
            <a:r>
              <a:rPr lang="en-GB" noProof="0"/>
              <a:t> </a:t>
            </a:r>
            <a:r>
              <a:rPr lang="en-GB" noProof="0" err="1"/>
              <a:t>colonna</a:t>
            </a:r>
            <a:r>
              <a:rPr lang="en-GB" noProof="0"/>
              <a:t> – </a:t>
            </a:r>
            <a:r>
              <a:rPr lang="en-GB" noProof="0" err="1"/>
              <a:t>Clicca</a:t>
            </a:r>
            <a:r>
              <a:rPr lang="en-GB" noProof="0"/>
              <a:t> qui per </a:t>
            </a:r>
            <a:r>
              <a:rPr lang="en-GB" noProof="0" err="1"/>
              <a:t>inserire</a:t>
            </a:r>
            <a:r>
              <a:rPr lang="en-GB" noProof="0"/>
              <a:t> il testo o </a:t>
            </a:r>
            <a:r>
              <a:rPr lang="en-GB" noProof="0" err="1"/>
              <a:t>clicca</a:t>
            </a:r>
            <a:r>
              <a:rPr lang="en-GB" noProof="0"/>
              <a:t> </a:t>
            </a:r>
            <a:r>
              <a:rPr lang="en-GB" noProof="0" err="1"/>
              <a:t>sulle</a:t>
            </a:r>
            <a:r>
              <a:rPr lang="en-GB" noProof="0"/>
              <a:t> </a:t>
            </a:r>
            <a:r>
              <a:rPr lang="en-GB" noProof="0" err="1"/>
              <a:t>icone</a:t>
            </a:r>
            <a:r>
              <a:rPr lang="en-GB" noProof="0"/>
              <a:t> per </a:t>
            </a:r>
            <a:r>
              <a:rPr lang="en-GB" noProof="0" err="1"/>
              <a:t>inserire</a:t>
            </a:r>
            <a:r>
              <a:rPr lang="en-GB" noProof="0"/>
              <a:t> </a:t>
            </a:r>
            <a:r>
              <a:rPr lang="en-GB" noProof="0" err="1"/>
              <a:t>immagini</a:t>
            </a:r>
            <a:r>
              <a:rPr lang="en-GB" noProof="0"/>
              <a:t> e </a:t>
            </a:r>
            <a:r>
              <a:rPr lang="en-GB" noProof="0" err="1"/>
              <a:t>grafici</a:t>
            </a:r>
            <a:endParaRPr lang="en-US"/>
          </a:p>
        </p:txBody>
      </p:sp>
      <p:sp>
        <p:nvSpPr>
          <p:cNvPr id="10" name="Segnaposto contenuto 2">
            <a:extLst>
              <a:ext uri="{FF2B5EF4-FFF2-40B4-BE49-F238E27FC236}">
                <a16:creationId xmlns:a16="http://schemas.microsoft.com/office/drawing/2014/main" id="{A3EFB53D-86A4-6E43-9495-1274C0CDE12D}"/>
              </a:ext>
            </a:extLst>
          </p:cNvPr>
          <p:cNvSpPr>
            <a:spLocks noGrp="1"/>
          </p:cNvSpPr>
          <p:nvPr>
            <p:ph idx="14" hasCustomPrompt="1"/>
          </p:nvPr>
        </p:nvSpPr>
        <p:spPr>
          <a:xfrm>
            <a:off x="8120460" y="1322785"/>
            <a:ext cx="3372424" cy="4591050"/>
          </a:xfrm>
          <a:prstGeom prst="rect">
            <a:avLst/>
          </a:prstGeom>
        </p:spPr>
        <p:txBody>
          <a:bodyPr vert="horz" lIns="0" tIns="0" rIns="0" bIns="0" rtlCol="0">
            <a:noAutofit/>
          </a:bodyPr>
          <a:lstStyle>
            <a:lvl1pPr>
              <a:defRPr lang="en-US" b="0" i="0"/>
            </a:lvl1pPr>
          </a:lstStyle>
          <a:p>
            <a:pPr marL="0" marR="0" lvl="0" indent="0" algn="l" defTabSz="914248" rtl="0" eaLnBrk="1" fontAlgn="auto" latinLnBrk="0" hangingPunct="1">
              <a:lnSpc>
                <a:spcPct val="110000"/>
              </a:lnSpc>
              <a:spcBef>
                <a:spcPts val="0"/>
              </a:spcBef>
              <a:spcAft>
                <a:spcPts val="600"/>
              </a:spcAft>
              <a:buClr>
                <a:schemeClr val="accent1"/>
              </a:buClr>
              <a:buSzPct val="100000"/>
              <a:buFont typeface="Symbol" panose="05050102010706020507" pitchFamily="18" charset="2"/>
              <a:buNone/>
              <a:tabLst/>
              <a:defRPr/>
            </a:pPr>
            <a:r>
              <a:rPr lang="en-GB" noProof="0"/>
              <a:t>Layout a </a:t>
            </a:r>
            <a:r>
              <a:rPr lang="en-GB" noProof="0" err="1"/>
              <a:t>una</a:t>
            </a:r>
            <a:r>
              <a:rPr lang="en-GB" noProof="0"/>
              <a:t> </a:t>
            </a:r>
            <a:r>
              <a:rPr lang="en-GB" noProof="0" err="1"/>
              <a:t>colonna</a:t>
            </a:r>
            <a:r>
              <a:rPr lang="en-GB" noProof="0"/>
              <a:t> – </a:t>
            </a:r>
            <a:r>
              <a:rPr lang="en-GB" noProof="0" err="1"/>
              <a:t>Clicca</a:t>
            </a:r>
            <a:r>
              <a:rPr lang="en-GB" noProof="0"/>
              <a:t> qui per </a:t>
            </a:r>
            <a:r>
              <a:rPr lang="en-GB" noProof="0" err="1"/>
              <a:t>inserire</a:t>
            </a:r>
            <a:r>
              <a:rPr lang="en-GB" noProof="0"/>
              <a:t> il testo o </a:t>
            </a:r>
            <a:r>
              <a:rPr lang="en-GB" noProof="0" err="1"/>
              <a:t>clicca</a:t>
            </a:r>
            <a:r>
              <a:rPr lang="en-GB" noProof="0"/>
              <a:t> </a:t>
            </a:r>
            <a:r>
              <a:rPr lang="en-GB" noProof="0" err="1"/>
              <a:t>sulle</a:t>
            </a:r>
            <a:r>
              <a:rPr lang="en-GB" noProof="0"/>
              <a:t> </a:t>
            </a:r>
            <a:r>
              <a:rPr lang="en-GB" noProof="0" err="1"/>
              <a:t>icone</a:t>
            </a:r>
            <a:r>
              <a:rPr lang="en-GB" noProof="0"/>
              <a:t> per </a:t>
            </a:r>
            <a:r>
              <a:rPr lang="en-GB" noProof="0" err="1"/>
              <a:t>inserire</a:t>
            </a:r>
            <a:r>
              <a:rPr lang="en-GB" noProof="0"/>
              <a:t> </a:t>
            </a:r>
            <a:r>
              <a:rPr lang="en-GB" noProof="0" err="1"/>
              <a:t>immagini</a:t>
            </a:r>
            <a:r>
              <a:rPr lang="en-GB" noProof="0"/>
              <a:t> e </a:t>
            </a:r>
            <a:r>
              <a:rPr lang="en-GB" noProof="0" err="1"/>
              <a:t>grafici</a:t>
            </a:r>
            <a:endParaRPr lang="en-US"/>
          </a:p>
        </p:txBody>
      </p:sp>
      <p:sp>
        <p:nvSpPr>
          <p:cNvPr id="9" name="Segnaposto piè di pagina 8">
            <a:extLst>
              <a:ext uri="{FF2B5EF4-FFF2-40B4-BE49-F238E27FC236}">
                <a16:creationId xmlns:a16="http://schemas.microsoft.com/office/drawing/2014/main" id="{2B1D95FB-CBDD-DE44-BF9B-B0341AEFC359}"/>
              </a:ext>
            </a:extLst>
          </p:cNvPr>
          <p:cNvSpPr>
            <a:spLocks noGrp="1"/>
          </p:cNvSpPr>
          <p:nvPr>
            <p:ph type="ftr" sz="quarter" idx="15"/>
          </p:nvPr>
        </p:nvSpPr>
        <p:spPr>
          <a:xfrm>
            <a:off x="6329237" y="234000"/>
            <a:ext cx="5163648" cy="244800"/>
          </a:xfrm>
          <a:prstGeom prst="rect">
            <a:avLst/>
          </a:prstGeom>
        </p:spPr>
        <p:txBody>
          <a:bodyPr/>
          <a:lstStyle/>
          <a:p>
            <a:endParaRPr lang="it-IT"/>
          </a:p>
        </p:txBody>
      </p:sp>
      <p:sp>
        <p:nvSpPr>
          <p:cNvPr id="11" name="Segnaposto numero diapositiva 10">
            <a:extLst>
              <a:ext uri="{FF2B5EF4-FFF2-40B4-BE49-F238E27FC236}">
                <a16:creationId xmlns:a16="http://schemas.microsoft.com/office/drawing/2014/main" id="{79C5D79E-B572-F244-BD9E-758764C4882D}"/>
              </a:ext>
            </a:extLst>
          </p:cNvPr>
          <p:cNvSpPr>
            <a:spLocks noGrp="1"/>
          </p:cNvSpPr>
          <p:nvPr>
            <p:ph type="sldNum" sz="quarter" idx="16"/>
          </p:nvPr>
        </p:nvSpPr>
        <p:spPr/>
        <p:txBody>
          <a:bodyPr/>
          <a:lstStyle/>
          <a:p>
            <a:fld id="{98BF7C3C-24CC-6140-8A22-738C44F1CFEB}" type="slidenum">
              <a:rPr lang="it-IT" smtClean="0"/>
              <a:pPr/>
              <a:t>‹#›</a:t>
            </a:fld>
            <a:endParaRPr lang="it-IT"/>
          </a:p>
        </p:txBody>
      </p:sp>
      <p:sp>
        <p:nvSpPr>
          <p:cNvPr id="4" name="Titolo 3">
            <a:extLst>
              <a:ext uri="{FF2B5EF4-FFF2-40B4-BE49-F238E27FC236}">
                <a16:creationId xmlns:a16="http://schemas.microsoft.com/office/drawing/2014/main" id="{17AA660E-E2C5-FA48-86F9-D586A00EDB9C}"/>
              </a:ext>
            </a:extLst>
          </p:cNvPr>
          <p:cNvSpPr>
            <a:spLocks noGrp="1"/>
          </p:cNvSpPr>
          <p:nvPr>
            <p:ph type="title" hasCustomPrompt="1"/>
          </p:nvPr>
        </p:nvSpPr>
        <p:spPr/>
        <p:txBody>
          <a:bodyPr vert="horz"/>
          <a:lstStyle>
            <a:lvl1pPr>
              <a:defRPr b="1" i="0"/>
            </a:lvl1pPr>
          </a:lstStyle>
          <a:p>
            <a:r>
              <a:rPr lang="it-IT"/>
              <a:t>Titolo della slide</a:t>
            </a:r>
          </a:p>
        </p:txBody>
      </p:sp>
      <p:sp>
        <p:nvSpPr>
          <p:cNvPr id="12" name="Segnaposto testo 8">
            <a:extLst>
              <a:ext uri="{FF2B5EF4-FFF2-40B4-BE49-F238E27FC236}">
                <a16:creationId xmlns:a16="http://schemas.microsoft.com/office/drawing/2014/main" id="{4EDF0713-3EAD-3049-9683-03750DA01C5E}"/>
              </a:ext>
            </a:extLst>
          </p:cNvPr>
          <p:cNvSpPr>
            <a:spLocks noGrp="1"/>
          </p:cNvSpPr>
          <p:nvPr>
            <p:ph type="body" sz="quarter" idx="13" hasCustomPrompt="1"/>
          </p:nvPr>
        </p:nvSpPr>
        <p:spPr>
          <a:xfrm>
            <a:off x="702000" y="234000"/>
            <a:ext cx="5400000" cy="244800"/>
          </a:xfrm>
          <a:prstGeom prst="rect">
            <a:avLst/>
          </a:prstGeom>
        </p:spPr>
        <p:txBody>
          <a:bodyPr vert="horz" lIns="0" tIns="18000" rIns="0" bIns="0" rtlCol="0" anchor="ctr">
            <a:noAutofit/>
          </a:bodyPr>
          <a:lstStyle>
            <a:lvl1pPr marL="0" indent="0">
              <a:lnSpc>
                <a:spcPct val="100000"/>
              </a:lnSpc>
              <a:spcAft>
                <a:spcPts val="0"/>
              </a:spcAft>
              <a:defRPr lang="it-IT" sz="1000" b="1" i="0" kern="1200" spc="0" baseline="0" noProof="0" dirty="0">
                <a:solidFill>
                  <a:schemeClr val="tx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en-GB" noProof="0"/>
              <a:t>SEZIONE / SOTTOSEZIONE</a:t>
            </a:r>
          </a:p>
        </p:txBody>
      </p:sp>
    </p:spTree>
    <p:extLst>
      <p:ext uri="{BB962C8B-B14F-4D97-AF65-F5344CB8AC3E}">
        <p14:creationId xmlns:p14="http://schemas.microsoft.com/office/powerpoint/2010/main" val="2285577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olo e contenuti affiancati 3">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75F6763-691D-CD81-BA3D-979DC642A633}"/>
              </a:ext>
            </a:extLst>
          </p:cNvPr>
          <p:cNvGraphicFramePr>
            <a:graphicFrameLocks noChangeAspect="1"/>
          </p:cNvGraphicFramePr>
          <p:nvPr userDrawn="1">
            <p:custDataLst>
              <p:tags r:id="rId1"/>
            </p:custDataLst>
            <p:extLst>
              <p:ext uri="{D42A27DB-BD31-4B8C-83A1-F6EECF244321}">
                <p14:modId xmlns:p14="http://schemas.microsoft.com/office/powerpoint/2010/main" val="17984615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5" name="think-cell data - do not delete" hidden="1">
                        <a:extLst>
                          <a:ext uri="{FF2B5EF4-FFF2-40B4-BE49-F238E27FC236}">
                            <a16:creationId xmlns:a16="http://schemas.microsoft.com/office/drawing/2014/main" id="{F75F6763-691D-CD81-BA3D-979DC642A63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egnaposto contenuto 2">
            <a:extLst>
              <a:ext uri="{FF2B5EF4-FFF2-40B4-BE49-F238E27FC236}">
                <a16:creationId xmlns:a16="http://schemas.microsoft.com/office/drawing/2014/main" id="{E93CF349-5D48-044C-BC63-9B205F970AE9}"/>
              </a:ext>
            </a:extLst>
          </p:cNvPr>
          <p:cNvSpPr>
            <a:spLocks noGrp="1"/>
          </p:cNvSpPr>
          <p:nvPr>
            <p:ph idx="1" hasCustomPrompt="1"/>
          </p:nvPr>
        </p:nvSpPr>
        <p:spPr>
          <a:xfrm>
            <a:off x="709773" y="1322785"/>
            <a:ext cx="3334387" cy="4591050"/>
          </a:xfrm>
          <a:prstGeom prst="rect">
            <a:avLst/>
          </a:prstGeom>
        </p:spPr>
        <p:txBody>
          <a:bodyPr vert="horz" lIns="0" tIns="0" rIns="0" bIns="0" rtlCol="0">
            <a:noAutofit/>
          </a:bodyPr>
          <a:lstStyle>
            <a:lvl1pPr>
              <a:defRPr lang="en-US" b="0" i="0" dirty="0"/>
            </a:lvl1pPr>
          </a:lstStyle>
          <a:p>
            <a:pPr marL="0" marR="0" lvl="0" indent="0" algn="l" defTabSz="914248" rtl="0" eaLnBrk="1" fontAlgn="auto" latinLnBrk="0" hangingPunct="1">
              <a:lnSpc>
                <a:spcPct val="110000"/>
              </a:lnSpc>
              <a:spcBef>
                <a:spcPts val="0"/>
              </a:spcBef>
              <a:spcAft>
                <a:spcPts val="600"/>
              </a:spcAft>
              <a:buClr>
                <a:schemeClr val="accent1"/>
              </a:buClr>
              <a:buSzPct val="100000"/>
              <a:buFont typeface="Symbol" panose="05050102010706020507" pitchFamily="18" charset="2"/>
              <a:buNone/>
              <a:tabLst/>
              <a:defRPr/>
            </a:pPr>
            <a:r>
              <a:rPr lang="en-GB" noProof="0"/>
              <a:t>Layout a </a:t>
            </a:r>
            <a:r>
              <a:rPr lang="en-GB" noProof="0" err="1"/>
              <a:t>una</a:t>
            </a:r>
            <a:r>
              <a:rPr lang="en-GB" noProof="0"/>
              <a:t> </a:t>
            </a:r>
            <a:r>
              <a:rPr lang="en-GB" noProof="0" err="1"/>
              <a:t>colonna</a:t>
            </a:r>
            <a:r>
              <a:rPr lang="en-GB" noProof="0"/>
              <a:t> – </a:t>
            </a:r>
            <a:r>
              <a:rPr lang="en-GB" noProof="0" err="1"/>
              <a:t>Clicca</a:t>
            </a:r>
            <a:r>
              <a:rPr lang="en-GB" noProof="0"/>
              <a:t> qui per </a:t>
            </a:r>
            <a:r>
              <a:rPr lang="en-GB" noProof="0" err="1"/>
              <a:t>inserire</a:t>
            </a:r>
            <a:r>
              <a:rPr lang="en-GB" noProof="0"/>
              <a:t> il testo o </a:t>
            </a:r>
            <a:r>
              <a:rPr lang="en-GB" noProof="0" err="1"/>
              <a:t>clicca</a:t>
            </a:r>
            <a:r>
              <a:rPr lang="en-GB" noProof="0"/>
              <a:t> </a:t>
            </a:r>
            <a:r>
              <a:rPr lang="en-GB" noProof="0" err="1"/>
              <a:t>sulle</a:t>
            </a:r>
            <a:r>
              <a:rPr lang="en-GB" noProof="0"/>
              <a:t> </a:t>
            </a:r>
            <a:r>
              <a:rPr lang="en-GB" noProof="0" err="1"/>
              <a:t>icone</a:t>
            </a:r>
            <a:r>
              <a:rPr lang="en-GB" noProof="0"/>
              <a:t> per </a:t>
            </a:r>
            <a:r>
              <a:rPr lang="en-GB" noProof="0" err="1"/>
              <a:t>inserire</a:t>
            </a:r>
            <a:r>
              <a:rPr lang="en-GB" noProof="0"/>
              <a:t> </a:t>
            </a:r>
            <a:r>
              <a:rPr lang="en-GB" noProof="0" err="1"/>
              <a:t>immagini</a:t>
            </a:r>
            <a:r>
              <a:rPr lang="en-GB" noProof="0"/>
              <a:t> e </a:t>
            </a:r>
            <a:r>
              <a:rPr lang="en-GB" noProof="0" err="1"/>
              <a:t>grafici</a:t>
            </a:r>
            <a:endParaRPr lang="en-US"/>
          </a:p>
        </p:txBody>
      </p:sp>
      <p:sp>
        <p:nvSpPr>
          <p:cNvPr id="10" name="Segnaposto contenuto 2">
            <a:extLst>
              <a:ext uri="{FF2B5EF4-FFF2-40B4-BE49-F238E27FC236}">
                <a16:creationId xmlns:a16="http://schemas.microsoft.com/office/drawing/2014/main" id="{A3EFB53D-86A4-6E43-9495-1274C0CDE12D}"/>
              </a:ext>
            </a:extLst>
          </p:cNvPr>
          <p:cNvSpPr>
            <a:spLocks noGrp="1"/>
          </p:cNvSpPr>
          <p:nvPr>
            <p:ph idx="14" hasCustomPrompt="1"/>
          </p:nvPr>
        </p:nvSpPr>
        <p:spPr>
          <a:xfrm>
            <a:off x="4421550" y="1322785"/>
            <a:ext cx="7071334" cy="4591050"/>
          </a:xfrm>
          <a:prstGeom prst="rect">
            <a:avLst/>
          </a:prstGeom>
        </p:spPr>
        <p:txBody>
          <a:bodyPr vert="horz" lIns="0" tIns="0" rIns="0" bIns="0" rtlCol="0">
            <a:noAutofit/>
          </a:bodyPr>
          <a:lstStyle>
            <a:lvl1pPr>
              <a:defRPr lang="en-US" b="0" i="0"/>
            </a:lvl1pPr>
          </a:lstStyle>
          <a:p>
            <a:pPr marL="0" marR="0" lvl="0" indent="0" algn="l" defTabSz="914248" rtl="0" eaLnBrk="1" fontAlgn="auto" latinLnBrk="0" hangingPunct="1">
              <a:lnSpc>
                <a:spcPct val="110000"/>
              </a:lnSpc>
              <a:spcBef>
                <a:spcPts val="0"/>
              </a:spcBef>
              <a:spcAft>
                <a:spcPts val="600"/>
              </a:spcAft>
              <a:buClr>
                <a:schemeClr val="accent1"/>
              </a:buClr>
              <a:buSzPct val="100000"/>
              <a:buFont typeface="Symbol" panose="05050102010706020507" pitchFamily="18" charset="2"/>
              <a:buNone/>
              <a:tabLst/>
              <a:defRPr/>
            </a:pPr>
            <a:r>
              <a:rPr lang="en-GB" noProof="0"/>
              <a:t>Layout a </a:t>
            </a:r>
            <a:r>
              <a:rPr lang="en-GB" noProof="0" err="1"/>
              <a:t>una</a:t>
            </a:r>
            <a:r>
              <a:rPr lang="en-GB" noProof="0"/>
              <a:t> </a:t>
            </a:r>
            <a:r>
              <a:rPr lang="en-GB" noProof="0" err="1"/>
              <a:t>colonna</a:t>
            </a:r>
            <a:r>
              <a:rPr lang="en-GB" noProof="0"/>
              <a:t> – </a:t>
            </a:r>
            <a:r>
              <a:rPr lang="en-GB" noProof="0" err="1"/>
              <a:t>Clicca</a:t>
            </a:r>
            <a:r>
              <a:rPr lang="en-GB" noProof="0"/>
              <a:t> qui per </a:t>
            </a:r>
            <a:r>
              <a:rPr lang="en-GB" noProof="0" err="1"/>
              <a:t>inserire</a:t>
            </a:r>
            <a:r>
              <a:rPr lang="en-GB" noProof="0"/>
              <a:t> il testo o </a:t>
            </a:r>
            <a:r>
              <a:rPr lang="en-GB" noProof="0" err="1"/>
              <a:t>clicca</a:t>
            </a:r>
            <a:r>
              <a:rPr lang="en-GB" noProof="0"/>
              <a:t> </a:t>
            </a:r>
            <a:r>
              <a:rPr lang="en-GB" noProof="0" err="1"/>
              <a:t>sulle</a:t>
            </a:r>
            <a:r>
              <a:rPr lang="en-GB" noProof="0"/>
              <a:t> </a:t>
            </a:r>
            <a:r>
              <a:rPr lang="en-GB" noProof="0" err="1"/>
              <a:t>icone</a:t>
            </a:r>
            <a:r>
              <a:rPr lang="en-GB" noProof="0"/>
              <a:t> per </a:t>
            </a:r>
            <a:r>
              <a:rPr lang="en-GB" noProof="0" err="1"/>
              <a:t>inserire</a:t>
            </a:r>
            <a:r>
              <a:rPr lang="en-GB" noProof="0"/>
              <a:t> </a:t>
            </a:r>
            <a:r>
              <a:rPr lang="en-GB" noProof="0" err="1"/>
              <a:t>immagini</a:t>
            </a:r>
            <a:r>
              <a:rPr lang="en-GB" noProof="0"/>
              <a:t> e </a:t>
            </a:r>
            <a:r>
              <a:rPr lang="en-GB" noProof="0" err="1"/>
              <a:t>grafici</a:t>
            </a:r>
            <a:endParaRPr lang="en-US"/>
          </a:p>
        </p:txBody>
      </p:sp>
      <p:sp>
        <p:nvSpPr>
          <p:cNvPr id="9" name="Segnaposto piè di pagina 8">
            <a:extLst>
              <a:ext uri="{FF2B5EF4-FFF2-40B4-BE49-F238E27FC236}">
                <a16:creationId xmlns:a16="http://schemas.microsoft.com/office/drawing/2014/main" id="{2B1D95FB-CBDD-DE44-BF9B-B0341AEFC359}"/>
              </a:ext>
            </a:extLst>
          </p:cNvPr>
          <p:cNvSpPr>
            <a:spLocks noGrp="1"/>
          </p:cNvSpPr>
          <p:nvPr>
            <p:ph type="ftr" sz="quarter" idx="15"/>
          </p:nvPr>
        </p:nvSpPr>
        <p:spPr>
          <a:xfrm>
            <a:off x="6329237" y="234000"/>
            <a:ext cx="5163648" cy="244800"/>
          </a:xfrm>
          <a:prstGeom prst="rect">
            <a:avLst/>
          </a:prstGeom>
        </p:spPr>
        <p:txBody>
          <a:bodyPr/>
          <a:lstStyle/>
          <a:p>
            <a:endParaRPr lang="it-IT"/>
          </a:p>
        </p:txBody>
      </p:sp>
      <p:sp>
        <p:nvSpPr>
          <p:cNvPr id="11" name="Segnaposto numero diapositiva 10">
            <a:extLst>
              <a:ext uri="{FF2B5EF4-FFF2-40B4-BE49-F238E27FC236}">
                <a16:creationId xmlns:a16="http://schemas.microsoft.com/office/drawing/2014/main" id="{79C5D79E-B572-F244-BD9E-758764C4882D}"/>
              </a:ext>
            </a:extLst>
          </p:cNvPr>
          <p:cNvSpPr>
            <a:spLocks noGrp="1"/>
          </p:cNvSpPr>
          <p:nvPr>
            <p:ph type="sldNum" sz="quarter" idx="16"/>
          </p:nvPr>
        </p:nvSpPr>
        <p:spPr/>
        <p:txBody>
          <a:bodyPr/>
          <a:lstStyle/>
          <a:p>
            <a:fld id="{98BF7C3C-24CC-6140-8A22-738C44F1CFEB}" type="slidenum">
              <a:rPr lang="it-IT" smtClean="0"/>
              <a:pPr/>
              <a:t>‹#›</a:t>
            </a:fld>
            <a:endParaRPr lang="it-IT"/>
          </a:p>
        </p:txBody>
      </p:sp>
      <p:sp>
        <p:nvSpPr>
          <p:cNvPr id="4" name="Titolo 3">
            <a:extLst>
              <a:ext uri="{FF2B5EF4-FFF2-40B4-BE49-F238E27FC236}">
                <a16:creationId xmlns:a16="http://schemas.microsoft.com/office/drawing/2014/main" id="{46DB7439-9F35-094F-80D1-35955EB61D25}"/>
              </a:ext>
            </a:extLst>
          </p:cNvPr>
          <p:cNvSpPr>
            <a:spLocks noGrp="1"/>
          </p:cNvSpPr>
          <p:nvPr>
            <p:ph type="title" hasCustomPrompt="1"/>
          </p:nvPr>
        </p:nvSpPr>
        <p:spPr/>
        <p:txBody>
          <a:bodyPr vert="horz"/>
          <a:lstStyle>
            <a:lvl1pPr>
              <a:defRPr b="1" i="0"/>
            </a:lvl1pPr>
          </a:lstStyle>
          <a:p>
            <a:r>
              <a:rPr lang="it-IT"/>
              <a:t>Titolo della slide</a:t>
            </a:r>
          </a:p>
        </p:txBody>
      </p:sp>
      <p:sp>
        <p:nvSpPr>
          <p:cNvPr id="12" name="Segnaposto testo 8">
            <a:extLst>
              <a:ext uri="{FF2B5EF4-FFF2-40B4-BE49-F238E27FC236}">
                <a16:creationId xmlns:a16="http://schemas.microsoft.com/office/drawing/2014/main" id="{4006587D-D117-894E-9B55-D0E240D301BC}"/>
              </a:ext>
            </a:extLst>
          </p:cNvPr>
          <p:cNvSpPr>
            <a:spLocks noGrp="1"/>
          </p:cNvSpPr>
          <p:nvPr>
            <p:ph type="body" sz="quarter" idx="13" hasCustomPrompt="1"/>
          </p:nvPr>
        </p:nvSpPr>
        <p:spPr>
          <a:xfrm>
            <a:off x="702000" y="234000"/>
            <a:ext cx="5400000" cy="244800"/>
          </a:xfrm>
          <a:prstGeom prst="rect">
            <a:avLst/>
          </a:prstGeom>
        </p:spPr>
        <p:txBody>
          <a:bodyPr vert="horz" lIns="0" tIns="18000" rIns="0" bIns="0" rtlCol="0" anchor="ctr">
            <a:noAutofit/>
          </a:bodyPr>
          <a:lstStyle>
            <a:lvl1pPr marL="0" indent="0">
              <a:lnSpc>
                <a:spcPct val="100000"/>
              </a:lnSpc>
              <a:spcAft>
                <a:spcPts val="0"/>
              </a:spcAft>
              <a:defRPr lang="it-IT" sz="1000" b="1" i="0" kern="1200" spc="0" baseline="0" noProof="0" dirty="0">
                <a:solidFill>
                  <a:schemeClr val="tx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en-GB" noProof="0"/>
              <a:t>SEZIONE / SOTTOSEZIONE</a:t>
            </a:r>
          </a:p>
        </p:txBody>
      </p:sp>
    </p:spTree>
    <p:extLst>
      <p:ext uri="{BB962C8B-B14F-4D97-AF65-F5344CB8AC3E}">
        <p14:creationId xmlns:p14="http://schemas.microsoft.com/office/powerpoint/2010/main" val="22155242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olo e contenuti affiancati 4">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FC5F04D-6DCC-D0AF-2DAA-16A06760D987}"/>
              </a:ext>
            </a:extLst>
          </p:cNvPr>
          <p:cNvGraphicFramePr>
            <a:graphicFrameLocks noChangeAspect="1"/>
          </p:cNvGraphicFramePr>
          <p:nvPr userDrawn="1">
            <p:custDataLst>
              <p:tags r:id="rId1"/>
            </p:custDataLst>
            <p:extLst>
              <p:ext uri="{D42A27DB-BD31-4B8C-83A1-F6EECF244321}">
                <p14:modId xmlns:p14="http://schemas.microsoft.com/office/powerpoint/2010/main" val="27517531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5" name="think-cell data - do not delete" hidden="1">
                        <a:extLst>
                          <a:ext uri="{FF2B5EF4-FFF2-40B4-BE49-F238E27FC236}">
                            <a16:creationId xmlns:a16="http://schemas.microsoft.com/office/drawing/2014/main" id="{BFC5F04D-6DCC-D0AF-2DAA-16A06760D98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egnaposto contenuto 2">
            <a:extLst>
              <a:ext uri="{FF2B5EF4-FFF2-40B4-BE49-F238E27FC236}">
                <a16:creationId xmlns:a16="http://schemas.microsoft.com/office/drawing/2014/main" id="{E93CF349-5D48-044C-BC63-9B205F970AE9}"/>
              </a:ext>
            </a:extLst>
          </p:cNvPr>
          <p:cNvSpPr>
            <a:spLocks noGrp="1"/>
          </p:cNvSpPr>
          <p:nvPr>
            <p:ph idx="1" hasCustomPrompt="1"/>
          </p:nvPr>
        </p:nvSpPr>
        <p:spPr>
          <a:xfrm>
            <a:off x="709773" y="1322785"/>
            <a:ext cx="3334387" cy="4591050"/>
          </a:xfrm>
          <a:prstGeom prst="rect">
            <a:avLst/>
          </a:prstGeom>
        </p:spPr>
        <p:txBody>
          <a:bodyPr vert="horz" lIns="0" tIns="0" rIns="0" bIns="0" rtlCol="0">
            <a:noAutofit/>
          </a:bodyPr>
          <a:lstStyle>
            <a:lvl1pPr>
              <a:defRPr lang="en-US" b="0" i="0" dirty="0"/>
            </a:lvl1pPr>
          </a:lstStyle>
          <a:p>
            <a:pPr marL="0" marR="0" lvl="0" indent="0" algn="l" defTabSz="914248" rtl="0" eaLnBrk="1" fontAlgn="auto" latinLnBrk="0" hangingPunct="1">
              <a:lnSpc>
                <a:spcPct val="110000"/>
              </a:lnSpc>
              <a:spcBef>
                <a:spcPts val="0"/>
              </a:spcBef>
              <a:spcAft>
                <a:spcPts val="600"/>
              </a:spcAft>
              <a:buClr>
                <a:schemeClr val="accent1"/>
              </a:buClr>
              <a:buSzPct val="100000"/>
              <a:buFont typeface="Symbol" panose="05050102010706020507" pitchFamily="18" charset="2"/>
              <a:buNone/>
              <a:tabLst/>
              <a:defRPr/>
            </a:pPr>
            <a:r>
              <a:rPr lang="en-GB" noProof="0"/>
              <a:t>Layout a </a:t>
            </a:r>
            <a:r>
              <a:rPr lang="en-GB" noProof="0" err="1"/>
              <a:t>una</a:t>
            </a:r>
            <a:r>
              <a:rPr lang="en-GB" noProof="0"/>
              <a:t> </a:t>
            </a:r>
            <a:r>
              <a:rPr lang="en-GB" noProof="0" err="1"/>
              <a:t>colonna</a:t>
            </a:r>
            <a:r>
              <a:rPr lang="en-GB" noProof="0"/>
              <a:t> – </a:t>
            </a:r>
            <a:r>
              <a:rPr lang="en-GB" noProof="0" err="1"/>
              <a:t>Clicca</a:t>
            </a:r>
            <a:r>
              <a:rPr lang="en-GB" noProof="0"/>
              <a:t> qui per </a:t>
            </a:r>
            <a:r>
              <a:rPr lang="en-GB" noProof="0" err="1"/>
              <a:t>inserire</a:t>
            </a:r>
            <a:r>
              <a:rPr lang="en-GB" noProof="0"/>
              <a:t> il testo o </a:t>
            </a:r>
            <a:r>
              <a:rPr lang="en-GB" noProof="0" err="1"/>
              <a:t>clicca</a:t>
            </a:r>
            <a:r>
              <a:rPr lang="en-GB" noProof="0"/>
              <a:t> </a:t>
            </a:r>
            <a:r>
              <a:rPr lang="en-GB" noProof="0" err="1"/>
              <a:t>sulle</a:t>
            </a:r>
            <a:r>
              <a:rPr lang="en-GB" noProof="0"/>
              <a:t> </a:t>
            </a:r>
            <a:r>
              <a:rPr lang="en-GB" noProof="0" err="1"/>
              <a:t>icone</a:t>
            </a:r>
            <a:r>
              <a:rPr lang="en-GB" noProof="0"/>
              <a:t> per </a:t>
            </a:r>
            <a:r>
              <a:rPr lang="en-GB" noProof="0" err="1"/>
              <a:t>inserire</a:t>
            </a:r>
            <a:r>
              <a:rPr lang="en-GB" noProof="0"/>
              <a:t> </a:t>
            </a:r>
            <a:r>
              <a:rPr lang="en-GB" noProof="0" err="1"/>
              <a:t>immagini</a:t>
            </a:r>
            <a:r>
              <a:rPr lang="en-GB" noProof="0"/>
              <a:t> e </a:t>
            </a:r>
            <a:r>
              <a:rPr lang="en-GB" noProof="0" err="1"/>
              <a:t>grafici</a:t>
            </a:r>
            <a:endParaRPr lang="en-US"/>
          </a:p>
        </p:txBody>
      </p:sp>
      <p:sp>
        <p:nvSpPr>
          <p:cNvPr id="10" name="Segnaposto contenuto 2">
            <a:extLst>
              <a:ext uri="{FF2B5EF4-FFF2-40B4-BE49-F238E27FC236}">
                <a16:creationId xmlns:a16="http://schemas.microsoft.com/office/drawing/2014/main" id="{A3EFB53D-86A4-6E43-9495-1274C0CDE12D}"/>
              </a:ext>
            </a:extLst>
          </p:cNvPr>
          <p:cNvSpPr>
            <a:spLocks noGrp="1"/>
          </p:cNvSpPr>
          <p:nvPr>
            <p:ph idx="14" hasCustomPrompt="1"/>
          </p:nvPr>
        </p:nvSpPr>
        <p:spPr>
          <a:xfrm>
            <a:off x="4421549" y="1322785"/>
            <a:ext cx="3334387" cy="4591050"/>
          </a:xfrm>
          <a:prstGeom prst="rect">
            <a:avLst/>
          </a:prstGeom>
        </p:spPr>
        <p:txBody>
          <a:bodyPr vert="horz" lIns="0" tIns="0" rIns="0" bIns="0" rtlCol="0">
            <a:noAutofit/>
          </a:bodyPr>
          <a:lstStyle>
            <a:lvl1pPr>
              <a:defRPr lang="en-US" b="0" i="0"/>
            </a:lvl1pPr>
          </a:lstStyle>
          <a:p>
            <a:pPr marL="0" marR="0" lvl="0" indent="0" algn="l" defTabSz="914248" rtl="0" eaLnBrk="1" fontAlgn="auto" latinLnBrk="0" hangingPunct="1">
              <a:lnSpc>
                <a:spcPct val="110000"/>
              </a:lnSpc>
              <a:spcBef>
                <a:spcPts val="0"/>
              </a:spcBef>
              <a:spcAft>
                <a:spcPts val="600"/>
              </a:spcAft>
              <a:buClr>
                <a:schemeClr val="accent1"/>
              </a:buClr>
              <a:buSzPct val="100000"/>
              <a:buFont typeface="Symbol" panose="05050102010706020507" pitchFamily="18" charset="2"/>
              <a:buNone/>
              <a:tabLst/>
              <a:defRPr/>
            </a:pPr>
            <a:r>
              <a:rPr lang="en-GB" noProof="0"/>
              <a:t>Layout a </a:t>
            </a:r>
            <a:r>
              <a:rPr lang="en-GB" noProof="0" err="1"/>
              <a:t>una</a:t>
            </a:r>
            <a:r>
              <a:rPr lang="en-GB" noProof="0"/>
              <a:t> </a:t>
            </a:r>
            <a:r>
              <a:rPr lang="en-GB" noProof="0" err="1"/>
              <a:t>colonna</a:t>
            </a:r>
            <a:r>
              <a:rPr lang="en-GB" noProof="0"/>
              <a:t> – </a:t>
            </a:r>
            <a:r>
              <a:rPr lang="en-GB" noProof="0" err="1"/>
              <a:t>Clicca</a:t>
            </a:r>
            <a:r>
              <a:rPr lang="en-GB" noProof="0"/>
              <a:t> qui per </a:t>
            </a:r>
            <a:r>
              <a:rPr lang="en-GB" noProof="0" err="1"/>
              <a:t>inserire</a:t>
            </a:r>
            <a:r>
              <a:rPr lang="en-GB" noProof="0"/>
              <a:t> il testo o </a:t>
            </a:r>
            <a:r>
              <a:rPr lang="en-GB" noProof="0" err="1"/>
              <a:t>clicca</a:t>
            </a:r>
            <a:r>
              <a:rPr lang="en-GB" noProof="0"/>
              <a:t> </a:t>
            </a:r>
            <a:r>
              <a:rPr lang="en-GB" noProof="0" err="1"/>
              <a:t>sulle</a:t>
            </a:r>
            <a:r>
              <a:rPr lang="en-GB" noProof="0"/>
              <a:t> </a:t>
            </a:r>
            <a:r>
              <a:rPr lang="en-GB" noProof="0" err="1"/>
              <a:t>icone</a:t>
            </a:r>
            <a:r>
              <a:rPr lang="en-GB" noProof="0"/>
              <a:t> per </a:t>
            </a:r>
            <a:r>
              <a:rPr lang="en-GB" noProof="0" err="1"/>
              <a:t>inserire</a:t>
            </a:r>
            <a:r>
              <a:rPr lang="en-GB" noProof="0"/>
              <a:t> </a:t>
            </a:r>
            <a:r>
              <a:rPr lang="en-GB" noProof="0" err="1"/>
              <a:t>immagini</a:t>
            </a:r>
            <a:r>
              <a:rPr lang="en-GB" noProof="0"/>
              <a:t> e </a:t>
            </a:r>
            <a:r>
              <a:rPr lang="en-GB" noProof="0" err="1"/>
              <a:t>grafici</a:t>
            </a:r>
            <a:endParaRPr lang="en-US"/>
          </a:p>
        </p:txBody>
      </p:sp>
      <p:sp>
        <p:nvSpPr>
          <p:cNvPr id="9" name="Segnaposto piè di pagina 8">
            <a:extLst>
              <a:ext uri="{FF2B5EF4-FFF2-40B4-BE49-F238E27FC236}">
                <a16:creationId xmlns:a16="http://schemas.microsoft.com/office/drawing/2014/main" id="{2B1D95FB-CBDD-DE44-BF9B-B0341AEFC359}"/>
              </a:ext>
            </a:extLst>
          </p:cNvPr>
          <p:cNvSpPr>
            <a:spLocks noGrp="1"/>
          </p:cNvSpPr>
          <p:nvPr>
            <p:ph type="ftr" sz="quarter" idx="15"/>
          </p:nvPr>
        </p:nvSpPr>
        <p:spPr>
          <a:xfrm>
            <a:off x="6329237" y="234000"/>
            <a:ext cx="5163648" cy="244800"/>
          </a:xfrm>
          <a:prstGeom prst="rect">
            <a:avLst/>
          </a:prstGeom>
        </p:spPr>
        <p:txBody>
          <a:bodyPr/>
          <a:lstStyle/>
          <a:p>
            <a:endParaRPr lang="it-IT"/>
          </a:p>
        </p:txBody>
      </p:sp>
      <p:sp>
        <p:nvSpPr>
          <p:cNvPr id="11" name="Segnaposto numero diapositiva 10">
            <a:extLst>
              <a:ext uri="{FF2B5EF4-FFF2-40B4-BE49-F238E27FC236}">
                <a16:creationId xmlns:a16="http://schemas.microsoft.com/office/drawing/2014/main" id="{79C5D79E-B572-F244-BD9E-758764C4882D}"/>
              </a:ext>
            </a:extLst>
          </p:cNvPr>
          <p:cNvSpPr>
            <a:spLocks noGrp="1"/>
          </p:cNvSpPr>
          <p:nvPr>
            <p:ph type="sldNum" sz="quarter" idx="16"/>
          </p:nvPr>
        </p:nvSpPr>
        <p:spPr/>
        <p:txBody>
          <a:bodyPr/>
          <a:lstStyle/>
          <a:p>
            <a:fld id="{98BF7C3C-24CC-6140-8A22-738C44F1CFEB}" type="slidenum">
              <a:rPr lang="it-IT" smtClean="0"/>
              <a:pPr/>
              <a:t>‹#›</a:t>
            </a:fld>
            <a:endParaRPr lang="it-IT"/>
          </a:p>
        </p:txBody>
      </p:sp>
      <p:sp>
        <p:nvSpPr>
          <p:cNvPr id="8" name="Segnaposto contenuto 2">
            <a:extLst>
              <a:ext uri="{FF2B5EF4-FFF2-40B4-BE49-F238E27FC236}">
                <a16:creationId xmlns:a16="http://schemas.microsoft.com/office/drawing/2014/main" id="{D8E40871-E1D4-2E4D-BEFF-EA3EB2A96590}"/>
              </a:ext>
            </a:extLst>
          </p:cNvPr>
          <p:cNvSpPr>
            <a:spLocks noGrp="1"/>
          </p:cNvSpPr>
          <p:nvPr>
            <p:ph idx="17" hasCustomPrompt="1"/>
          </p:nvPr>
        </p:nvSpPr>
        <p:spPr>
          <a:xfrm>
            <a:off x="8120462" y="1322785"/>
            <a:ext cx="3372424" cy="4591050"/>
          </a:xfrm>
          <a:prstGeom prst="rect">
            <a:avLst/>
          </a:prstGeom>
        </p:spPr>
        <p:txBody>
          <a:bodyPr vert="horz" lIns="0" tIns="0" rIns="0" bIns="0" rtlCol="0">
            <a:noAutofit/>
          </a:bodyPr>
          <a:lstStyle>
            <a:lvl1pPr>
              <a:defRPr lang="en-US" b="0" i="0"/>
            </a:lvl1pPr>
          </a:lstStyle>
          <a:p>
            <a:pPr marL="0" marR="0" lvl="0" indent="0" algn="l" defTabSz="914248" rtl="0" eaLnBrk="1" fontAlgn="auto" latinLnBrk="0" hangingPunct="1">
              <a:lnSpc>
                <a:spcPct val="110000"/>
              </a:lnSpc>
              <a:spcBef>
                <a:spcPts val="0"/>
              </a:spcBef>
              <a:spcAft>
                <a:spcPts val="600"/>
              </a:spcAft>
              <a:buClr>
                <a:schemeClr val="accent1"/>
              </a:buClr>
              <a:buSzPct val="100000"/>
              <a:buFont typeface="Symbol" panose="05050102010706020507" pitchFamily="18" charset="2"/>
              <a:buNone/>
              <a:tabLst/>
              <a:defRPr/>
            </a:pPr>
            <a:r>
              <a:rPr lang="en-GB" noProof="0"/>
              <a:t>Layout a </a:t>
            </a:r>
            <a:r>
              <a:rPr lang="en-GB" noProof="0" err="1"/>
              <a:t>una</a:t>
            </a:r>
            <a:r>
              <a:rPr lang="en-GB" noProof="0"/>
              <a:t> </a:t>
            </a:r>
            <a:r>
              <a:rPr lang="en-GB" noProof="0" err="1"/>
              <a:t>colonna</a:t>
            </a:r>
            <a:r>
              <a:rPr lang="en-GB" noProof="0"/>
              <a:t> – </a:t>
            </a:r>
            <a:r>
              <a:rPr lang="en-GB" noProof="0" err="1"/>
              <a:t>Clicca</a:t>
            </a:r>
            <a:r>
              <a:rPr lang="en-GB" noProof="0"/>
              <a:t> qui per </a:t>
            </a:r>
            <a:r>
              <a:rPr lang="en-GB" noProof="0" err="1"/>
              <a:t>inserire</a:t>
            </a:r>
            <a:r>
              <a:rPr lang="en-GB" noProof="0"/>
              <a:t> il testo o </a:t>
            </a:r>
            <a:r>
              <a:rPr lang="en-GB" noProof="0" err="1"/>
              <a:t>clicca</a:t>
            </a:r>
            <a:r>
              <a:rPr lang="en-GB" noProof="0"/>
              <a:t> </a:t>
            </a:r>
            <a:r>
              <a:rPr lang="en-GB" noProof="0" err="1"/>
              <a:t>sulle</a:t>
            </a:r>
            <a:r>
              <a:rPr lang="en-GB" noProof="0"/>
              <a:t> </a:t>
            </a:r>
            <a:r>
              <a:rPr lang="en-GB" noProof="0" err="1"/>
              <a:t>icone</a:t>
            </a:r>
            <a:r>
              <a:rPr lang="en-GB" noProof="0"/>
              <a:t> per </a:t>
            </a:r>
            <a:r>
              <a:rPr lang="en-GB" noProof="0" err="1"/>
              <a:t>inserire</a:t>
            </a:r>
            <a:r>
              <a:rPr lang="en-GB" noProof="0"/>
              <a:t> </a:t>
            </a:r>
            <a:r>
              <a:rPr lang="en-GB" noProof="0" err="1"/>
              <a:t>immagini</a:t>
            </a:r>
            <a:r>
              <a:rPr lang="en-GB" noProof="0"/>
              <a:t> e </a:t>
            </a:r>
            <a:r>
              <a:rPr lang="en-GB" noProof="0" err="1"/>
              <a:t>grafici</a:t>
            </a:r>
            <a:endParaRPr lang="en-US"/>
          </a:p>
        </p:txBody>
      </p:sp>
      <p:sp>
        <p:nvSpPr>
          <p:cNvPr id="4" name="Titolo 3">
            <a:extLst>
              <a:ext uri="{FF2B5EF4-FFF2-40B4-BE49-F238E27FC236}">
                <a16:creationId xmlns:a16="http://schemas.microsoft.com/office/drawing/2014/main" id="{C62525F6-D2F4-D045-93E8-80E41D772338}"/>
              </a:ext>
            </a:extLst>
          </p:cNvPr>
          <p:cNvSpPr>
            <a:spLocks noGrp="1"/>
          </p:cNvSpPr>
          <p:nvPr>
            <p:ph type="title" hasCustomPrompt="1"/>
          </p:nvPr>
        </p:nvSpPr>
        <p:spPr/>
        <p:txBody>
          <a:bodyPr vert="horz"/>
          <a:lstStyle>
            <a:lvl1pPr>
              <a:defRPr b="1" i="0"/>
            </a:lvl1pPr>
          </a:lstStyle>
          <a:p>
            <a:pPr lvl="0"/>
            <a:r>
              <a:rPr lang="it-IT"/>
              <a:t>Titolo della slide</a:t>
            </a:r>
          </a:p>
        </p:txBody>
      </p:sp>
      <p:sp>
        <p:nvSpPr>
          <p:cNvPr id="14" name="Segnaposto testo 8">
            <a:extLst>
              <a:ext uri="{FF2B5EF4-FFF2-40B4-BE49-F238E27FC236}">
                <a16:creationId xmlns:a16="http://schemas.microsoft.com/office/drawing/2014/main" id="{A3739664-C1D7-CA46-84F7-2C16A0496D94}"/>
              </a:ext>
            </a:extLst>
          </p:cNvPr>
          <p:cNvSpPr>
            <a:spLocks noGrp="1"/>
          </p:cNvSpPr>
          <p:nvPr>
            <p:ph type="body" sz="quarter" idx="13" hasCustomPrompt="1"/>
          </p:nvPr>
        </p:nvSpPr>
        <p:spPr>
          <a:xfrm>
            <a:off x="702000" y="234000"/>
            <a:ext cx="5400000" cy="244800"/>
          </a:xfrm>
          <a:prstGeom prst="rect">
            <a:avLst/>
          </a:prstGeom>
        </p:spPr>
        <p:txBody>
          <a:bodyPr vert="horz" lIns="0" tIns="18000" rIns="0" bIns="0" rtlCol="0" anchor="ctr">
            <a:noAutofit/>
          </a:bodyPr>
          <a:lstStyle>
            <a:lvl1pPr>
              <a:lnSpc>
                <a:spcPct val="100000"/>
              </a:lnSpc>
              <a:defRPr lang="it-IT" sz="1000" b="1" i="0" dirty="0" smtClean="0"/>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en-GB" noProof="0"/>
              <a:t>SEZIONE / SOTTOSEZIONE</a:t>
            </a:r>
          </a:p>
        </p:txBody>
      </p:sp>
    </p:spTree>
    <p:extLst>
      <p:ext uri="{BB962C8B-B14F-4D97-AF65-F5344CB8AC3E}">
        <p14:creationId xmlns:p14="http://schemas.microsoft.com/office/powerpoint/2010/main" val="3045099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olo introduzione e contenuto 2 col">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CB2A1D7-D549-3823-17F7-38E8A604D7B8}"/>
              </a:ext>
            </a:extLst>
          </p:cNvPr>
          <p:cNvGraphicFramePr>
            <a:graphicFrameLocks noChangeAspect="1"/>
          </p:cNvGraphicFramePr>
          <p:nvPr userDrawn="1">
            <p:custDataLst>
              <p:tags r:id="rId1"/>
            </p:custDataLst>
            <p:extLst>
              <p:ext uri="{D42A27DB-BD31-4B8C-83A1-F6EECF244321}">
                <p14:modId xmlns:p14="http://schemas.microsoft.com/office/powerpoint/2010/main" val="2065778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5" name="think-cell data - do not delete" hidden="1">
                        <a:extLst>
                          <a:ext uri="{FF2B5EF4-FFF2-40B4-BE49-F238E27FC236}">
                            <a16:creationId xmlns:a16="http://schemas.microsoft.com/office/drawing/2014/main" id="{ECB2A1D7-D549-3823-17F7-38E8A604D7B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egnaposto contenuto 2">
            <a:extLst>
              <a:ext uri="{FF2B5EF4-FFF2-40B4-BE49-F238E27FC236}">
                <a16:creationId xmlns:a16="http://schemas.microsoft.com/office/drawing/2014/main" id="{E93CF349-5D48-044C-BC63-9B205F970AE9}"/>
              </a:ext>
            </a:extLst>
          </p:cNvPr>
          <p:cNvSpPr>
            <a:spLocks noGrp="1"/>
          </p:cNvSpPr>
          <p:nvPr>
            <p:ph idx="1" hasCustomPrompt="1"/>
          </p:nvPr>
        </p:nvSpPr>
        <p:spPr>
          <a:xfrm>
            <a:off x="716276" y="2228851"/>
            <a:ext cx="10779276" cy="3684984"/>
          </a:xfrm>
          <a:prstGeom prst="rect">
            <a:avLst/>
          </a:prstGeom>
        </p:spPr>
        <p:txBody>
          <a:bodyPr vert="horz" lIns="0" tIns="0" rIns="0" bIns="0" numCol="2" spcCol="504000" rtlCol="0">
            <a:noAutofit/>
          </a:bodyPr>
          <a:lstStyle>
            <a:lvl1pPr>
              <a:defRPr lang="en-US" b="0" i="0">
                <a:solidFill>
                  <a:schemeClr val="tx1"/>
                </a:solidFill>
              </a:defRPr>
            </a:lvl1pPr>
          </a:lstStyle>
          <a:p>
            <a:pPr marL="0" marR="0" lvl="0" indent="0" algn="l" defTabSz="914248" rtl="0" eaLnBrk="1" fontAlgn="auto" latinLnBrk="0" hangingPunct="1">
              <a:lnSpc>
                <a:spcPct val="110000"/>
              </a:lnSpc>
              <a:spcBef>
                <a:spcPts val="0"/>
              </a:spcBef>
              <a:spcAft>
                <a:spcPts val="600"/>
              </a:spcAft>
              <a:buClr>
                <a:schemeClr val="accent1"/>
              </a:buClr>
              <a:buSzPct val="100000"/>
              <a:buFont typeface="Symbol" panose="05050102010706020507" pitchFamily="18" charset="2"/>
              <a:buNone/>
              <a:tabLst/>
              <a:defRPr/>
            </a:pPr>
            <a:r>
              <a:rPr lang="en-GB" noProof="0"/>
              <a:t>Layout a </a:t>
            </a:r>
            <a:r>
              <a:rPr lang="en-GB" noProof="0" err="1"/>
              <a:t>una</a:t>
            </a:r>
            <a:r>
              <a:rPr lang="en-GB" noProof="0"/>
              <a:t> </a:t>
            </a:r>
            <a:r>
              <a:rPr lang="en-GB" noProof="0" err="1"/>
              <a:t>colonna</a:t>
            </a:r>
            <a:r>
              <a:rPr lang="en-GB" noProof="0"/>
              <a:t> – </a:t>
            </a:r>
            <a:r>
              <a:rPr lang="en-GB" noProof="0" err="1"/>
              <a:t>Clicca</a:t>
            </a:r>
            <a:r>
              <a:rPr lang="en-GB" noProof="0"/>
              <a:t> qui per </a:t>
            </a:r>
            <a:r>
              <a:rPr lang="en-GB" noProof="0" err="1"/>
              <a:t>inserire</a:t>
            </a:r>
            <a:r>
              <a:rPr lang="en-GB" noProof="0"/>
              <a:t> il testo o </a:t>
            </a:r>
            <a:r>
              <a:rPr lang="en-GB" noProof="0" err="1"/>
              <a:t>clicca</a:t>
            </a:r>
            <a:r>
              <a:rPr lang="en-GB" noProof="0"/>
              <a:t> </a:t>
            </a:r>
            <a:r>
              <a:rPr lang="en-GB" noProof="0" err="1"/>
              <a:t>sulle</a:t>
            </a:r>
            <a:r>
              <a:rPr lang="en-GB" noProof="0"/>
              <a:t> </a:t>
            </a:r>
            <a:r>
              <a:rPr lang="en-GB" noProof="0" err="1"/>
              <a:t>icone</a:t>
            </a:r>
            <a:r>
              <a:rPr lang="en-GB" noProof="0"/>
              <a:t> per </a:t>
            </a:r>
            <a:r>
              <a:rPr lang="en-GB" noProof="0" err="1"/>
              <a:t>inserire</a:t>
            </a:r>
            <a:r>
              <a:rPr lang="en-GB" noProof="0"/>
              <a:t> </a:t>
            </a:r>
            <a:r>
              <a:rPr lang="en-GB" noProof="0" err="1"/>
              <a:t>immagini</a:t>
            </a:r>
            <a:r>
              <a:rPr lang="en-GB" noProof="0"/>
              <a:t> e </a:t>
            </a:r>
            <a:r>
              <a:rPr lang="en-GB" noProof="0" err="1"/>
              <a:t>grafici</a:t>
            </a:r>
            <a:endParaRPr lang="en-US"/>
          </a:p>
        </p:txBody>
      </p:sp>
      <p:sp>
        <p:nvSpPr>
          <p:cNvPr id="9" name="Segnaposto testo 8">
            <a:extLst>
              <a:ext uri="{FF2B5EF4-FFF2-40B4-BE49-F238E27FC236}">
                <a16:creationId xmlns:a16="http://schemas.microsoft.com/office/drawing/2014/main" id="{09157650-9D63-054F-8B39-15F6B755C8D3}"/>
              </a:ext>
            </a:extLst>
          </p:cNvPr>
          <p:cNvSpPr>
            <a:spLocks noGrp="1"/>
          </p:cNvSpPr>
          <p:nvPr>
            <p:ph type="body" sz="quarter" idx="17" hasCustomPrompt="1"/>
          </p:nvPr>
        </p:nvSpPr>
        <p:spPr>
          <a:xfrm>
            <a:off x="716277" y="1322786"/>
            <a:ext cx="10759449" cy="830627"/>
          </a:xfrm>
          <a:prstGeom prst="rect">
            <a:avLst/>
          </a:prstGeom>
        </p:spPr>
        <p:txBody>
          <a:bodyPr/>
          <a:lstStyle>
            <a:lvl1pPr marL="0" indent="0">
              <a:buFont typeface="Arial" panose="020B0604020202020204" pitchFamily="34" charset="0"/>
              <a:buNone/>
              <a:defRPr sz="1800" b="0" i="0">
                <a:solidFill>
                  <a:schemeClr val="tx1"/>
                </a:solidFill>
              </a:defRPr>
            </a:lvl1pPr>
            <a:lvl2pPr marL="457124" indent="0">
              <a:buFont typeface="Arial" panose="020B0604020202020204" pitchFamily="34" charset="0"/>
              <a:buNone/>
              <a:defRPr/>
            </a:lvl2pPr>
            <a:lvl3pPr marL="914248" indent="0">
              <a:buFont typeface="Arial" panose="020B0604020202020204" pitchFamily="34" charset="0"/>
              <a:buNone/>
              <a:defRPr/>
            </a:lvl3pPr>
            <a:lvl4pPr marL="1371371" indent="0">
              <a:buFont typeface="Arial" panose="020B0604020202020204" pitchFamily="34" charset="0"/>
              <a:buNone/>
              <a:defRPr/>
            </a:lvl4pPr>
            <a:lvl5pPr marL="1828495" indent="0">
              <a:buFont typeface="Arial" panose="020B0604020202020204" pitchFamily="34" charset="0"/>
              <a:buNone/>
              <a:defRPr/>
            </a:lvl5pPr>
          </a:lstStyle>
          <a:p>
            <a:pPr lvl="0"/>
            <a:r>
              <a:rPr lang="en-GB" noProof="0"/>
              <a:t>Testo </a:t>
            </a:r>
            <a:r>
              <a:rPr lang="en-GB" noProof="0" err="1"/>
              <a:t>introduttivo</a:t>
            </a:r>
            <a:r>
              <a:rPr lang="en-GB" noProof="0"/>
              <a:t> </a:t>
            </a:r>
          </a:p>
        </p:txBody>
      </p:sp>
      <p:sp>
        <p:nvSpPr>
          <p:cNvPr id="7" name="Segnaposto piè di pagina 6">
            <a:extLst>
              <a:ext uri="{FF2B5EF4-FFF2-40B4-BE49-F238E27FC236}">
                <a16:creationId xmlns:a16="http://schemas.microsoft.com/office/drawing/2014/main" id="{3F721C6E-0637-2646-B397-967F25C327B5}"/>
              </a:ext>
            </a:extLst>
          </p:cNvPr>
          <p:cNvSpPr>
            <a:spLocks noGrp="1"/>
          </p:cNvSpPr>
          <p:nvPr>
            <p:ph type="ftr" sz="quarter" idx="18"/>
          </p:nvPr>
        </p:nvSpPr>
        <p:spPr>
          <a:xfrm>
            <a:off x="6329237" y="234000"/>
            <a:ext cx="5163648" cy="244800"/>
          </a:xfrm>
          <a:prstGeom prst="rect">
            <a:avLst/>
          </a:prstGeom>
        </p:spPr>
        <p:txBody>
          <a:bodyPr/>
          <a:lstStyle/>
          <a:p>
            <a:endParaRPr lang="it-IT"/>
          </a:p>
        </p:txBody>
      </p:sp>
      <p:sp>
        <p:nvSpPr>
          <p:cNvPr id="10" name="Segnaposto numero diapositiva 9">
            <a:extLst>
              <a:ext uri="{FF2B5EF4-FFF2-40B4-BE49-F238E27FC236}">
                <a16:creationId xmlns:a16="http://schemas.microsoft.com/office/drawing/2014/main" id="{F9B4C870-3312-3644-A846-84C02086C5FB}"/>
              </a:ext>
            </a:extLst>
          </p:cNvPr>
          <p:cNvSpPr>
            <a:spLocks noGrp="1"/>
          </p:cNvSpPr>
          <p:nvPr>
            <p:ph type="sldNum" sz="quarter" idx="19"/>
          </p:nvPr>
        </p:nvSpPr>
        <p:spPr/>
        <p:txBody>
          <a:bodyPr/>
          <a:lstStyle/>
          <a:p>
            <a:fld id="{98BF7C3C-24CC-6140-8A22-738C44F1CFEB}" type="slidenum">
              <a:rPr lang="it-IT" smtClean="0"/>
              <a:pPr/>
              <a:t>‹#›</a:t>
            </a:fld>
            <a:endParaRPr lang="it-IT"/>
          </a:p>
        </p:txBody>
      </p:sp>
      <p:sp>
        <p:nvSpPr>
          <p:cNvPr id="2" name="Titolo 1">
            <a:extLst>
              <a:ext uri="{FF2B5EF4-FFF2-40B4-BE49-F238E27FC236}">
                <a16:creationId xmlns:a16="http://schemas.microsoft.com/office/drawing/2014/main" id="{234358A9-A76C-FD46-B9FF-5AF210624D98}"/>
              </a:ext>
            </a:extLst>
          </p:cNvPr>
          <p:cNvSpPr>
            <a:spLocks noGrp="1"/>
          </p:cNvSpPr>
          <p:nvPr>
            <p:ph type="title" hasCustomPrompt="1"/>
          </p:nvPr>
        </p:nvSpPr>
        <p:spPr/>
        <p:txBody>
          <a:bodyPr vert="horz"/>
          <a:lstStyle>
            <a:lvl1pPr>
              <a:defRPr b="1" i="0"/>
            </a:lvl1pPr>
          </a:lstStyle>
          <a:p>
            <a:r>
              <a:rPr lang="it-IT"/>
              <a:t>Titolo della slide</a:t>
            </a:r>
          </a:p>
        </p:txBody>
      </p:sp>
      <p:sp>
        <p:nvSpPr>
          <p:cNvPr id="11" name="Segnaposto testo 8">
            <a:extLst>
              <a:ext uri="{FF2B5EF4-FFF2-40B4-BE49-F238E27FC236}">
                <a16:creationId xmlns:a16="http://schemas.microsoft.com/office/drawing/2014/main" id="{F38D39E8-0DBF-C140-B96B-4636BFA1A686}"/>
              </a:ext>
            </a:extLst>
          </p:cNvPr>
          <p:cNvSpPr>
            <a:spLocks noGrp="1"/>
          </p:cNvSpPr>
          <p:nvPr>
            <p:ph type="body" sz="quarter" idx="13" hasCustomPrompt="1"/>
          </p:nvPr>
        </p:nvSpPr>
        <p:spPr>
          <a:xfrm>
            <a:off x="702000" y="234000"/>
            <a:ext cx="5400000" cy="244800"/>
          </a:xfrm>
          <a:prstGeom prst="rect">
            <a:avLst/>
          </a:prstGeom>
        </p:spPr>
        <p:txBody>
          <a:bodyPr vert="horz" lIns="0" tIns="18000" rIns="0" bIns="0" rtlCol="0" anchor="ctr">
            <a:noAutofit/>
          </a:bodyPr>
          <a:lstStyle>
            <a:lvl1pPr>
              <a:lnSpc>
                <a:spcPct val="100000"/>
              </a:lnSpc>
              <a:defRPr lang="it-IT" sz="1000" b="1" i="0" dirty="0" smtClean="0"/>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en-GB" noProof="0"/>
              <a:t>SEZIONE / SOTTOSEZIONE</a:t>
            </a:r>
          </a:p>
        </p:txBody>
      </p:sp>
    </p:spTree>
    <p:extLst>
      <p:ext uri="{BB962C8B-B14F-4D97-AF65-F5344CB8AC3E}">
        <p14:creationId xmlns:p14="http://schemas.microsoft.com/office/powerpoint/2010/main" val="13710159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ografia">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8ADF678-DCEE-7D09-BAC3-4E1A16051296}"/>
              </a:ext>
            </a:extLst>
          </p:cNvPr>
          <p:cNvGraphicFramePr>
            <a:graphicFrameLocks noChangeAspect="1"/>
          </p:cNvGraphicFramePr>
          <p:nvPr userDrawn="1">
            <p:custDataLst>
              <p:tags r:id="rId1"/>
            </p:custDataLst>
            <p:extLst>
              <p:ext uri="{D42A27DB-BD31-4B8C-83A1-F6EECF244321}">
                <p14:modId xmlns:p14="http://schemas.microsoft.com/office/powerpoint/2010/main" val="20567436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5" name="think-cell data - do not delete" hidden="1">
                        <a:extLst>
                          <a:ext uri="{FF2B5EF4-FFF2-40B4-BE49-F238E27FC236}">
                            <a16:creationId xmlns:a16="http://schemas.microsoft.com/office/drawing/2014/main" id="{F8ADF678-DCEE-7D09-BAC3-4E1A1605129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egnaposto contenuto 2">
            <a:extLst>
              <a:ext uri="{FF2B5EF4-FFF2-40B4-BE49-F238E27FC236}">
                <a16:creationId xmlns:a16="http://schemas.microsoft.com/office/drawing/2014/main" id="{E93CF349-5D48-044C-BC63-9B205F970AE9}"/>
              </a:ext>
            </a:extLst>
          </p:cNvPr>
          <p:cNvSpPr>
            <a:spLocks noGrp="1"/>
          </p:cNvSpPr>
          <p:nvPr>
            <p:ph idx="1" hasCustomPrompt="1"/>
          </p:nvPr>
        </p:nvSpPr>
        <p:spPr>
          <a:xfrm>
            <a:off x="3503613" y="2609214"/>
            <a:ext cx="7989104" cy="3304223"/>
          </a:xfrm>
          <a:prstGeom prst="rect">
            <a:avLst/>
          </a:prstGeom>
        </p:spPr>
        <p:txBody>
          <a:bodyPr vert="horz" lIns="0" tIns="0" rIns="0" bIns="0" rtlCol="0">
            <a:noAutofit/>
          </a:bodyPr>
          <a:lstStyle>
            <a:lvl1pPr>
              <a:defRPr lang="en-US" b="0" i="0" dirty="0"/>
            </a:lvl1pPr>
          </a:lstStyle>
          <a:p>
            <a:pPr lvl="0"/>
            <a:r>
              <a:rPr lang="it-IT"/>
              <a:t>Biografia</a:t>
            </a:r>
          </a:p>
        </p:txBody>
      </p:sp>
      <p:sp>
        <p:nvSpPr>
          <p:cNvPr id="12" name="Segnaposto immagine 11">
            <a:extLst>
              <a:ext uri="{FF2B5EF4-FFF2-40B4-BE49-F238E27FC236}">
                <a16:creationId xmlns:a16="http://schemas.microsoft.com/office/drawing/2014/main" id="{D7454097-9B7E-554D-B677-3FD9BE4B2573}"/>
              </a:ext>
            </a:extLst>
          </p:cNvPr>
          <p:cNvSpPr>
            <a:spLocks noGrp="1"/>
          </p:cNvSpPr>
          <p:nvPr>
            <p:ph type="pic" sz="quarter" idx="14" hasCustomPrompt="1"/>
          </p:nvPr>
        </p:nvSpPr>
        <p:spPr>
          <a:xfrm>
            <a:off x="696913" y="1699957"/>
            <a:ext cx="2428875" cy="2435003"/>
          </a:xfrm>
          <a:prstGeom prst="ellipse">
            <a:avLst/>
          </a:prstGeom>
          <a:solidFill>
            <a:schemeClr val="accent6">
              <a:lumMod val="20000"/>
              <a:lumOff val="80000"/>
            </a:schemeClr>
          </a:solidFill>
        </p:spPr>
        <p:txBody>
          <a:bodyPr vert="horz" lIns="91440" tIns="45720" rIns="91440" bIns="45720" rtlCol="0" anchor="ctr">
            <a:noAutofit/>
          </a:bodyPr>
          <a:lstStyle>
            <a:lvl1pPr marL="0" indent="0" algn="ctr">
              <a:buFont typeface="Arial" panose="020B0604020202020204" pitchFamily="34" charset="0"/>
              <a:buNone/>
              <a:defRPr lang="it-IT" b="0" i="0" dirty="0">
                <a:solidFill>
                  <a:schemeClr val="accent6"/>
                </a:solidFill>
              </a:defRPr>
            </a:lvl1pPr>
          </a:lstStyle>
          <a:p>
            <a:r>
              <a:rPr lang="it-IT"/>
              <a:t>Trascina un'immagine o fai click sull'icona</a:t>
            </a:r>
          </a:p>
        </p:txBody>
      </p:sp>
      <p:sp>
        <p:nvSpPr>
          <p:cNvPr id="4" name="Titolo 3">
            <a:extLst>
              <a:ext uri="{FF2B5EF4-FFF2-40B4-BE49-F238E27FC236}">
                <a16:creationId xmlns:a16="http://schemas.microsoft.com/office/drawing/2014/main" id="{1D4CABB8-597A-464D-B34B-9A9C321E96D6}"/>
              </a:ext>
            </a:extLst>
          </p:cNvPr>
          <p:cNvSpPr>
            <a:spLocks noGrp="1"/>
          </p:cNvSpPr>
          <p:nvPr>
            <p:ph type="title" hasCustomPrompt="1"/>
          </p:nvPr>
        </p:nvSpPr>
        <p:spPr>
          <a:xfrm>
            <a:off x="3505993" y="1434148"/>
            <a:ext cx="7991468" cy="516089"/>
          </a:xfrm>
        </p:spPr>
        <p:txBody>
          <a:bodyPr vert="horz" anchor="b"/>
          <a:lstStyle>
            <a:lvl1pPr algn="l">
              <a:defRPr b="1" i="0"/>
            </a:lvl1pPr>
          </a:lstStyle>
          <a:p>
            <a:r>
              <a:rPr lang="it-IT"/>
              <a:t>Nome Cognome</a:t>
            </a:r>
          </a:p>
        </p:txBody>
      </p:sp>
      <p:sp>
        <p:nvSpPr>
          <p:cNvPr id="13" name="Segnaposto testo 8">
            <a:extLst>
              <a:ext uri="{FF2B5EF4-FFF2-40B4-BE49-F238E27FC236}">
                <a16:creationId xmlns:a16="http://schemas.microsoft.com/office/drawing/2014/main" id="{C8C977E1-7129-084C-B9A0-CA5741A7DD66}"/>
              </a:ext>
            </a:extLst>
          </p:cNvPr>
          <p:cNvSpPr>
            <a:spLocks noGrp="1"/>
          </p:cNvSpPr>
          <p:nvPr>
            <p:ph type="body" sz="quarter" idx="13" hasCustomPrompt="1"/>
          </p:nvPr>
        </p:nvSpPr>
        <p:spPr>
          <a:xfrm>
            <a:off x="702000" y="234000"/>
            <a:ext cx="5400000" cy="244800"/>
          </a:xfrm>
          <a:prstGeom prst="rect">
            <a:avLst/>
          </a:prstGeom>
        </p:spPr>
        <p:txBody>
          <a:bodyPr vert="horz" lIns="0" tIns="18000" rIns="0" bIns="0" rtlCol="0" anchor="ctr">
            <a:noAutofit/>
          </a:bodyPr>
          <a:lstStyle>
            <a:lvl1pPr>
              <a:lnSpc>
                <a:spcPct val="100000"/>
              </a:lnSpc>
              <a:defRPr lang="it-IT" sz="1000" b="1" i="0" dirty="0" smtClean="0"/>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en-GB" noProof="0"/>
              <a:t>SEZIONE / SOTTOSEZIONE</a:t>
            </a:r>
          </a:p>
        </p:txBody>
      </p:sp>
      <p:sp>
        <p:nvSpPr>
          <p:cNvPr id="14" name="Segnaposto testo 6">
            <a:extLst>
              <a:ext uri="{FF2B5EF4-FFF2-40B4-BE49-F238E27FC236}">
                <a16:creationId xmlns:a16="http://schemas.microsoft.com/office/drawing/2014/main" id="{87433D6C-1911-7848-9DCF-69F9646B759A}"/>
              </a:ext>
            </a:extLst>
          </p:cNvPr>
          <p:cNvSpPr>
            <a:spLocks noGrp="1"/>
          </p:cNvSpPr>
          <p:nvPr>
            <p:ph type="body" sz="quarter" idx="18" hasCustomPrompt="1"/>
          </p:nvPr>
        </p:nvSpPr>
        <p:spPr>
          <a:xfrm>
            <a:off x="3505985" y="1965105"/>
            <a:ext cx="7989103" cy="410815"/>
          </a:xfrm>
        </p:spPr>
        <p:txBody>
          <a:bodyPr/>
          <a:lstStyle>
            <a:lvl1pPr algn="l">
              <a:defRPr b="0" i="0">
                <a:latin typeface="CocoEng Light" pitchFamily="2" charset="0"/>
              </a:defRPr>
            </a:lvl1pPr>
          </a:lstStyle>
          <a:p>
            <a:pPr lvl="0"/>
            <a:r>
              <a:rPr lang="it-IT"/>
              <a:t>Ruolo e azienda di appartenenza</a:t>
            </a:r>
          </a:p>
        </p:txBody>
      </p:sp>
      <p:sp>
        <p:nvSpPr>
          <p:cNvPr id="8" name="Segnaposto piè di pagina 7">
            <a:extLst>
              <a:ext uri="{FF2B5EF4-FFF2-40B4-BE49-F238E27FC236}">
                <a16:creationId xmlns:a16="http://schemas.microsoft.com/office/drawing/2014/main" id="{BBE415E0-A58C-624A-9FED-D1CC17399425}"/>
              </a:ext>
            </a:extLst>
          </p:cNvPr>
          <p:cNvSpPr>
            <a:spLocks noGrp="1"/>
          </p:cNvSpPr>
          <p:nvPr>
            <p:ph type="ftr" sz="quarter" idx="19"/>
          </p:nvPr>
        </p:nvSpPr>
        <p:spPr>
          <a:xfrm>
            <a:off x="6329237" y="234000"/>
            <a:ext cx="5163648" cy="244800"/>
          </a:xfrm>
          <a:prstGeom prst="rect">
            <a:avLst/>
          </a:prstGeom>
        </p:spPr>
        <p:txBody>
          <a:bodyPr/>
          <a:lstStyle/>
          <a:p>
            <a:endParaRPr lang="it-IT"/>
          </a:p>
        </p:txBody>
      </p:sp>
      <p:sp>
        <p:nvSpPr>
          <p:cNvPr id="9" name="Segnaposto numero diapositiva 8">
            <a:extLst>
              <a:ext uri="{FF2B5EF4-FFF2-40B4-BE49-F238E27FC236}">
                <a16:creationId xmlns:a16="http://schemas.microsoft.com/office/drawing/2014/main" id="{07622CEF-2673-0A44-8F96-581F50C5999F}"/>
              </a:ext>
            </a:extLst>
          </p:cNvPr>
          <p:cNvSpPr>
            <a:spLocks noGrp="1"/>
          </p:cNvSpPr>
          <p:nvPr>
            <p:ph type="sldNum" sz="quarter" idx="20"/>
          </p:nvPr>
        </p:nvSpPr>
        <p:spPr/>
        <p:txBody>
          <a:bodyPr/>
          <a:lstStyle/>
          <a:p>
            <a:fld id="{98BF7C3C-24CC-6140-8A22-738C44F1CFEB}" type="slidenum">
              <a:rPr lang="it-IT" smtClean="0"/>
              <a:pPr/>
              <a:t>‹#›</a:t>
            </a:fld>
            <a:endParaRPr lang="it-IT" sz="1050"/>
          </a:p>
        </p:txBody>
      </p:sp>
    </p:spTree>
    <p:extLst>
      <p:ext uri="{BB962C8B-B14F-4D97-AF65-F5344CB8AC3E}">
        <p14:creationId xmlns:p14="http://schemas.microsoft.com/office/powerpoint/2010/main" val="10258141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magine DX 1/3">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E3E653E-1043-AA7E-9A28-0F801BB79F70}"/>
              </a:ext>
            </a:extLst>
          </p:cNvPr>
          <p:cNvGraphicFramePr>
            <a:graphicFrameLocks noChangeAspect="1"/>
          </p:cNvGraphicFramePr>
          <p:nvPr userDrawn="1">
            <p:custDataLst>
              <p:tags r:id="rId1"/>
            </p:custDataLst>
            <p:extLst>
              <p:ext uri="{D42A27DB-BD31-4B8C-83A1-F6EECF244321}">
                <p14:modId xmlns:p14="http://schemas.microsoft.com/office/powerpoint/2010/main" val="1686356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5" name="think-cell data - do not delete" hidden="1">
                        <a:extLst>
                          <a:ext uri="{FF2B5EF4-FFF2-40B4-BE49-F238E27FC236}">
                            <a16:creationId xmlns:a16="http://schemas.microsoft.com/office/drawing/2014/main" id="{FE3E653E-1043-AA7E-9A28-0F801BB79F7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egnaposto contenuto 2">
            <a:extLst>
              <a:ext uri="{FF2B5EF4-FFF2-40B4-BE49-F238E27FC236}">
                <a16:creationId xmlns:a16="http://schemas.microsoft.com/office/drawing/2014/main" id="{E93CF349-5D48-044C-BC63-9B205F970AE9}"/>
              </a:ext>
            </a:extLst>
          </p:cNvPr>
          <p:cNvSpPr>
            <a:spLocks noGrp="1"/>
          </p:cNvSpPr>
          <p:nvPr>
            <p:ph idx="1" hasCustomPrompt="1"/>
          </p:nvPr>
        </p:nvSpPr>
        <p:spPr>
          <a:xfrm>
            <a:off x="709200" y="1322785"/>
            <a:ext cx="6770721" cy="4591050"/>
          </a:xfrm>
          <a:prstGeom prst="rect">
            <a:avLst/>
          </a:prstGeom>
        </p:spPr>
        <p:txBody>
          <a:bodyPr vert="horz" lIns="0" tIns="0" rIns="0" bIns="0" rtlCol="0">
            <a:noAutofit/>
          </a:bodyPr>
          <a:lstStyle>
            <a:lvl1pPr>
              <a:defRPr lang="en-US" b="0" i="0" dirty="0"/>
            </a:lvl1pPr>
          </a:lstStyle>
          <a:p>
            <a:pPr marL="0" marR="0" lvl="0" indent="0" algn="l" defTabSz="914248" rtl="0" eaLnBrk="1" fontAlgn="auto" latinLnBrk="0" hangingPunct="1">
              <a:lnSpc>
                <a:spcPct val="110000"/>
              </a:lnSpc>
              <a:spcBef>
                <a:spcPts val="0"/>
              </a:spcBef>
              <a:spcAft>
                <a:spcPts val="600"/>
              </a:spcAft>
              <a:buClr>
                <a:schemeClr val="accent1"/>
              </a:buClr>
              <a:buSzPct val="100000"/>
              <a:buFont typeface="Symbol" panose="05050102010706020507" pitchFamily="18" charset="2"/>
              <a:buNone/>
              <a:tabLst/>
              <a:defRPr/>
            </a:pPr>
            <a:r>
              <a:rPr lang="en-GB" noProof="0"/>
              <a:t>Layout a </a:t>
            </a:r>
            <a:r>
              <a:rPr lang="en-GB" noProof="0" err="1"/>
              <a:t>una</a:t>
            </a:r>
            <a:r>
              <a:rPr lang="en-GB" noProof="0"/>
              <a:t> </a:t>
            </a:r>
            <a:r>
              <a:rPr lang="en-GB" noProof="0" err="1"/>
              <a:t>colonna</a:t>
            </a:r>
            <a:r>
              <a:rPr lang="en-GB" noProof="0"/>
              <a:t> – </a:t>
            </a:r>
            <a:r>
              <a:rPr lang="en-GB" noProof="0" err="1"/>
              <a:t>Clicca</a:t>
            </a:r>
            <a:r>
              <a:rPr lang="en-GB" noProof="0"/>
              <a:t> qui per </a:t>
            </a:r>
            <a:r>
              <a:rPr lang="en-GB" noProof="0" err="1"/>
              <a:t>inserire</a:t>
            </a:r>
            <a:r>
              <a:rPr lang="en-GB" noProof="0"/>
              <a:t> il testo o </a:t>
            </a:r>
            <a:r>
              <a:rPr lang="en-GB" noProof="0" err="1"/>
              <a:t>clicca</a:t>
            </a:r>
            <a:r>
              <a:rPr lang="en-GB" noProof="0"/>
              <a:t> </a:t>
            </a:r>
            <a:r>
              <a:rPr lang="en-GB" noProof="0" err="1"/>
              <a:t>sulle</a:t>
            </a:r>
            <a:r>
              <a:rPr lang="en-GB" noProof="0"/>
              <a:t> </a:t>
            </a:r>
            <a:r>
              <a:rPr lang="en-GB" noProof="0" err="1"/>
              <a:t>icone</a:t>
            </a:r>
            <a:r>
              <a:rPr lang="en-GB" noProof="0"/>
              <a:t> per </a:t>
            </a:r>
            <a:r>
              <a:rPr lang="en-GB" noProof="0" err="1"/>
              <a:t>inserire</a:t>
            </a:r>
            <a:r>
              <a:rPr lang="en-GB" noProof="0"/>
              <a:t> </a:t>
            </a:r>
            <a:r>
              <a:rPr lang="en-GB" noProof="0" err="1"/>
              <a:t>immagini</a:t>
            </a:r>
            <a:r>
              <a:rPr lang="en-GB" noProof="0"/>
              <a:t> e </a:t>
            </a:r>
            <a:r>
              <a:rPr lang="en-GB" noProof="0" err="1"/>
              <a:t>grafici</a:t>
            </a:r>
            <a:endParaRPr lang="en-US"/>
          </a:p>
        </p:txBody>
      </p:sp>
      <p:sp>
        <p:nvSpPr>
          <p:cNvPr id="12" name="Segnaposto immagine 11">
            <a:extLst>
              <a:ext uri="{FF2B5EF4-FFF2-40B4-BE49-F238E27FC236}">
                <a16:creationId xmlns:a16="http://schemas.microsoft.com/office/drawing/2014/main" id="{D7454097-9B7E-554D-B677-3FD9BE4B2573}"/>
              </a:ext>
            </a:extLst>
          </p:cNvPr>
          <p:cNvSpPr>
            <a:spLocks noGrp="1"/>
          </p:cNvSpPr>
          <p:nvPr>
            <p:ph type="pic" sz="quarter" idx="14" hasCustomPrompt="1"/>
          </p:nvPr>
        </p:nvSpPr>
        <p:spPr>
          <a:xfrm>
            <a:off x="7788276" y="0"/>
            <a:ext cx="4403725" cy="6858000"/>
          </a:xfrm>
          <a:prstGeom prst="rect">
            <a:avLst/>
          </a:prstGeom>
          <a:solidFill>
            <a:schemeClr val="accent6">
              <a:lumMod val="20000"/>
              <a:lumOff val="80000"/>
            </a:schemeClr>
          </a:solidFill>
        </p:spPr>
        <p:txBody>
          <a:bodyPr vert="horz" lIns="91440" tIns="45720" rIns="91440" bIns="45720" rtlCol="0" anchor="ctr">
            <a:noAutofit/>
          </a:bodyPr>
          <a:lstStyle>
            <a:lvl1pPr marL="0" indent="0" algn="ctr">
              <a:buFont typeface="Arial" panose="020B0604020202020204" pitchFamily="34" charset="0"/>
              <a:buNone/>
              <a:defRPr lang="it-IT" b="0" i="0" dirty="0">
                <a:solidFill>
                  <a:schemeClr val="accent6"/>
                </a:solidFill>
              </a:defRPr>
            </a:lvl1pPr>
          </a:lstStyle>
          <a:p>
            <a:r>
              <a:rPr lang="it-IT"/>
              <a:t>Trascina un'immagine o fai click sull'icona</a:t>
            </a:r>
          </a:p>
        </p:txBody>
      </p:sp>
      <p:sp>
        <p:nvSpPr>
          <p:cNvPr id="10" name="Segnaposto piè di pagina 9">
            <a:extLst>
              <a:ext uri="{FF2B5EF4-FFF2-40B4-BE49-F238E27FC236}">
                <a16:creationId xmlns:a16="http://schemas.microsoft.com/office/drawing/2014/main" id="{1CD17FD6-9F6D-864E-9B79-760E2505BB57}"/>
              </a:ext>
            </a:extLst>
          </p:cNvPr>
          <p:cNvSpPr>
            <a:spLocks noGrp="1"/>
          </p:cNvSpPr>
          <p:nvPr>
            <p:ph type="ftr" sz="quarter" idx="15"/>
          </p:nvPr>
        </p:nvSpPr>
        <p:spPr>
          <a:xfrm>
            <a:off x="6329237" y="234000"/>
            <a:ext cx="5163648" cy="244800"/>
          </a:xfrm>
          <a:prstGeom prst="rect">
            <a:avLst/>
          </a:prstGeom>
        </p:spPr>
        <p:txBody>
          <a:bodyPr/>
          <a:lstStyle>
            <a:lvl1pPr>
              <a:defRPr>
                <a:solidFill>
                  <a:schemeClr val="bg1"/>
                </a:solidFill>
              </a:defRPr>
            </a:lvl1pPr>
          </a:lstStyle>
          <a:p>
            <a:endParaRPr lang="it-IT"/>
          </a:p>
        </p:txBody>
      </p:sp>
      <p:sp>
        <p:nvSpPr>
          <p:cNvPr id="11" name="Segnaposto numero diapositiva 10">
            <a:extLst>
              <a:ext uri="{FF2B5EF4-FFF2-40B4-BE49-F238E27FC236}">
                <a16:creationId xmlns:a16="http://schemas.microsoft.com/office/drawing/2014/main" id="{2474BEA4-2904-5C40-891E-E31FA6C557EB}"/>
              </a:ext>
            </a:extLst>
          </p:cNvPr>
          <p:cNvSpPr>
            <a:spLocks noGrp="1"/>
          </p:cNvSpPr>
          <p:nvPr>
            <p:ph type="sldNum" sz="quarter" idx="16"/>
          </p:nvPr>
        </p:nvSpPr>
        <p:spPr/>
        <p:txBody>
          <a:bodyPr/>
          <a:lstStyle>
            <a:lvl1pPr>
              <a:defRPr>
                <a:solidFill>
                  <a:schemeClr val="bg1"/>
                </a:solidFill>
              </a:defRPr>
            </a:lvl1pPr>
          </a:lstStyle>
          <a:p>
            <a:fld id="{98BF7C3C-24CC-6140-8A22-738C44F1CFEB}" type="slidenum">
              <a:rPr lang="it-IT" smtClean="0"/>
              <a:pPr/>
              <a:t>‹#›</a:t>
            </a:fld>
            <a:endParaRPr lang="it-IT"/>
          </a:p>
        </p:txBody>
      </p:sp>
      <p:sp>
        <p:nvSpPr>
          <p:cNvPr id="4" name="Titolo 3">
            <a:extLst>
              <a:ext uri="{FF2B5EF4-FFF2-40B4-BE49-F238E27FC236}">
                <a16:creationId xmlns:a16="http://schemas.microsoft.com/office/drawing/2014/main" id="{1D4CABB8-597A-464D-B34B-9A9C321E96D6}"/>
              </a:ext>
            </a:extLst>
          </p:cNvPr>
          <p:cNvSpPr>
            <a:spLocks noGrp="1"/>
          </p:cNvSpPr>
          <p:nvPr>
            <p:ph type="title" hasCustomPrompt="1"/>
          </p:nvPr>
        </p:nvSpPr>
        <p:spPr>
          <a:xfrm>
            <a:off x="701313" y="514800"/>
            <a:ext cx="6766321" cy="566868"/>
          </a:xfrm>
        </p:spPr>
        <p:txBody>
          <a:bodyPr vert="horz"/>
          <a:lstStyle>
            <a:lvl1pPr>
              <a:defRPr b="1" i="0"/>
            </a:lvl1pPr>
          </a:lstStyle>
          <a:p>
            <a:r>
              <a:rPr lang="it-IT"/>
              <a:t>Titolo della slide</a:t>
            </a:r>
          </a:p>
        </p:txBody>
      </p:sp>
      <p:sp>
        <p:nvSpPr>
          <p:cNvPr id="13" name="Segnaposto testo 8">
            <a:extLst>
              <a:ext uri="{FF2B5EF4-FFF2-40B4-BE49-F238E27FC236}">
                <a16:creationId xmlns:a16="http://schemas.microsoft.com/office/drawing/2014/main" id="{C8C977E1-7129-084C-B9A0-CA5741A7DD66}"/>
              </a:ext>
            </a:extLst>
          </p:cNvPr>
          <p:cNvSpPr>
            <a:spLocks noGrp="1"/>
          </p:cNvSpPr>
          <p:nvPr>
            <p:ph type="body" sz="quarter" idx="13" hasCustomPrompt="1"/>
          </p:nvPr>
        </p:nvSpPr>
        <p:spPr>
          <a:xfrm>
            <a:off x="702000" y="234000"/>
            <a:ext cx="5400000" cy="244800"/>
          </a:xfrm>
          <a:prstGeom prst="rect">
            <a:avLst/>
          </a:prstGeom>
        </p:spPr>
        <p:txBody>
          <a:bodyPr vert="horz" lIns="0" tIns="18000" rIns="0" bIns="0" rtlCol="0" anchor="ctr">
            <a:noAutofit/>
          </a:bodyPr>
          <a:lstStyle>
            <a:lvl1pPr marL="0" indent="0">
              <a:lnSpc>
                <a:spcPct val="100000"/>
              </a:lnSpc>
              <a:spcAft>
                <a:spcPts val="0"/>
              </a:spcAft>
              <a:defRPr lang="it-IT" sz="1000" b="1" i="0" kern="1200" spc="0" baseline="0" dirty="0">
                <a:solidFill>
                  <a:schemeClr val="tx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en-GB" noProof="0"/>
              <a:t>SEZIONE / SOTTOSEZIONE</a:t>
            </a:r>
          </a:p>
        </p:txBody>
      </p:sp>
    </p:spTree>
    <p:extLst>
      <p:ext uri="{BB962C8B-B14F-4D97-AF65-F5344CB8AC3E}">
        <p14:creationId xmlns:p14="http://schemas.microsoft.com/office/powerpoint/2010/main" val="26672197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magine DX 1/2">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93840B1-264E-BA88-CC5F-AB9F4986C410}"/>
              </a:ext>
            </a:extLst>
          </p:cNvPr>
          <p:cNvGraphicFramePr>
            <a:graphicFrameLocks noChangeAspect="1"/>
          </p:cNvGraphicFramePr>
          <p:nvPr userDrawn="1">
            <p:custDataLst>
              <p:tags r:id="rId1"/>
            </p:custDataLst>
            <p:extLst>
              <p:ext uri="{D42A27DB-BD31-4B8C-83A1-F6EECF244321}">
                <p14:modId xmlns:p14="http://schemas.microsoft.com/office/powerpoint/2010/main" val="26773502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5" name="think-cell data - do not delete" hidden="1">
                        <a:extLst>
                          <a:ext uri="{FF2B5EF4-FFF2-40B4-BE49-F238E27FC236}">
                            <a16:creationId xmlns:a16="http://schemas.microsoft.com/office/drawing/2014/main" id="{593840B1-264E-BA88-CC5F-AB9F4986C41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egnaposto contenuto 2">
            <a:extLst>
              <a:ext uri="{FF2B5EF4-FFF2-40B4-BE49-F238E27FC236}">
                <a16:creationId xmlns:a16="http://schemas.microsoft.com/office/drawing/2014/main" id="{E93CF349-5D48-044C-BC63-9B205F970AE9}"/>
              </a:ext>
            </a:extLst>
          </p:cNvPr>
          <p:cNvSpPr>
            <a:spLocks noGrp="1"/>
          </p:cNvSpPr>
          <p:nvPr>
            <p:ph idx="1" hasCustomPrompt="1"/>
          </p:nvPr>
        </p:nvSpPr>
        <p:spPr>
          <a:xfrm>
            <a:off x="709200" y="1322785"/>
            <a:ext cx="4962334" cy="4591050"/>
          </a:xfrm>
          <a:prstGeom prst="rect">
            <a:avLst/>
          </a:prstGeom>
        </p:spPr>
        <p:txBody>
          <a:bodyPr vert="horz" lIns="0" tIns="0" rIns="0" bIns="0" rtlCol="0">
            <a:noAutofit/>
          </a:bodyPr>
          <a:lstStyle>
            <a:lvl1pPr>
              <a:defRPr lang="en-US" b="0" i="0"/>
            </a:lvl1pPr>
          </a:lstStyle>
          <a:p>
            <a:pPr marL="0" marR="0" lvl="0" indent="0" algn="l" defTabSz="914248" rtl="0" eaLnBrk="1" fontAlgn="auto" latinLnBrk="0" hangingPunct="1">
              <a:lnSpc>
                <a:spcPct val="110000"/>
              </a:lnSpc>
              <a:spcBef>
                <a:spcPts val="0"/>
              </a:spcBef>
              <a:spcAft>
                <a:spcPts val="600"/>
              </a:spcAft>
              <a:buClr>
                <a:schemeClr val="accent1"/>
              </a:buClr>
              <a:buSzPct val="100000"/>
              <a:buFont typeface="Symbol" panose="05050102010706020507" pitchFamily="18" charset="2"/>
              <a:buNone/>
              <a:tabLst/>
              <a:defRPr/>
            </a:pPr>
            <a:r>
              <a:rPr lang="en-GB" noProof="0"/>
              <a:t>Layout a </a:t>
            </a:r>
            <a:r>
              <a:rPr lang="en-GB" noProof="0" err="1"/>
              <a:t>una</a:t>
            </a:r>
            <a:r>
              <a:rPr lang="en-GB" noProof="0"/>
              <a:t> </a:t>
            </a:r>
            <a:r>
              <a:rPr lang="en-GB" noProof="0" err="1"/>
              <a:t>colonna</a:t>
            </a:r>
            <a:r>
              <a:rPr lang="en-GB" noProof="0"/>
              <a:t> – </a:t>
            </a:r>
            <a:r>
              <a:rPr lang="en-GB" noProof="0" err="1"/>
              <a:t>Clicca</a:t>
            </a:r>
            <a:r>
              <a:rPr lang="en-GB" noProof="0"/>
              <a:t> qui per </a:t>
            </a:r>
            <a:r>
              <a:rPr lang="en-GB" noProof="0" err="1"/>
              <a:t>inserire</a:t>
            </a:r>
            <a:r>
              <a:rPr lang="en-GB" noProof="0"/>
              <a:t> il testo o </a:t>
            </a:r>
            <a:r>
              <a:rPr lang="en-GB" noProof="0" err="1"/>
              <a:t>clicca</a:t>
            </a:r>
            <a:r>
              <a:rPr lang="en-GB" noProof="0"/>
              <a:t> </a:t>
            </a:r>
            <a:r>
              <a:rPr lang="en-GB" noProof="0" err="1"/>
              <a:t>sulle</a:t>
            </a:r>
            <a:r>
              <a:rPr lang="en-GB" noProof="0"/>
              <a:t> </a:t>
            </a:r>
            <a:r>
              <a:rPr lang="en-GB" noProof="0" err="1"/>
              <a:t>icone</a:t>
            </a:r>
            <a:r>
              <a:rPr lang="en-GB" noProof="0"/>
              <a:t> per </a:t>
            </a:r>
            <a:r>
              <a:rPr lang="en-GB" noProof="0" err="1"/>
              <a:t>inserire</a:t>
            </a:r>
            <a:r>
              <a:rPr lang="en-GB" noProof="0"/>
              <a:t> </a:t>
            </a:r>
            <a:r>
              <a:rPr lang="en-GB" noProof="0" err="1"/>
              <a:t>immagini</a:t>
            </a:r>
            <a:r>
              <a:rPr lang="en-GB" noProof="0"/>
              <a:t> e </a:t>
            </a:r>
            <a:r>
              <a:rPr lang="en-GB" noProof="0" err="1"/>
              <a:t>grafici</a:t>
            </a:r>
            <a:endParaRPr lang="en-US"/>
          </a:p>
        </p:txBody>
      </p:sp>
      <p:sp>
        <p:nvSpPr>
          <p:cNvPr id="12" name="Segnaposto immagine 11">
            <a:extLst>
              <a:ext uri="{FF2B5EF4-FFF2-40B4-BE49-F238E27FC236}">
                <a16:creationId xmlns:a16="http://schemas.microsoft.com/office/drawing/2014/main" id="{D7454097-9B7E-554D-B677-3FD9BE4B2573}"/>
              </a:ext>
            </a:extLst>
          </p:cNvPr>
          <p:cNvSpPr>
            <a:spLocks noGrp="1"/>
          </p:cNvSpPr>
          <p:nvPr>
            <p:ph type="pic" sz="quarter" idx="14" hasCustomPrompt="1"/>
          </p:nvPr>
        </p:nvSpPr>
        <p:spPr>
          <a:xfrm>
            <a:off x="6096002" y="0"/>
            <a:ext cx="6095999" cy="6858000"/>
          </a:xfrm>
          <a:prstGeom prst="rect">
            <a:avLst/>
          </a:prstGeom>
          <a:solidFill>
            <a:schemeClr val="accent6">
              <a:lumMod val="20000"/>
              <a:lumOff val="80000"/>
            </a:schemeClr>
          </a:solidFill>
        </p:spPr>
        <p:txBody>
          <a:bodyPr vert="horz" lIns="91440" tIns="45720" rIns="91440" bIns="45720" rtlCol="0" anchor="ctr">
            <a:noAutofit/>
          </a:bodyPr>
          <a:lstStyle>
            <a:lvl1pPr marL="0" indent="0" algn="ctr">
              <a:buFont typeface="Arial" panose="020B0604020202020204" pitchFamily="34" charset="0"/>
              <a:buNone/>
              <a:defRPr lang="it-IT" b="0" i="0">
                <a:solidFill>
                  <a:schemeClr val="accent6"/>
                </a:solidFill>
              </a:defRPr>
            </a:lvl1pPr>
          </a:lstStyle>
          <a:p>
            <a:r>
              <a:rPr lang="it-IT"/>
              <a:t>Trascina un'immagine o fai click sull'icona</a:t>
            </a:r>
          </a:p>
        </p:txBody>
      </p:sp>
      <p:sp>
        <p:nvSpPr>
          <p:cNvPr id="10" name="Segnaposto piè di pagina 9">
            <a:extLst>
              <a:ext uri="{FF2B5EF4-FFF2-40B4-BE49-F238E27FC236}">
                <a16:creationId xmlns:a16="http://schemas.microsoft.com/office/drawing/2014/main" id="{2637C9B6-2B1B-EE46-B588-9B71EB240A49}"/>
              </a:ext>
            </a:extLst>
          </p:cNvPr>
          <p:cNvSpPr>
            <a:spLocks noGrp="1"/>
          </p:cNvSpPr>
          <p:nvPr>
            <p:ph type="ftr" sz="quarter" idx="15"/>
          </p:nvPr>
        </p:nvSpPr>
        <p:spPr>
          <a:xfrm>
            <a:off x="6329237" y="234000"/>
            <a:ext cx="5163648" cy="244800"/>
          </a:xfrm>
          <a:prstGeom prst="rect">
            <a:avLst/>
          </a:prstGeom>
        </p:spPr>
        <p:txBody>
          <a:bodyPr/>
          <a:lstStyle>
            <a:lvl1pPr>
              <a:defRPr>
                <a:solidFill>
                  <a:schemeClr val="bg1"/>
                </a:solidFill>
              </a:defRPr>
            </a:lvl1pPr>
          </a:lstStyle>
          <a:p>
            <a:endParaRPr lang="it-IT"/>
          </a:p>
        </p:txBody>
      </p:sp>
      <p:sp>
        <p:nvSpPr>
          <p:cNvPr id="13" name="Segnaposto numero diapositiva 12">
            <a:extLst>
              <a:ext uri="{FF2B5EF4-FFF2-40B4-BE49-F238E27FC236}">
                <a16:creationId xmlns:a16="http://schemas.microsoft.com/office/drawing/2014/main" id="{194EA207-9387-7141-B234-DDA5C9806696}"/>
              </a:ext>
            </a:extLst>
          </p:cNvPr>
          <p:cNvSpPr>
            <a:spLocks noGrp="1"/>
          </p:cNvSpPr>
          <p:nvPr>
            <p:ph type="sldNum" sz="quarter" idx="16"/>
          </p:nvPr>
        </p:nvSpPr>
        <p:spPr/>
        <p:txBody>
          <a:bodyPr/>
          <a:lstStyle>
            <a:lvl1pPr>
              <a:defRPr>
                <a:solidFill>
                  <a:schemeClr val="bg1"/>
                </a:solidFill>
              </a:defRPr>
            </a:lvl1pPr>
          </a:lstStyle>
          <a:p>
            <a:fld id="{98BF7C3C-24CC-6140-8A22-738C44F1CFEB}" type="slidenum">
              <a:rPr lang="it-IT" smtClean="0"/>
              <a:pPr/>
              <a:t>‹#›</a:t>
            </a:fld>
            <a:endParaRPr lang="it-IT"/>
          </a:p>
        </p:txBody>
      </p:sp>
      <p:sp>
        <p:nvSpPr>
          <p:cNvPr id="4" name="Titolo 3">
            <a:extLst>
              <a:ext uri="{FF2B5EF4-FFF2-40B4-BE49-F238E27FC236}">
                <a16:creationId xmlns:a16="http://schemas.microsoft.com/office/drawing/2014/main" id="{B9CF64DF-7168-6246-A222-498150422AEF}"/>
              </a:ext>
            </a:extLst>
          </p:cNvPr>
          <p:cNvSpPr>
            <a:spLocks noGrp="1"/>
          </p:cNvSpPr>
          <p:nvPr>
            <p:ph type="title" hasCustomPrompt="1"/>
          </p:nvPr>
        </p:nvSpPr>
        <p:spPr>
          <a:xfrm>
            <a:off x="701313" y="514801"/>
            <a:ext cx="4962334" cy="568800"/>
          </a:xfrm>
        </p:spPr>
        <p:txBody>
          <a:bodyPr vert="horz"/>
          <a:lstStyle>
            <a:lvl1pPr>
              <a:defRPr b="1" i="0"/>
            </a:lvl1pPr>
          </a:lstStyle>
          <a:p>
            <a:r>
              <a:rPr lang="it-IT"/>
              <a:t>Titolo della slide</a:t>
            </a:r>
          </a:p>
        </p:txBody>
      </p:sp>
      <p:sp>
        <p:nvSpPr>
          <p:cNvPr id="11" name="Segnaposto testo 8">
            <a:extLst>
              <a:ext uri="{FF2B5EF4-FFF2-40B4-BE49-F238E27FC236}">
                <a16:creationId xmlns:a16="http://schemas.microsoft.com/office/drawing/2014/main" id="{A7647DFF-B56A-764A-B27B-E7CFF8986FD7}"/>
              </a:ext>
            </a:extLst>
          </p:cNvPr>
          <p:cNvSpPr>
            <a:spLocks noGrp="1"/>
          </p:cNvSpPr>
          <p:nvPr>
            <p:ph type="body" sz="quarter" idx="13" hasCustomPrompt="1"/>
          </p:nvPr>
        </p:nvSpPr>
        <p:spPr>
          <a:xfrm>
            <a:off x="702000" y="234000"/>
            <a:ext cx="5400000" cy="244800"/>
          </a:xfrm>
          <a:prstGeom prst="rect">
            <a:avLst/>
          </a:prstGeom>
        </p:spPr>
        <p:txBody>
          <a:bodyPr vert="horz" lIns="0" tIns="18000" rIns="0" bIns="0" rtlCol="0" anchor="ctr">
            <a:noAutofit/>
          </a:bodyPr>
          <a:lstStyle>
            <a:lvl1pPr>
              <a:lnSpc>
                <a:spcPct val="100000"/>
              </a:lnSpc>
              <a:defRPr lang="it-IT" sz="1000" b="1" i="0"/>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en-GB" noProof="0"/>
              <a:t>SEZIONE / SOTTOSEZIONE</a:t>
            </a:r>
          </a:p>
        </p:txBody>
      </p:sp>
    </p:spTree>
    <p:extLst>
      <p:ext uri="{BB962C8B-B14F-4D97-AF65-F5344CB8AC3E}">
        <p14:creationId xmlns:p14="http://schemas.microsoft.com/office/powerpoint/2010/main" val="6342955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magine DX 2/3">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B991AFB-B028-B5FF-7D5B-E6F2729D242A}"/>
              </a:ext>
            </a:extLst>
          </p:cNvPr>
          <p:cNvGraphicFramePr>
            <a:graphicFrameLocks noChangeAspect="1"/>
          </p:cNvGraphicFramePr>
          <p:nvPr userDrawn="1">
            <p:custDataLst>
              <p:tags r:id="rId1"/>
            </p:custDataLst>
            <p:extLst>
              <p:ext uri="{D42A27DB-BD31-4B8C-83A1-F6EECF244321}">
                <p14:modId xmlns:p14="http://schemas.microsoft.com/office/powerpoint/2010/main" val="31188343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4" name="think-cell data - do not delete" hidden="1">
                        <a:extLst>
                          <a:ext uri="{FF2B5EF4-FFF2-40B4-BE49-F238E27FC236}">
                            <a16:creationId xmlns:a16="http://schemas.microsoft.com/office/drawing/2014/main" id="{AB991AFB-B028-B5FF-7D5B-E6F2729D242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Segnaposto immagine 11">
            <a:extLst>
              <a:ext uri="{FF2B5EF4-FFF2-40B4-BE49-F238E27FC236}">
                <a16:creationId xmlns:a16="http://schemas.microsoft.com/office/drawing/2014/main" id="{D7454097-9B7E-554D-B677-3FD9BE4B2573}"/>
              </a:ext>
            </a:extLst>
          </p:cNvPr>
          <p:cNvSpPr>
            <a:spLocks noGrp="1"/>
          </p:cNvSpPr>
          <p:nvPr>
            <p:ph type="pic" sz="quarter" idx="14" hasCustomPrompt="1"/>
          </p:nvPr>
        </p:nvSpPr>
        <p:spPr>
          <a:xfrm>
            <a:off x="4421188" y="0"/>
            <a:ext cx="7770812" cy="6858000"/>
          </a:xfrm>
          <a:prstGeom prst="rect">
            <a:avLst/>
          </a:prstGeom>
          <a:solidFill>
            <a:schemeClr val="accent6">
              <a:lumMod val="20000"/>
              <a:lumOff val="80000"/>
            </a:schemeClr>
          </a:solidFill>
          <a:ln>
            <a:noFill/>
          </a:ln>
        </p:spPr>
        <p:txBody>
          <a:bodyPr anchor="ctr"/>
          <a:lstStyle>
            <a:lvl1pPr algn="ctr">
              <a:defRPr b="0" i="0">
                <a:solidFill>
                  <a:schemeClr val="accent6"/>
                </a:solidFill>
              </a:defRPr>
            </a:lvl1pPr>
          </a:lstStyle>
          <a:p>
            <a:r>
              <a:rPr lang="it-IT"/>
              <a:t>Trascina un'immagine o fai click sull'icona</a:t>
            </a:r>
          </a:p>
        </p:txBody>
      </p:sp>
      <p:sp>
        <p:nvSpPr>
          <p:cNvPr id="9" name="Segnaposto contenuto 2">
            <a:extLst>
              <a:ext uri="{FF2B5EF4-FFF2-40B4-BE49-F238E27FC236}">
                <a16:creationId xmlns:a16="http://schemas.microsoft.com/office/drawing/2014/main" id="{81037477-8AD4-784C-90E5-877393A02F83}"/>
              </a:ext>
            </a:extLst>
          </p:cNvPr>
          <p:cNvSpPr>
            <a:spLocks noGrp="1"/>
          </p:cNvSpPr>
          <p:nvPr>
            <p:ph idx="1" hasCustomPrompt="1"/>
          </p:nvPr>
        </p:nvSpPr>
        <p:spPr>
          <a:xfrm>
            <a:off x="709200" y="1322785"/>
            <a:ext cx="3347710" cy="4591050"/>
          </a:xfrm>
          <a:prstGeom prst="rect">
            <a:avLst/>
          </a:prstGeom>
        </p:spPr>
        <p:txBody>
          <a:bodyPr vert="horz" lIns="0" tIns="0" rIns="0" bIns="0" rtlCol="0">
            <a:noAutofit/>
          </a:bodyPr>
          <a:lstStyle>
            <a:lvl1pPr>
              <a:defRPr lang="en-US" b="0" i="0"/>
            </a:lvl1pPr>
          </a:lstStyle>
          <a:p>
            <a:pPr marL="0" marR="0" lvl="0" indent="0" algn="l" defTabSz="914248" rtl="0" eaLnBrk="1" fontAlgn="auto" latinLnBrk="0" hangingPunct="1">
              <a:lnSpc>
                <a:spcPct val="110000"/>
              </a:lnSpc>
              <a:spcBef>
                <a:spcPts val="0"/>
              </a:spcBef>
              <a:spcAft>
                <a:spcPts val="600"/>
              </a:spcAft>
              <a:buClr>
                <a:schemeClr val="accent1"/>
              </a:buClr>
              <a:buSzPct val="100000"/>
              <a:buFont typeface="Symbol" panose="05050102010706020507" pitchFamily="18" charset="2"/>
              <a:buNone/>
              <a:tabLst/>
              <a:defRPr/>
            </a:pPr>
            <a:r>
              <a:rPr lang="en-GB" noProof="0"/>
              <a:t>Layout a </a:t>
            </a:r>
            <a:r>
              <a:rPr lang="en-GB" noProof="0" err="1"/>
              <a:t>una</a:t>
            </a:r>
            <a:r>
              <a:rPr lang="en-GB" noProof="0"/>
              <a:t> </a:t>
            </a:r>
            <a:r>
              <a:rPr lang="en-GB" noProof="0" err="1"/>
              <a:t>colonna</a:t>
            </a:r>
            <a:r>
              <a:rPr lang="en-GB" noProof="0"/>
              <a:t> – </a:t>
            </a:r>
            <a:r>
              <a:rPr lang="en-GB" noProof="0" err="1"/>
              <a:t>Clicca</a:t>
            </a:r>
            <a:r>
              <a:rPr lang="en-GB" noProof="0"/>
              <a:t> qui per </a:t>
            </a:r>
            <a:r>
              <a:rPr lang="en-GB" noProof="0" err="1"/>
              <a:t>inserire</a:t>
            </a:r>
            <a:r>
              <a:rPr lang="en-GB" noProof="0"/>
              <a:t> il testo o </a:t>
            </a:r>
            <a:r>
              <a:rPr lang="en-GB" noProof="0" err="1"/>
              <a:t>clicca</a:t>
            </a:r>
            <a:r>
              <a:rPr lang="en-GB" noProof="0"/>
              <a:t> </a:t>
            </a:r>
            <a:r>
              <a:rPr lang="en-GB" noProof="0" err="1"/>
              <a:t>sulle</a:t>
            </a:r>
            <a:r>
              <a:rPr lang="en-GB" noProof="0"/>
              <a:t> </a:t>
            </a:r>
            <a:r>
              <a:rPr lang="en-GB" noProof="0" err="1"/>
              <a:t>icone</a:t>
            </a:r>
            <a:r>
              <a:rPr lang="en-GB" noProof="0"/>
              <a:t> per </a:t>
            </a:r>
            <a:r>
              <a:rPr lang="en-GB" noProof="0" err="1"/>
              <a:t>inserire</a:t>
            </a:r>
            <a:r>
              <a:rPr lang="en-GB" noProof="0"/>
              <a:t> </a:t>
            </a:r>
            <a:r>
              <a:rPr lang="en-GB" noProof="0" err="1"/>
              <a:t>immagini</a:t>
            </a:r>
            <a:r>
              <a:rPr lang="en-GB" noProof="0"/>
              <a:t> e </a:t>
            </a:r>
            <a:r>
              <a:rPr lang="en-GB" noProof="0" err="1"/>
              <a:t>grafici</a:t>
            </a:r>
            <a:endParaRPr lang="en-US"/>
          </a:p>
        </p:txBody>
      </p:sp>
      <p:sp>
        <p:nvSpPr>
          <p:cNvPr id="11" name="Segnaposto piè di pagina 10">
            <a:extLst>
              <a:ext uri="{FF2B5EF4-FFF2-40B4-BE49-F238E27FC236}">
                <a16:creationId xmlns:a16="http://schemas.microsoft.com/office/drawing/2014/main" id="{3DF3C580-A31D-664E-BC08-0A8FE57AA1BF}"/>
              </a:ext>
            </a:extLst>
          </p:cNvPr>
          <p:cNvSpPr>
            <a:spLocks noGrp="1"/>
          </p:cNvSpPr>
          <p:nvPr>
            <p:ph type="ftr" sz="quarter" idx="15"/>
          </p:nvPr>
        </p:nvSpPr>
        <p:spPr>
          <a:xfrm>
            <a:off x="6329237" y="234000"/>
            <a:ext cx="5163648" cy="244800"/>
          </a:xfrm>
          <a:prstGeom prst="rect">
            <a:avLst/>
          </a:prstGeom>
        </p:spPr>
        <p:txBody>
          <a:bodyPr/>
          <a:lstStyle>
            <a:lvl1pPr>
              <a:defRPr>
                <a:solidFill>
                  <a:schemeClr val="bg1"/>
                </a:solidFill>
              </a:defRPr>
            </a:lvl1pPr>
          </a:lstStyle>
          <a:p>
            <a:endParaRPr lang="it-IT"/>
          </a:p>
        </p:txBody>
      </p:sp>
      <p:sp>
        <p:nvSpPr>
          <p:cNvPr id="13" name="Segnaposto numero diapositiva 12">
            <a:extLst>
              <a:ext uri="{FF2B5EF4-FFF2-40B4-BE49-F238E27FC236}">
                <a16:creationId xmlns:a16="http://schemas.microsoft.com/office/drawing/2014/main" id="{36D92CEA-FB31-2947-9FE8-B3B037250937}"/>
              </a:ext>
            </a:extLst>
          </p:cNvPr>
          <p:cNvSpPr>
            <a:spLocks noGrp="1"/>
          </p:cNvSpPr>
          <p:nvPr>
            <p:ph type="sldNum" sz="quarter" idx="16"/>
          </p:nvPr>
        </p:nvSpPr>
        <p:spPr/>
        <p:txBody>
          <a:bodyPr/>
          <a:lstStyle>
            <a:lvl1pPr>
              <a:defRPr>
                <a:solidFill>
                  <a:schemeClr val="bg1"/>
                </a:solidFill>
              </a:defRPr>
            </a:lvl1pPr>
          </a:lstStyle>
          <a:p>
            <a:fld id="{98BF7C3C-24CC-6140-8A22-738C44F1CFEB}" type="slidenum">
              <a:rPr lang="it-IT" smtClean="0"/>
              <a:pPr/>
              <a:t>‹#›</a:t>
            </a:fld>
            <a:endParaRPr lang="it-IT"/>
          </a:p>
        </p:txBody>
      </p:sp>
      <p:sp>
        <p:nvSpPr>
          <p:cNvPr id="2" name="Titolo 1">
            <a:extLst>
              <a:ext uri="{FF2B5EF4-FFF2-40B4-BE49-F238E27FC236}">
                <a16:creationId xmlns:a16="http://schemas.microsoft.com/office/drawing/2014/main" id="{F1DC365F-E4C3-7B46-99FC-73E1968ABF81}"/>
              </a:ext>
            </a:extLst>
          </p:cNvPr>
          <p:cNvSpPr>
            <a:spLocks noGrp="1"/>
          </p:cNvSpPr>
          <p:nvPr>
            <p:ph type="title" hasCustomPrompt="1"/>
          </p:nvPr>
        </p:nvSpPr>
        <p:spPr>
          <a:xfrm>
            <a:off x="701313" y="514800"/>
            <a:ext cx="3342847" cy="568800"/>
          </a:xfrm>
        </p:spPr>
        <p:txBody>
          <a:bodyPr vert="horz"/>
          <a:lstStyle>
            <a:lvl1pPr>
              <a:defRPr b="1" i="0"/>
            </a:lvl1pPr>
          </a:lstStyle>
          <a:p>
            <a:r>
              <a:rPr lang="it-IT"/>
              <a:t>Titolo della slide</a:t>
            </a:r>
          </a:p>
        </p:txBody>
      </p:sp>
      <p:sp>
        <p:nvSpPr>
          <p:cNvPr id="14" name="Segnaposto testo 8">
            <a:extLst>
              <a:ext uri="{FF2B5EF4-FFF2-40B4-BE49-F238E27FC236}">
                <a16:creationId xmlns:a16="http://schemas.microsoft.com/office/drawing/2014/main" id="{633C0156-51A3-BE40-96DF-1875D3AF48F0}"/>
              </a:ext>
            </a:extLst>
          </p:cNvPr>
          <p:cNvSpPr>
            <a:spLocks noGrp="1"/>
          </p:cNvSpPr>
          <p:nvPr>
            <p:ph type="body" sz="quarter" idx="13" hasCustomPrompt="1"/>
          </p:nvPr>
        </p:nvSpPr>
        <p:spPr>
          <a:xfrm>
            <a:off x="702000" y="234000"/>
            <a:ext cx="5400000" cy="244800"/>
          </a:xfrm>
          <a:prstGeom prst="rect">
            <a:avLst/>
          </a:prstGeom>
        </p:spPr>
        <p:txBody>
          <a:bodyPr vert="horz" lIns="0" tIns="18000" rIns="0" bIns="0" rtlCol="0" anchor="ctr">
            <a:noAutofit/>
          </a:bodyPr>
          <a:lstStyle>
            <a:lvl1pPr>
              <a:lnSpc>
                <a:spcPct val="100000"/>
              </a:lnSpc>
              <a:defRPr lang="it-IT" sz="1000" b="1" i="0"/>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en-GB" noProof="0"/>
              <a:t>SEZIONE / SOTTOSEZIONE</a:t>
            </a:r>
          </a:p>
        </p:txBody>
      </p:sp>
    </p:spTree>
    <p:extLst>
      <p:ext uri="{BB962C8B-B14F-4D97-AF65-F5344CB8AC3E}">
        <p14:creationId xmlns:p14="http://schemas.microsoft.com/office/powerpoint/2010/main" val="8550423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magine Full">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EF0434A-FEBF-8E08-466B-C9E78608EBD9}"/>
              </a:ext>
            </a:extLst>
          </p:cNvPr>
          <p:cNvGraphicFramePr>
            <a:graphicFrameLocks noChangeAspect="1"/>
          </p:cNvGraphicFramePr>
          <p:nvPr userDrawn="1">
            <p:custDataLst>
              <p:tags r:id="rId1"/>
            </p:custDataLst>
            <p:extLst>
              <p:ext uri="{D42A27DB-BD31-4B8C-83A1-F6EECF244321}">
                <p14:modId xmlns:p14="http://schemas.microsoft.com/office/powerpoint/2010/main" val="6377427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2" name="think-cell data - do not delete" hidden="1">
                        <a:extLst>
                          <a:ext uri="{FF2B5EF4-FFF2-40B4-BE49-F238E27FC236}">
                            <a16:creationId xmlns:a16="http://schemas.microsoft.com/office/drawing/2014/main" id="{7EF0434A-FEBF-8E08-466B-C9E78608EBD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Segnaposto immagine 11">
            <a:extLst>
              <a:ext uri="{FF2B5EF4-FFF2-40B4-BE49-F238E27FC236}">
                <a16:creationId xmlns:a16="http://schemas.microsoft.com/office/drawing/2014/main" id="{D7454097-9B7E-554D-B677-3FD9BE4B2573}"/>
              </a:ext>
            </a:extLst>
          </p:cNvPr>
          <p:cNvSpPr>
            <a:spLocks noGrp="1"/>
          </p:cNvSpPr>
          <p:nvPr>
            <p:ph type="pic" sz="quarter" idx="14" hasCustomPrompt="1"/>
          </p:nvPr>
        </p:nvSpPr>
        <p:spPr>
          <a:xfrm>
            <a:off x="-1" y="0"/>
            <a:ext cx="12192001" cy="6858000"/>
          </a:xfrm>
          <a:prstGeom prst="rect">
            <a:avLst/>
          </a:prstGeom>
          <a:solidFill>
            <a:schemeClr val="accent6">
              <a:lumMod val="20000"/>
              <a:lumOff val="80000"/>
            </a:schemeClr>
          </a:solidFill>
          <a:ln>
            <a:noFill/>
          </a:ln>
        </p:spPr>
        <p:txBody>
          <a:bodyPr anchor="t"/>
          <a:lstStyle>
            <a:lvl1pPr algn="l">
              <a:defRPr b="0" i="0">
                <a:solidFill>
                  <a:schemeClr val="accent6"/>
                </a:solidFill>
              </a:defRPr>
            </a:lvl1pPr>
          </a:lstStyle>
          <a:p>
            <a:r>
              <a:rPr lang="it-IT"/>
              <a:t>Trascina un'immagine o fai click sull'icona</a:t>
            </a:r>
          </a:p>
        </p:txBody>
      </p:sp>
      <p:sp>
        <p:nvSpPr>
          <p:cNvPr id="3" name="Segnaposto testo 2">
            <a:extLst>
              <a:ext uri="{FF2B5EF4-FFF2-40B4-BE49-F238E27FC236}">
                <a16:creationId xmlns:a16="http://schemas.microsoft.com/office/drawing/2014/main" id="{6AC91CB3-7C0D-8411-FC37-850A56389E31}"/>
              </a:ext>
            </a:extLst>
          </p:cNvPr>
          <p:cNvSpPr>
            <a:spLocks noGrp="1"/>
          </p:cNvSpPr>
          <p:nvPr>
            <p:ph type="body" sz="quarter" idx="15" hasCustomPrompt="1"/>
          </p:nvPr>
        </p:nvSpPr>
        <p:spPr>
          <a:xfrm>
            <a:off x="0" y="2667308"/>
            <a:ext cx="12192000" cy="1180485"/>
          </a:xfrm>
        </p:spPr>
        <p:txBody>
          <a:bodyPr anchor="ctr"/>
          <a:lstStyle>
            <a:lvl1pPr algn="ctr">
              <a:lnSpc>
                <a:spcPct val="100000"/>
              </a:lnSpc>
              <a:spcAft>
                <a:spcPts val="0"/>
              </a:spcAft>
              <a:defRPr sz="8000" b="1" i="0">
                <a:solidFill>
                  <a:schemeClr val="bg1"/>
                </a:solidFill>
                <a:latin typeface="CocoEng Heavy" pitchFamily="2" charset="0"/>
              </a:defRPr>
            </a:lvl1pPr>
          </a:lstStyle>
          <a:p>
            <a:pPr lvl="0"/>
            <a:r>
              <a:rPr lang="it-IT"/>
              <a:t>Keyword</a:t>
            </a:r>
            <a:endParaRPr lang="en-GB"/>
          </a:p>
        </p:txBody>
      </p:sp>
    </p:spTree>
    <p:extLst>
      <p:ext uri="{BB962C8B-B14F-4D97-AF65-F5344CB8AC3E}">
        <p14:creationId xmlns:p14="http://schemas.microsoft.com/office/powerpoint/2010/main" val="547723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Immagine DX 1/2">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0E6FE50-84D5-5E7C-C570-434EF342BBA7}"/>
              </a:ext>
            </a:extLst>
          </p:cNvPr>
          <p:cNvGraphicFramePr>
            <a:graphicFrameLocks noChangeAspect="1"/>
          </p:cNvGraphicFramePr>
          <p:nvPr userDrawn="1">
            <p:custDataLst>
              <p:tags r:id="rId1"/>
            </p:custDataLst>
            <p:extLst>
              <p:ext uri="{D42A27DB-BD31-4B8C-83A1-F6EECF244321}">
                <p14:modId xmlns:p14="http://schemas.microsoft.com/office/powerpoint/2010/main" val="41342178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4" name="think-cell data - do not delete" hidden="1">
                        <a:extLst>
                          <a:ext uri="{FF2B5EF4-FFF2-40B4-BE49-F238E27FC236}">
                            <a16:creationId xmlns:a16="http://schemas.microsoft.com/office/drawing/2014/main" id="{90E6FE50-84D5-5E7C-C570-434EF342BBA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Segnaposto immagine 11">
            <a:extLst>
              <a:ext uri="{FF2B5EF4-FFF2-40B4-BE49-F238E27FC236}">
                <a16:creationId xmlns:a16="http://schemas.microsoft.com/office/drawing/2014/main" id="{D7454097-9B7E-554D-B677-3FD9BE4B2573}"/>
              </a:ext>
            </a:extLst>
          </p:cNvPr>
          <p:cNvSpPr>
            <a:spLocks noGrp="1"/>
          </p:cNvSpPr>
          <p:nvPr>
            <p:ph type="pic" sz="quarter" idx="14" hasCustomPrompt="1"/>
          </p:nvPr>
        </p:nvSpPr>
        <p:spPr>
          <a:xfrm>
            <a:off x="6096001" y="0"/>
            <a:ext cx="6096000" cy="3429000"/>
          </a:xfrm>
          <a:prstGeom prst="rect">
            <a:avLst/>
          </a:prstGeom>
          <a:solidFill>
            <a:schemeClr val="accent6">
              <a:lumMod val="20000"/>
              <a:lumOff val="80000"/>
            </a:schemeClr>
          </a:solidFill>
        </p:spPr>
        <p:txBody>
          <a:bodyPr vert="horz" lIns="91440" tIns="45720" rIns="91440" bIns="45720" rtlCol="0" anchor="ctr">
            <a:noAutofit/>
          </a:bodyPr>
          <a:lstStyle>
            <a:lvl1pPr marL="0" indent="0" algn="ctr">
              <a:buFont typeface="Arial" panose="020B0604020202020204" pitchFamily="34" charset="0"/>
              <a:buNone/>
              <a:defRPr lang="it-IT" b="0" i="0">
                <a:solidFill>
                  <a:schemeClr val="accent6"/>
                </a:solidFill>
              </a:defRPr>
            </a:lvl1pPr>
          </a:lstStyle>
          <a:p>
            <a:r>
              <a:rPr lang="it-IT"/>
              <a:t>Trascina un'immagine o fai click sull'icona</a:t>
            </a:r>
          </a:p>
        </p:txBody>
      </p:sp>
      <p:sp>
        <p:nvSpPr>
          <p:cNvPr id="9" name="Segnaposto immagine 11">
            <a:extLst>
              <a:ext uri="{FF2B5EF4-FFF2-40B4-BE49-F238E27FC236}">
                <a16:creationId xmlns:a16="http://schemas.microsoft.com/office/drawing/2014/main" id="{305E06CF-4E1C-BA40-818D-A45D081C9186}"/>
              </a:ext>
            </a:extLst>
          </p:cNvPr>
          <p:cNvSpPr>
            <a:spLocks noGrp="1"/>
          </p:cNvSpPr>
          <p:nvPr>
            <p:ph type="pic" sz="quarter" idx="18" hasCustomPrompt="1"/>
          </p:nvPr>
        </p:nvSpPr>
        <p:spPr>
          <a:xfrm>
            <a:off x="6096002" y="3429001"/>
            <a:ext cx="6095999" cy="3441469"/>
          </a:xfrm>
          <a:prstGeom prst="rect">
            <a:avLst/>
          </a:prstGeom>
          <a:solidFill>
            <a:schemeClr val="accent6">
              <a:lumMod val="40000"/>
              <a:lumOff val="60000"/>
            </a:schemeClr>
          </a:solidFill>
        </p:spPr>
        <p:txBody>
          <a:bodyPr vert="horz" lIns="91440" tIns="45720" rIns="91440" bIns="45720" rtlCol="0" anchor="ctr">
            <a:noAutofit/>
          </a:bodyPr>
          <a:lstStyle>
            <a:lvl1pPr algn="ctr">
              <a:defRPr lang="it-IT" b="0" i="0">
                <a:solidFill>
                  <a:schemeClr val="accent6"/>
                </a:solidFill>
              </a:defRPr>
            </a:lvl1pPr>
          </a:lstStyle>
          <a:p>
            <a:r>
              <a:rPr lang="it-IT"/>
              <a:t>Trascina un'immagine o fai click sull'icona</a:t>
            </a:r>
          </a:p>
        </p:txBody>
      </p:sp>
      <p:sp>
        <p:nvSpPr>
          <p:cNvPr id="10" name="Segnaposto contenuto 2">
            <a:extLst>
              <a:ext uri="{FF2B5EF4-FFF2-40B4-BE49-F238E27FC236}">
                <a16:creationId xmlns:a16="http://schemas.microsoft.com/office/drawing/2014/main" id="{61C6C640-A89F-B84A-B6FC-26E87EAA1F56}"/>
              </a:ext>
            </a:extLst>
          </p:cNvPr>
          <p:cNvSpPr>
            <a:spLocks noGrp="1"/>
          </p:cNvSpPr>
          <p:nvPr>
            <p:ph idx="1" hasCustomPrompt="1"/>
          </p:nvPr>
        </p:nvSpPr>
        <p:spPr>
          <a:xfrm>
            <a:off x="709200" y="1322785"/>
            <a:ext cx="4967199" cy="4591050"/>
          </a:xfrm>
          <a:prstGeom prst="rect">
            <a:avLst/>
          </a:prstGeom>
        </p:spPr>
        <p:txBody>
          <a:bodyPr vert="horz" lIns="0" tIns="0" rIns="0" bIns="0" rtlCol="0">
            <a:noAutofit/>
          </a:bodyPr>
          <a:lstStyle>
            <a:lvl1pPr>
              <a:defRPr lang="en-US" b="0" i="0"/>
            </a:lvl1pPr>
          </a:lstStyle>
          <a:p>
            <a:pPr marL="0" marR="0" lvl="0" indent="0" algn="l" defTabSz="914248" rtl="0" eaLnBrk="1" fontAlgn="auto" latinLnBrk="0" hangingPunct="1">
              <a:lnSpc>
                <a:spcPct val="110000"/>
              </a:lnSpc>
              <a:spcBef>
                <a:spcPts val="0"/>
              </a:spcBef>
              <a:spcAft>
                <a:spcPts val="600"/>
              </a:spcAft>
              <a:buClr>
                <a:schemeClr val="accent1"/>
              </a:buClr>
              <a:buSzPct val="100000"/>
              <a:buFont typeface="Symbol" panose="05050102010706020507" pitchFamily="18" charset="2"/>
              <a:buNone/>
              <a:tabLst/>
              <a:defRPr/>
            </a:pPr>
            <a:r>
              <a:rPr lang="en-GB" noProof="0"/>
              <a:t>Layout a </a:t>
            </a:r>
            <a:r>
              <a:rPr lang="en-GB" noProof="0" err="1"/>
              <a:t>una</a:t>
            </a:r>
            <a:r>
              <a:rPr lang="en-GB" noProof="0"/>
              <a:t> </a:t>
            </a:r>
            <a:r>
              <a:rPr lang="en-GB" noProof="0" err="1"/>
              <a:t>colonna</a:t>
            </a:r>
            <a:r>
              <a:rPr lang="en-GB" noProof="0"/>
              <a:t> – </a:t>
            </a:r>
            <a:r>
              <a:rPr lang="en-GB" noProof="0" err="1"/>
              <a:t>Clicca</a:t>
            </a:r>
            <a:r>
              <a:rPr lang="en-GB" noProof="0"/>
              <a:t> qui per </a:t>
            </a:r>
            <a:r>
              <a:rPr lang="en-GB" noProof="0" err="1"/>
              <a:t>inserire</a:t>
            </a:r>
            <a:r>
              <a:rPr lang="en-GB" noProof="0"/>
              <a:t> il testo o </a:t>
            </a:r>
            <a:r>
              <a:rPr lang="en-GB" noProof="0" err="1"/>
              <a:t>clicca</a:t>
            </a:r>
            <a:r>
              <a:rPr lang="en-GB" noProof="0"/>
              <a:t> </a:t>
            </a:r>
            <a:r>
              <a:rPr lang="en-GB" noProof="0" err="1"/>
              <a:t>sulle</a:t>
            </a:r>
            <a:r>
              <a:rPr lang="en-GB" noProof="0"/>
              <a:t> </a:t>
            </a:r>
            <a:r>
              <a:rPr lang="en-GB" noProof="0" err="1"/>
              <a:t>icone</a:t>
            </a:r>
            <a:r>
              <a:rPr lang="en-GB" noProof="0"/>
              <a:t> per </a:t>
            </a:r>
            <a:r>
              <a:rPr lang="en-GB" noProof="0" err="1"/>
              <a:t>inserire</a:t>
            </a:r>
            <a:r>
              <a:rPr lang="en-GB" noProof="0"/>
              <a:t> </a:t>
            </a:r>
            <a:r>
              <a:rPr lang="en-GB" noProof="0" err="1"/>
              <a:t>immagini</a:t>
            </a:r>
            <a:r>
              <a:rPr lang="en-GB" noProof="0"/>
              <a:t> e </a:t>
            </a:r>
            <a:r>
              <a:rPr lang="en-GB" noProof="0" err="1"/>
              <a:t>grafici</a:t>
            </a:r>
            <a:endParaRPr lang="en-US"/>
          </a:p>
        </p:txBody>
      </p:sp>
      <p:sp>
        <p:nvSpPr>
          <p:cNvPr id="14" name="Segnaposto piè di pagina 13">
            <a:extLst>
              <a:ext uri="{FF2B5EF4-FFF2-40B4-BE49-F238E27FC236}">
                <a16:creationId xmlns:a16="http://schemas.microsoft.com/office/drawing/2014/main" id="{6F7698C8-7CCD-6541-AB3B-77AE0134B0A2}"/>
              </a:ext>
            </a:extLst>
          </p:cNvPr>
          <p:cNvSpPr>
            <a:spLocks noGrp="1"/>
          </p:cNvSpPr>
          <p:nvPr>
            <p:ph type="ftr" sz="quarter" idx="19"/>
          </p:nvPr>
        </p:nvSpPr>
        <p:spPr>
          <a:xfrm>
            <a:off x="6329237" y="234000"/>
            <a:ext cx="5163648" cy="244800"/>
          </a:xfrm>
          <a:prstGeom prst="rect">
            <a:avLst/>
          </a:prstGeom>
        </p:spPr>
        <p:txBody>
          <a:bodyPr/>
          <a:lstStyle>
            <a:lvl1pPr>
              <a:defRPr>
                <a:solidFill>
                  <a:schemeClr val="bg1"/>
                </a:solidFill>
              </a:defRPr>
            </a:lvl1pPr>
          </a:lstStyle>
          <a:p>
            <a:endParaRPr lang="it-IT"/>
          </a:p>
        </p:txBody>
      </p:sp>
      <p:sp>
        <p:nvSpPr>
          <p:cNvPr id="15" name="Segnaposto numero diapositiva 14">
            <a:extLst>
              <a:ext uri="{FF2B5EF4-FFF2-40B4-BE49-F238E27FC236}">
                <a16:creationId xmlns:a16="http://schemas.microsoft.com/office/drawing/2014/main" id="{C108856A-C0A9-5545-87BD-1AB1F6C37A28}"/>
              </a:ext>
            </a:extLst>
          </p:cNvPr>
          <p:cNvSpPr>
            <a:spLocks noGrp="1"/>
          </p:cNvSpPr>
          <p:nvPr>
            <p:ph type="sldNum" sz="quarter" idx="20"/>
          </p:nvPr>
        </p:nvSpPr>
        <p:spPr/>
        <p:txBody>
          <a:bodyPr/>
          <a:lstStyle>
            <a:lvl1pPr>
              <a:defRPr>
                <a:solidFill>
                  <a:schemeClr val="bg1"/>
                </a:solidFill>
              </a:defRPr>
            </a:lvl1pPr>
          </a:lstStyle>
          <a:p>
            <a:fld id="{98BF7C3C-24CC-6140-8A22-738C44F1CFEB}" type="slidenum">
              <a:rPr lang="it-IT" smtClean="0"/>
              <a:pPr/>
              <a:t>‹#›</a:t>
            </a:fld>
            <a:endParaRPr lang="it-IT"/>
          </a:p>
        </p:txBody>
      </p:sp>
      <p:sp>
        <p:nvSpPr>
          <p:cNvPr id="3" name="Titolo 2">
            <a:extLst>
              <a:ext uri="{FF2B5EF4-FFF2-40B4-BE49-F238E27FC236}">
                <a16:creationId xmlns:a16="http://schemas.microsoft.com/office/drawing/2014/main" id="{16395350-EE45-AE4B-BD30-9DBE74CB62B8}"/>
              </a:ext>
            </a:extLst>
          </p:cNvPr>
          <p:cNvSpPr>
            <a:spLocks noGrp="1"/>
          </p:cNvSpPr>
          <p:nvPr>
            <p:ph type="title" hasCustomPrompt="1"/>
          </p:nvPr>
        </p:nvSpPr>
        <p:spPr>
          <a:xfrm>
            <a:off x="701313" y="514800"/>
            <a:ext cx="4962335" cy="568800"/>
          </a:xfrm>
        </p:spPr>
        <p:txBody>
          <a:bodyPr vert="horz"/>
          <a:lstStyle>
            <a:lvl1pPr>
              <a:defRPr b="1" i="0"/>
            </a:lvl1pPr>
          </a:lstStyle>
          <a:p>
            <a:r>
              <a:rPr lang="it-IT"/>
              <a:t>Titolo della slide</a:t>
            </a:r>
          </a:p>
        </p:txBody>
      </p:sp>
      <p:sp>
        <p:nvSpPr>
          <p:cNvPr id="13" name="Segnaposto testo 8">
            <a:extLst>
              <a:ext uri="{FF2B5EF4-FFF2-40B4-BE49-F238E27FC236}">
                <a16:creationId xmlns:a16="http://schemas.microsoft.com/office/drawing/2014/main" id="{522AB772-7C7F-A148-88D5-22C5BFC13C6D}"/>
              </a:ext>
            </a:extLst>
          </p:cNvPr>
          <p:cNvSpPr>
            <a:spLocks noGrp="1"/>
          </p:cNvSpPr>
          <p:nvPr>
            <p:ph type="body" sz="quarter" idx="13" hasCustomPrompt="1"/>
          </p:nvPr>
        </p:nvSpPr>
        <p:spPr>
          <a:xfrm>
            <a:off x="702000" y="234000"/>
            <a:ext cx="5400000" cy="244800"/>
          </a:xfrm>
          <a:prstGeom prst="rect">
            <a:avLst/>
          </a:prstGeom>
        </p:spPr>
        <p:txBody>
          <a:bodyPr vert="horz" lIns="0" tIns="18000" rIns="0" bIns="0" rtlCol="0" anchor="ctr">
            <a:noAutofit/>
          </a:bodyPr>
          <a:lstStyle>
            <a:lvl1pPr>
              <a:lnSpc>
                <a:spcPct val="100000"/>
              </a:lnSpc>
              <a:defRPr lang="it-IT" sz="1000" b="1" i="0"/>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en-GB" noProof="0"/>
              <a:t>SEZIONE / SOTTOSEZIONE</a:t>
            </a:r>
          </a:p>
        </p:txBody>
      </p:sp>
    </p:spTree>
    <p:extLst>
      <p:ext uri="{BB962C8B-B14F-4D97-AF65-F5344CB8AC3E}">
        <p14:creationId xmlns:p14="http://schemas.microsoft.com/office/powerpoint/2010/main" val="42631142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Immagine DX 1/2">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B7EB597D-8E22-FE28-D191-379BD4A37763}"/>
              </a:ext>
            </a:extLst>
          </p:cNvPr>
          <p:cNvGraphicFramePr>
            <a:graphicFrameLocks noChangeAspect="1"/>
          </p:cNvGraphicFramePr>
          <p:nvPr userDrawn="1">
            <p:custDataLst>
              <p:tags r:id="rId1"/>
            </p:custDataLst>
            <p:extLst>
              <p:ext uri="{D42A27DB-BD31-4B8C-83A1-F6EECF244321}">
                <p14:modId xmlns:p14="http://schemas.microsoft.com/office/powerpoint/2010/main" val="747999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9" name="think-cell data - do not delete" hidden="1">
                        <a:extLst>
                          <a:ext uri="{FF2B5EF4-FFF2-40B4-BE49-F238E27FC236}">
                            <a16:creationId xmlns:a16="http://schemas.microsoft.com/office/drawing/2014/main" id="{B7EB597D-8E22-FE28-D191-379BD4A3776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ttangolo 2">
            <a:extLst>
              <a:ext uri="{FF2B5EF4-FFF2-40B4-BE49-F238E27FC236}">
                <a16:creationId xmlns:a16="http://schemas.microsoft.com/office/drawing/2014/main" id="{DE460EE5-1259-0208-BB65-799D75037C3B}"/>
              </a:ext>
            </a:extLst>
          </p:cNvPr>
          <p:cNvSpPr/>
          <p:nvPr/>
        </p:nvSpPr>
        <p:spPr>
          <a:xfrm>
            <a:off x="0" y="1726834"/>
            <a:ext cx="12182060" cy="37829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2" name="Segnaposto immagine 11">
            <a:extLst>
              <a:ext uri="{FF2B5EF4-FFF2-40B4-BE49-F238E27FC236}">
                <a16:creationId xmlns:a16="http://schemas.microsoft.com/office/drawing/2014/main" id="{D7454097-9B7E-554D-B677-3FD9BE4B2573}"/>
              </a:ext>
            </a:extLst>
          </p:cNvPr>
          <p:cNvSpPr>
            <a:spLocks noGrp="1"/>
          </p:cNvSpPr>
          <p:nvPr>
            <p:ph type="pic" sz="quarter" idx="14" hasCustomPrompt="1"/>
          </p:nvPr>
        </p:nvSpPr>
        <p:spPr>
          <a:xfrm>
            <a:off x="6849018" y="1322785"/>
            <a:ext cx="5342982" cy="4591050"/>
          </a:xfrm>
          <a:prstGeom prst="rect">
            <a:avLst/>
          </a:prstGeom>
          <a:solidFill>
            <a:schemeClr val="accent6">
              <a:lumMod val="20000"/>
              <a:lumOff val="80000"/>
            </a:schemeClr>
          </a:solidFill>
          <a:ln>
            <a:noFill/>
          </a:ln>
          <a:effectLst/>
        </p:spPr>
        <p:txBody>
          <a:bodyPr vert="horz" lIns="91440" tIns="45720" rIns="91440" bIns="45720" rtlCol="0">
            <a:noAutofit/>
          </a:bodyPr>
          <a:lstStyle>
            <a:lvl1pPr marL="0" indent="0">
              <a:buFont typeface="Arial" panose="020B0604020202020204" pitchFamily="34" charset="0"/>
              <a:buNone/>
              <a:defRPr lang="it-IT" b="0" i="0">
                <a:solidFill>
                  <a:schemeClr val="accent6"/>
                </a:solidFill>
              </a:defRPr>
            </a:lvl1pPr>
          </a:lstStyle>
          <a:p>
            <a:r>
              <a:rPr lang="it-IT"/>
              <a:t>Trascina un'immagine o fai click sull'icona</a:t>
            </a:r>
          </a:p>
        </p:txBody>
      </p:sp>
      <p:sp>
        <p:nvSpPr>
          <p:cNvPr id="13" name="Segnaposto contenuto 2">
            <a:extLst>
              <a:ext uri="{FF2B5EF4-FFF2-40B4-BE49-F238E27FC236}">
                <a16:creationId xmlns:a16="http://schemas.microsoft.com/office/drawing/2014/main" id="{3EF9C9DD-6BEB-E94F-A3B3-B4886989E98B}"/>
              </a:ext>
            </a:extLst>
          </p:cNvPr>
          <p:cNvSpPr>
            <a:spLocks noGrp="1"/>
          </p:cNvSpPr>
          <p:nvPr>
            <p:ph idx="1" hasCustomPrompt="1"/>
          </p:nvPr>
        </p:nvSpPr>
        <p:spPr>
          <a:xfrm>
            <a:off x="696449" y="2094233"/>
            <a:ext cx="5399551" cy="3048155"/>
          </a:xfrm>
          <a:prstGeom prst="rect">
            <a:avLst/>
          </a:prstGeom>
        </p:spPr>
        <p:txBody>
          <a:bodyPr vert="horz" lIns="0" tIns="0" rIns="0" bIns="0" rtlCol="0" anchor="ctr">
            <a:noAutofit/>
          </a:bodyPr>
          <a:lstStyle>
            <a:lvl1pPr algn="l">
              <a:lnSpc>
                <a:spcPct val="110000"/>
              </a:lnSpc>
              <a:spcBef>
                <a:spcPts val="0"/>
              </a:spcBef>
              <a:defRPr lang="en-US" sz="1100" b="0" i="0" spc="0">
                <a:solidFill>
                  <a:schemeClr val="bg1"/>
                </a:solidFill>
              </a:defRPr>
            </a:lvl1pPr>
          </a:lstStyle>
          <a:p>
            <a:pPr lvl="0"/>
            <a:r>
              <a:rPr lang="en-GB" noProof="0" err="1"/>
              <a:t>Clicca</a:t>
            </a:r>
            <a:r>
              <a:rPr lang="en-GB" noProof="0"/>
              <a:t> qui per </a:t>
            </a:r>
            <a:r>
              <a:rPr lang="en-GB" noProof="0" err="1"/>
              <a:t>inserire</a:t>
            </a:r>
            <a:r>
              <a:rPr lang="en-GB" noProof="0"/>
              <a:t> il testo o </a:t>
            </a:r>
            <a:r>
              <a:rPr lang="en-GB" noProof="0" err="1"/>
              <a:t>clicca</a:t>
            </a:r>
            <a:r>
              <a:rPr lang="en-GB" noProof="0"/>
              <a:t> </a:t>
            </a:r>
            <a:r>
              <a:rPr lang="en-GB" noProof="0" err="1"/>
              <a:t>sulle</a:t>
            </a:r>
            <a:r>
              <a:rPr lang="en-GB" noProof="0"/>
              <a:t> </a:t>
            </a:r>
            <a:r>
              <a:rPr lang="en-GB" noProof="0" err="1"/>
              <a:t>icone</a:t>
            </a:r>
            <a:r>
              <a:rPr lang="en-GB" noProof="0"/>
              <a:t> per </a:t>
            </a:r>
            <a:r>
              <a:rPr lang="en-GB" noProof="0" err="1"/>
              <a:t>inserire</a:t>
            </a:r>
            <a:r>
              <a:rPr lang="en-GB" noProof="0"/>
              <a:t> </a:t>
            </a:r>
            <a:r>
              <a:rPr lang="en-GB" noProof="0" err="1"/>
              <a:t>immagini</a:t>
            </a:r>
            <a:r>
              <a:rPr lang="en-GB" noProof="0"/>
              <a:t> e </a:t>
            </a:r>
            <a:r>
              <a:rPr lang="en-GB" noProof="0" err="1"/>
              <a:t>grafici</a:t>
            </a:r>
            <a:endParaRPr lang="en-GB" noProof="0"/>
          </a:p>
        </p:txBody>
      </p:sp>
      <p:cxnSp>
        <p:nvCxnSpPr>
          <p:cNvPr id="7" name="Connettore 1 6">
            <a:extLst>
              <a:ext uri="{FF2B5EF4-FFF2-40B4-BE49-F238E27FC236}">
                <a16:creationId xmlns:a16="http://schemas.microsoft.com/office/drawing/2014/main" id="{A85BF2EA-A2D5-D65D-57E7-CD42F44E0686}"/>
              </a:ext>
            </a:extLst>
          </p:cNvPr>
          <p:cNvCxnSpPr/>
          <p:nvPr/>
        </p:nvCxnSpPr>
        <p:spPr>
          <a:xfrm>
            <a:off x="11613824" y="6570483"/>
            <a:ext cx="578176"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Segnaposto piè di pagina 1">
            <a:extLst>
              <a:ext uri="{FF2B5EF4-FFF2-40B4-BE49-F238E27FC236}">
                <a16:creationId xmlns:a16="http://schemas.microsoft.com/office/drawing/2014/main" id="{BB5862ED-9FDB-0315-177D-8FCCE427514E}"/>
              </a:ext>
            </a:extLst>
          </p:cNvPr>
          <p:cNvSpPr>
            <a:spLocks noGrp="1"/>
          </p:cNvSpPr>
          <p:nvPr>
            <p:ph type="ftr" sz="quarter" idx="15"/>
          </p:nvPr>
        </p:nvSpPr>
        <p:spPr>
          <a:xfrm>
            <a:off x="6083300" y="234000"/>
            <a:ext cx="5405313" cy="244800"/>
          </a:xfrm>
        </p:spPr>
        <p:txBody>
          <a:bodyPr vert="horz" lIns="91440" tIns="45720" rIns="86400" bIns="45720" rtlCol="0" anchor="ctr"/>
          <a:lstStyle>
            <a:lvl1pPr>
              <a:defRPr lang="en-GB" dirty="0"/>
            </a:lvl1pPr>
          </a:lstStyle>
          <a:p>
            <a:endParaRPr lang="it-IT"/>
          </a:p>
        </p:txBody>
      </p:sp>
      <p:sp>
        <p:nvSpPr>
          <p:cNvPr id="5" name="Segnaposto numero diapositiva 4">
            <a:extLst>
              <a:ext uri="{FF2B5EF4-FFF2-40B4-BE49-F238E27FC236}">
                <a16:creationId xmlns:a16="http://schemas.microsoft.com/office/drawing/2014/main" id="{DE799530-3FFF-54A2-E3A1-D9743242D2F9}"/>
              </a:ext>
            </a:extLst>
          </p:cNvPr>
          <p:cNvSpPr>
            <a:spLocks noGrp="1"/>
          </p:cNvSpPr>
          <p:nvPr>
            <p:ph type="sldNum" sz="quarter" idx="16"/>
          </p:nvPr>
        </p:nvSpPr>
        <p:spPr/>
        <p:txBody>
          <a:bodyPr/>
          <a:lstStyle/>
          <a:p>
            <a:fld id="{68A96897-085A-C142-8738-4110794B20B3}" type="slidenum">
              <a:rPr lang="en-GB" noProof="0" smtClean="0"/>
              <a:pPr/>
              <a:t>‹#›</a:t>
            </a:fld>
            <a:endParaRPr lang="en-GB" noProof="0"/>
          </a:p>
        </p:txBody>
      </p:sp>
      <p:sp>
        <p:nvSpPr>
          <p:cNvPr id="4" name="Titolo 3">
            <a:extLst>
              <a:ext uri="{FF2B5EF4-FFF2-40B4-BE49-F238E27FC236}">
                <a16:creationId xmlns:a16="http://schemas.microsoft.com/office/drawing/2014/main" id="{11DBD558-A67C-3226-6A2A-1CB4B33A0DD2}"/>
              </a:ext>
            </a:extLst>
          </p:cNvPr>
          <p:cNvSpPr>
            <a:spLocks noGrp="1"/>
          </p:cNvSpPr>
          <p:nvPr>
            <p:ph type="title" hasCustomPrompt="1"/>
          </p:nvPr>
        </p:nvSpPr>
        <p:spPr/>
        <p:txBody>
          <a:bodyPr vert="horz"/>
          <a:lstStyle>
            <a:lvl1pPr>
              <a:defRPr b="1" i="0"/>
            </a:lvl1pPr>
          </a:lstStyle>
          <a:p>
            <a:r>
              <a:rPr lang="it-IT"/>
              <a:t>Titolo della slide</a:t>
            </a:r>
            <a:endParaRPr lang="en-GB" noProof="0"/>
          </a:p>
        </p:txBody>
      </p:sp>
      <p:sp>
        <p:nvSpPr>
          <p:cNvPr id="8" name="Segnaposto testo 8">
            <a:extLst>
              <a:ext uri="{FF2B5EF4-FFF2-40B4-BE49-F238E27FC236}">
                <a16:creationId xmlns:a16="http://schemas.microsoft.com/office/drawing/2014/main" id="{6510754B-172B-D64F-B9AF-1E5C4ED8E3FA}"/>
              </a:ext>
            </a:extLst>
          </p:cNvPr>
          <p:cNvSpPr>
            <a:spLocks noGrp="1"/>
          </p:cNvSpPr>
          <p:nvPr>
            <p:ph type="body" sz="quarter" idx="28" hasCustomPrompt="1"/>
          </p:nvPr>
        </p:nvSpPr>
        <p:spPr>
          <a:xfrm>
            <a:off x="702000" y="234000"/>
            <a:ext cx="5397478" cy="244800"/>
          </a:xfrm>
          <a:prstGeom prst="rect">
            <a:avLst/>
          </a:prstGeom>
        </p:spPr>
        <p:txBody>
          <a:bodyPr vert="horz" wrap="none" lIns="0" tIns="18000" rIns="0" bIns="0" rtlCol="0" anchor="ctr">
            <a:noAutofit/>
          </a:bodyPr>
          <a:lstStyle>
            <a:lvl1pPr marL="0" indent="0" algn="l">
              <a:lnSpc>
                <a:spcPct val="100000"/>
              </a:lnSpc>
              <a:spcAft>
                <a:spcPts val="0"/>
              </a:spcAft>
              <a:defRPr lang="en-GB" sz="1000" b="1" i="0" kern="1200" spc="0" baseline="0" noProof="0">
                <a:solidFill>
                  <a:schemeClr val="tx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en-GB" noProof="0"/>
              <a:t>SEZIONE / SOTTOSEZIONE</a:t>
            </a:r>
          </a:p>
        </p:txBody>
      </p:sp>
    </p:spTree>
    <p:extLst>
      <p:ext uri="{BB962C8B-B14F-4D97-AF65-F5344CB8AC3E}">
        <p14:creationId xmlns:p14="http://schemas.microsoft.com/office/powerpoint/2010/main" val="14275205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allery">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401FC461-A510-BD85-A9E8-6668E259A7D2}"/>
              </a:ext>
            </a:extLst>
          </p:cNvPr>
          <p:cNvGraphicFramePr>
            <a:graphicFrameLocks noChangeAspect="1"/>
          </p:cNvGraphicFramePr>
          <p:nvPr userDrawn="1">
            <p:custDataLst>
              <p:tags r:id="rId1"/>
            </p:custDataLst>
            <p:extLst>
              <p:ext uri="{D42A27DB-BD31-4B8C-83A1-F6EECF244321}">
                <p14:modId xmlns:p14="http://schemas.microsoft.com/office/powerpoint/2010/main" val="41478576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2" name="think-cell data - do not delete" hidden="1">
                        <a:extLst>
                          <a:ext uri="{FF2B5EF4-FFF2-40B4-BE49-F238E27FC236}">
                            <a16:creationId xmlns:a16="http://schemas.microsoft.com/office/drawing/2014/main" id="{401FC461-A510-BD85-A9E8-6668E259A7D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Segnaposto immagine 11">
            <a:extLst>
              <a:ext uri="{FF2B5EF4-FFF2-40B4-BE49-F238E27FC236}">
                <a16:creationId xmlns:a16="http://schemas.microsoft.com/office/drawing/2014/main" id="{D7454097-9B7E-554D-B677-3FD9BE4B2573}"/>
              </a:ext>
            </a:extLst>
          </p:cNvPr>
          <p:cNvSpPr>
            <a:spLocks noGrp="1"/>
          </p:cNvSpPr>
          <p:nvPr>
            <p:ph type="pic" sz="quarter" idx="14" hasCustomPrompt="1"/>
          </p:nvPr>
        </p:nvSpPr>
        <p:spPr>
          <a:xfrm>
            <a:off x="0" y="0"/>
            <a:ext cx="6096596" cy="3429000"/>
          </a:xfrm>
          <a:prstGeom prst="rect">
            <a:avLst/>
          </a:prstGeom>
          <a:solidFill>
            <a:schemeClr val="accent6">
              <a:lumMod val="20000"/>
              <a:lumOff val="80000"/>
            </a:schemeClr>
          </a:solidFill>
          <a:ln>
            <a:noFill/>
          </a:ln>
        </p:spPr>
        <p:txBody>
          <a:bodyPr anchor="ctr"/>
          <a:lstStyle>
            <a:lvl1pPr marL="0" indent="0" algn="ctr">
              <a:buFont typeface="Arial" panose="020B0604020202020204" pitchFamily="34" charset="0"/>
              <a:buNone/>
              <a:defRPr b="0" i="0">
                <a:solidFill>
                  <a:schemeClr val="accent6"/>
                </a:solidFill>
              </a:defRPr>
            </a:lvl1pPr>
          </a:lstStyle>
          <a:p>
            <a:r>
              <a:rPr lang="it-IT"/>
              <a:t>Trascina un'immagine o fai click sull'icona</a:t>
            </a:r>
          </a:p>
        </p:txBody>
      </p:sp>
      <p:sp>
        <p:nvSpPr>
          <p:cNvPr id="3" name="Segnaposto immagine 11">
            <a:extLst>
              <a:ext uri="{FF2B5EF4-FFF2-40B4-BE49-F238E27FC236}">
                <a16:creationId xmlns:a16="http://schemas.microsoft.com/office/drawing/2014/main" id="{80CEC711-5C3A-DB44-8E10-A32F259CD309}"/>
              </a:ext>
            </a:extLst>
          </p:cNvPr>
          <p:cNvSpPr>
            <a:spLocks noGrp="1"/>
          </p:cNvSpPr>
          <p:nvPr>
            <p:ph type="pic" sz="quarter" idx="15" hasCustomPrompt="1"/>
          </p:nvPr>
        </p:nvSpPr>
        <p:spPr>
          <a:xfrm>
            <a:off x="6096000" y="0"/>
            <a:ext cx="6097192" cy="3429000"/>
          </a:xfrm>
          <a:prstGeom prst="rect">
            <a:avLst/>
          </a:prstGeom>
          <a:solidFill>
            <a:schemeClr val="accent6">
              <a:lumMod val="60000"/>
              <a:lumOff val="40000"/>
            </a:schemeClr>
          </a:solidFill>
          <a:ln>
            <a:noFill/>
          </a:ln>
        </p:spPr>
        <p:txBody>
          <a:bodyPr anchor="ctr"/>
          <a:lstStyle>
            <a:lvl1pPr marL="0" indent="0" algn="ctr">
              <a:buFont typeface="Arial" panose="020B0604020202020204" pitchFamily="34" charset="0"/>
              <a:buNone/>
              <a:defRPr b="0" i="0">
                <a:solidFill>
                  <a:schemeClr val="bg1"/>
                </a:solidFill>
              </a:defRPr>
            </a:lvl1pPr>
          </a:lstStyle>
          <a:p>
            <a:r>
              <a:rPr lang="it-IT"/>
              <a:t>Trascina un'immagine o fai click sull'icona</a:t>
            </a:r>
          </a:p>
        </p:txBody>
      </p:sp>
      <p:sp>
        <p:nvSpPr>
          <p:cNvPr id="4" name="Segnaposto immagine 11">
            <a:extLst>
              <a:ext uri="{FF2B5EF4-FFF2-40B4-BE49-F238E27FC236}">
                <a16:creationId xmlns:a16="http://schemas.microsoft.com/office/drawing/2014/main" id="{131AF99C-E518-3748-B47A-4E0944BD026B}"/>
              </a:ext>
            </a:extLst>
          </p:cNvPr>
          <p:cNvSpPr>
            <a:spLocks noGrp="1"/>
          </p:cNvSpPr>
          <p:nvPr>
            <p:ph type="pic" sz="quarter" idx="16" hasCustomPrompt="1"/>
          </p:nvPr>
        </p:nvSpPr>
        <p:spPr>
          <a:xfrm>
            <a:off x="1" y="3429000"/>
            <a:ext cx="6096595" cy="3429000"/>
          </a:xfrm>
          <a:prstGeom prst="rect">
            <a:avLst/>
          </a:prstGeom>
          <a:solidFill>
            <a:schemeClr val="accent6">
              <a:lumMod val="40000"/>
              <a:lumOff val="60000"/>
            </a:schemeClr>
          </a:solidFill>
          <a:ln>
            <a:noFill/>
          </a:ln>
        </p:spPr>
        <p:txBody>
          <a:bodyPr anchor="ctr"/>
          <a:lstStyle>
            <a:lvl1pPr marL="0" indent="0" algn="ctr">
              <a:buFont typeface="Arial" panose="020B0604020202020204" pitchFamily="34" charset="0"/>
              <a:buNone/>
              <a:defRPr b="0" i="0">
                <a:solidFill>
                  <a:schemeClr val="accent6"/>
                </a:solidFill>
              </a:defRPr>
            </a:lvl1pPr>
          </a:lstStyle>
          <a:p>
            <a:r>
              <a:rPr lang="it-IT"/>
              <a:t>Trascina un'immagine o fai click sull'icona</a:t>
            </a:r>
          </a:p>
        </p:txBody>
      </p:sp>
      <p:sp>
        <p:nvSpPr>
          <p:cNvPr id="5" name="Segnaposto immagine 11">
            <a:extLst>
              <a:ext uri="{FF2B5EF4-FFF2-40B4-BE49-F238E27FC236}">
                <a16:creationId xmlns:a16="http://schemas.microsoft.com/office/drawing/2014/main" id="{9ADF63E3-FB5C-0643-908E-34AF2CF1CB5F}"/>
              </a:ext>
            </a:extLst>
          </p:cNvPr>
          <p:cNvSpPr>
            <a:spLocks noGrp="1"/>
          </p:cNvSpPr>
          <p:nvPr>
            <p:ph type="pic" sz="quarter" idx="17" hasCustomPrompt="1"/>
          </p:nvPr>
        </p:nvSpPr>
        <p:spPr>
          <a:xfrm>
            <a:off x="6096001" y="3429000"/>
            <a:ext cx="6096000" cy="3429000"/>
          </a:xfrm>
          <a:prstGeom prst="rect">
            <a:avLst/>
          </a:prstGeom>
          <a:solidFill>
            <a:schemeClr val="accent6">
              <a:lumMod val="75000"/>
            </a:schemeClr>
          </a:solidFill>
          <a:ln>
            <a:noFill/>
          </a:ln>
        </p:spPr>
        <p:txBody>
          <a:bodyPr anchor="ctr"/>
          <a:lstStyle>
            <a:lvl1pPr marL="0" indent="0" algn="ctr">
              <a:buFont typeface="Arial" panose="020B0604020202020204" pitchFamily="34" charset="0"/>
              <a:buNone/>
              <a:defRPr b="0" i="0">
                <a:solidFill>
                  <a:schemeClr val="bg1"/>
                </a:solidFill>
              </a:defRPr>
            </a:lvl1pPr>
          </a:lstStyle>
          <a:p>
            <a:r>
              <a:rPr lang="it-IT"/>
              <a:t>Trascina un'immagine o fai click sull'icona</a:t>
            </a:r>
          </a:p>
        </p:txBody>
      </p:sp>
    </p:spTree>
    <p:extLst>
      <p:ext uri="{BB962C8B-B14F-4D97-AF65-F5344CB8AC3E}">
        <p14:creationId xmlns:p14="http://schemas.microsoft.com/office/powerpoint/2010/main" val="36826619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Gallery">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A1BD660-B6A2-0676-D81A-5603C856C4D3}"/>
              </a:ext>
            </a:extLst>
          </p:cNvPr>
          <p:cNvGraphicFramePr>
            <a:graphicFrameLocks noChangeAspect="1"/>
          </p:cNvGraphicFramePr>
          <p:nvPr userDrawn="1">
            <p:custDataLst>
              <p:tags r:id="rId1"/>
            </p:custDataLst>
            <p:extLst>
              <p:ext uri="{D42A27DB-BD31-4B8C-83A1-F6EECF244321}">
                <p14:modId xmlns:p14="http://schemas.microsoft.com/office/powerpoint/2010/main" val="3110458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2" name="think-cell data - do not delete" hidden="1">
                        <a:extLst>
                          <a:ext uri="{FF2B5EF4-FFF2-40B4-BE49-F238E27FC236}">
                            <a16:creationId xmlns:a16="http://schemas.microsoft.com/office/drawing/2014/main" id="{0A1BD660-B6A2-0676-D81A-5603C856C4D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Segnaposto immagine 11">
            <a:extLst>
              <a:ext uri="{FF2B5EF4-FFF2-40B4-BE49-F238E27FC236}">
                <a16:creationId xmlns:a16="http://schemas.microsoft.com/office/drawing/2014/main" id="{D7454097-9B7E-554D-B677-3FD9BE4B2573}"/>
              </a:ext>
            </a:extLst>
          </p:cNvPr>
          <p:cNvSpPr>
            <a:spLocks noGrp="1"/>
          </p:cNvSpPr>
          <p:nvPr>
            <p:ph type="pic" sz="quarter" idx="14" hasCustomPrompt="1"/>
          </p:nvPr>
        </p:nvSpPr>
        <p:spPr>
          <a:xfrm>
            <a:off x="0" y="0"/>
            <a:ext cx="4421188" cy="3429000"/>
          </a:xfrm>
          <a:prstGeom prst="rect">
            <a:avLst/>
          </a:prstGeom>
          <a:solidFill>
            <a:schemeClr val="accent6">
              <a:lumMod val="20000"/>
              <a:lumOff val="80000"/>
            </a:schemeClr>
          </a:solidFill>
          <a:ln>
            <a:noFill/>
          </a:ln>
        </p:spPr>
        <p:txBody>
          <a:bodyPr anchor="ctr"/>
          <a:lstStyle>
            <a:lvl1pPr marL="0" indent="0" algn="ctr">
              <a:buFont typeface="Arial" panose="020B0604020202020204" pitchFamily="34" charset="0"/>
              <a:buNone/>
              <a:defRPr b="0" i="0">
                <a:solidFill>
                  <a:schemeClr val="accent6"/>
                </a:solidFill>
              </a:defRPr>
            </a:lvl1pPr>
          </a:lstStyle>
          <a:p>
            <a:pPr marL="0" lvl="0" indent="0">
              <a:buFont typeface="Arial" panose="020B0604020202020204" pitchFamily="34" charset="0"/>
              <a:buNone/>
            </a:pPr>
            <a:r>
              <a:rPr lang="it-IT"/>
              <a:t>Drag an image or click on </a:t>
            </a:r>
            <a:r>
              <a:rPr lang="it-IT" err="1"/>
              <a:t>icon</a:t>
            </a:r>
            <a:endParaRPr lang="it-IT"/>
          </a:p>
        </p:txBody>
      </p:sp>
      <p:sp>
        <p:nvSpPr>
          <p:cNvPr id="3" name="Segnaposto immagine 11">
            <a:extLst>
              <a:ext uri="{FF2B5EF4-FFF2-40B4-BE49-F238E27FC236}">
                <a16:creationId xmlns:a16="http://schemas.microsoft.com/office/drawing/2014/main" id="{80CEC711-5C3A-DB44-8E10-A32F259CD309}"/>
              </a:ext>
            </a:extLst>
          </p:cNvPr>
          <p:cNvSpPr>
            <a:spLocks noGrp="1"/>
          </p:cNvSpPr>
          <p:nvPr>
            <p:ph type="pic" sz="quarter" idx="15" hasCustomPrompt="1"/>
          </p:nvPr>
        </p:nvSpPr>
        <p:spPr>
          <a:xfrm>
            <a:off x="4421188" y="0"/>
            <a:ext cx="7770812" cy="3429000"/>
          </a:xfrm>
          <a:prstGeom prst="rect">
            <a:avLst/>
          </a:prstGeom>
          <a:solidFill>
            <a:schemeClr val="accent6">
              <a:lumMod val="60000"/>
              <a:lumOff val="40000"/>
            </a:schemeClr>
          </a:solidFill>
          <a:ln>
            <a:noFill/>
          </a:ln>
        </p:spPr>
        <p:txBody>
          <a:bodyPr anchor="ctr"/>
          <a:lstStyle>
            <a:lvl1pPr marL="0" indent="0" algn="ctr">
              <a:buFont typeface="Arial" panose="020B0604020202020204" pitchFamily="34" charset="0"/>
              <a:buNone/>
              <a:defRPr b="0" i="0">
                <a:solidFill>
                  <a:schemeClr val="bg1"/>
                </a:solidFill>
              </a:defRPr>
            </a:lvl1pPr>
          </a:lstStyle>
          <a:p>
            <a:pPr marL="0" lvl="0" indent="0">
              <a:buFont typeface="Arial" panose="020B0604020202020204" pitchFamily="34" charset="0"/>
              <a:buNone/>
            </a:pPr>
            <a:r>
              <a:rPr lang="it-IT"/>
              <a:t>Drag an image or click on </a:t>
            </a:r>
            <a:r>
              <a:rPr lang="it-IT" err="1"/>
              <a:t>icon</a:t>
            </a:r>
            <a:endParaRPr lang="it-IT"/>
          </a:p>
        </p:txBody>
      </p:sp>
      <p:sp>
        <p:nvSpPr>
          <p:cNvPr id="4" name="Segnaposto immagine 11">
            <a:extLst>
              <a:ext uri="{FF2B5EF4-FFF2-40B4-BE49-F238E27FC236}">
                <a16:creationId xmlns:a16="http://schemas.microsoft.com/office/drawing/2014/main" id="{131AF99C-E518-3748-B47A-4E0944BD026B}"/>
              </a:ext>
            </a:extLst>
          </p:cNvPr>
          <p:cNvSpPr>
            <a:spLocks noGrp="1"/>
          </p:cNvSpPr>
          <p:nvPr>
            <p:ph type="pic" sz="quarter" idx="16" hasCustomPrompt="1"/>
          </p:nvPr>
        </p:nvSpPr>
        <p:spPr>
          <a:xfrm>
            <a:off x="0" y="3429000"/>
            <a:ext cx="7788308" cy="3429000"/>
          </a:xfrm>
          <a:prstGeom prst="rect">
            <a:avLst/>
          </a:prstGeom>
          <a:solidFill>
            <a:schemeClr val="accent6">
              <a:lumMod val="40000"/>
              <a:lumOff val="60000"/>
            </a:schemeClr>
          </a:solidFill>
          <a:ln>
            <a:noFill/>
          </a:ln>
        </p:spPr>
        <p:txBody>
          <a:bodyPr anchor="ctr"/>
          <a:lstStyle>
            <a:lvl1pPr marL="0" indent="0" algn="ctr">
              <a:buFont typeface="Arial" panose="020B0604020202020204" pitchFamily="34" charset="0"/>
              <a:buNone/>
              <a:defRPr b="0" i="0">
                <a:solidFill>
                  <a:schemeClr val="accent6"/>
                </a:solidFill>
              </a:defRPr>
            </a:lvl1pPr>
          </a:lstStyle>
          <a:p>
            <a:pPr marL="0" lvl="0" indent="0">
              <a:buFont typeface="Arial" panose="020B0604020202020204" pitchFamily="34" charset="0"/>
              <a:buNone/>
            </a:pPr>
            <a:r>
              <a:rPr lang="it-IT"/>
              <a:t>Drag an image or click on </a:t>
            </a:r>
            <a:r>
              <a:rPr lang="it-IT" err="1"/>
              <a:t>icon</a:t>
            </a:r>
            <a:endParaRPr lang="it-IT"/>
          </a:p>
        </p:txBody>
      </p:sp>
      <p:sp>
        <p:nvSpPr>
          <p:cNvPr id="5" name="Segnaposto immagine 11">
            <a:extLst>
              <a:ext uri="{FF2B5EF4-FFF2-40B4-BE49-F238E27FC236}">
                <a16:creationId xmlns:a16="http://schemas.microsoft.com/office/drawing/2014/main" id="{9ADF63E3-FB5C-0643-908E-34AF2CF1CB5F}"/>
              </a:ext>
            </a:extLst>
          </p:cNvPr>
          <p:cNvSpPr>
            <a:spLocks noGrp="1"/>
          </p:cNvSpPr>
          <p:nvPr>
            <p:ph type="pic" sz="quarter" idx="17" hasCustomPrompt="1"/>
          </p:nvPr>
        </p:nvSpPr>
        <p:spPr>
          <a:xfrm>
            <a:off x="7788309" y="3429000"/>
            <a:ext cx="4403693" cy="3429000"/>
          </a:xfrm>
          <a:prstGeom prst="rect">
            <a:avLst/>
          </a:prstGeom>
          <a:solidFill>
            <a:schemeClr val="accent6">
              <a:lumMod val="75000"/>
            </a:schemeClr>
          </a:solidFill>
          <a:ln>
            <a:noFill/>
          </a:ln>
        </p:spPr>
        <p:txBody>
          <a:bodyPr anchor="ctr"/>
          <a:lstStyle>
            <a:lvl1pPr marL="0" indent="0" algn="ctr">
              <a:buFont typeface="Arial" panose="020B0604020202020204" pitchFamily="34" charset="0"/>
              <a:buNone/>
              <a:defRPr b="0" i="0">
                <a:solidFill>
                  <a:schemeClr val="bg1"/>
                </a:solidFill>
              </a:defRPr>
            </a:lvl1pPr>
          </a:lstStyle>
          <a:p>
            <a:pPr marL="0" lvl="0" indent="0">
              <a:buFont typeface="Arial" panose="020B0604020202020204" pitchFamily="34" charset="0"/>
              <a:buNone/>
            </a:pPr>
            <a:r>
              <a:rPr lang="it-IT"/>
              <a:t>Drag an image or click on </a:t>
            </a:r>
            <a:r>
              <a:rPr lang="it-IT" err="1"/>
              <a:t>icon</a:t>
            </a:r>
            <a:endParaRPr lang="it-IT"/>
          </a:p>
        </p:txBody>
      </p:sp>
    </p:spTree>
    <p:extLst>
      <p:ext uri="{BB962C8B-B14F-4D97-AF65-F5344CB8AC3E}">
        <p14:creationId xmlns:p14="http://schemas.microsoft.com/office/powerpoint/2010/main" val="8282322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CB620C4-2A01-A670-EADE-DF311F8FFEA4}"/>
              </a:ext>
            </a:extLst>
          </p:cNvPr>
          <p:cNvGraphicFramePr>
            <a:graphicFrameLocks noChangeAspect="1"/>
          </p:cNvGraphicFramePr>
          <p:nvPr userDrawn="1">
            <p:custDataLst>
              <p:tags r:id="rId1"/>
            </p:custDataLst>
            <p:extLst>
              <p:ext uri="{D42A27DB-BD31-4B8C-83A1-F6EECF244321}">
                <p14:modId xmlns:p14="http://schemas.microsoft.com/office/powerpoint/2010/main" val="9706706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3" name="think-cell data - do not delete" hidden="1">
                        <a:extLst>
                          <a:ext uri="{FF2B5EF4-FFF2-40B4-BE49-F238E27FC236}">
                            <a16:creationId xmlns:a16="http://schemas.microsoft.com/office/drawing/2014/main" id="{8CB620C4-2A01-A670-EADE-DF311F8FFE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olo 4">
            <a:extLst>
              <a:ext uri="{FF2B5EF4-FFF2-40B4-BE49-F238E27FC236}">
                <a16:creationId xmlns:a16="http://schemas.microsoft.com/office/drawing/2014/main" id="{E14DE433-34A6-AF41-B817-B01ABD7DF1EB}"/>
              </a:ext>
            </a:extLst>
          </p:cNvPr>
          <p:cNvSpPr>
            <a:spLocks noGrp="1"/>
          </p:cNvSpPr>
          <p:nvPr>
            <p:ph type="title" hasCustomPrompt="1"/>
          </p:nvPr>
        </p:nvSpPr>
        <p:spPr/>
        <p:txBody>
          <a:bodyPr vert="horz"/>
          <a:lstStyle>
            <a:lvl1pPr>
              <a:defRPr b="1" i="0"/>
            </a:lvl1pPr>
          </a:lstStyle>
          <a:p>
            <a:r>
              <a:rPr lang="it-IT"/>
              <a:t>Titolo della slide</a:t>
            </a:r>
          </a:p>
        </p:txBody>
      </p:sp>
      <p:sp>
        <p:nvSpPr>
          <p:cNvPr id="13" name="Segnaposto piè di pagina 12">
            <a:extLst>
              <a:ext uri="{FF2B5EF4-FFF2-40B4-BE49-F238E27FC236}">
                <a16:creationId xmlns:a16="http://schemas.microsoft.com/office/drawing/2014/main" id="{576FE852-EBDC-AC41-B7E3-9C34DB622BFD}"/>
              </a:ext>
            </a:extLst>
          </p:cNvPr>
          <p:cNvSpPr>
            <a:spLocks noGrp="1"/>
          </p:cNvSpPr>
          <p:nvPr>
            <p:ph type="ftr" sz="quarter" idx="14"/>
          </p:nvPr>
        </p:nvSpPr>
        <p:spPr>
          <a:xfrm>
            <a:off x="6329237" y="234000"/>
            <a:ext cx="5163648" cy="244800"/>
          </a:xfrm>
          <a:prstGeom prst="rect">
            <a:avLst/>
          </a:prstGeom>
        </p:spPr>
        <p:txBody>
          <a:bodyPr/>
          <a:lstStyle/>
          <a:p>
            <a:endParaRPr lang="it-IT"/>
          </a:p>
        </p:txBody>
      </p:sp>
      <p:sp>
        <p:nvSpPr>
          <p:cNvPr id="14" name="Segnaposto numero diapositiva 13">
            <a:extLst>
              <a:ext uri="{FF2B5EF4-FFF2-40B4-BE49-F238E27FC236}">
                <a16:creationId xmlns:a16="http://schemas.microsoft.com/office/drawing/2014/main" id="{2C440191-6209-804B-893E-60CA3A04C25B}"/>
              </a:ext>
            </a:extLst>
          </p:cNvPr>
          <p:cNvSpPr>
            <a:spLocks noGrp="1"/>
          </p:cNvSpPr>
          <p:nvPr>
            <p:ph type="sldNum" sz="quarter" idx="15"/>
          </p:nvPr>
        </p:nvSpPr>
        <p:spPr/>
        <p:txBody>
          <a:bodyPr/>
          <a:lstStyle/>
          <a:p>
            <a:fld id="{98BF7C3C-24CC-6140-8A22-738C44F1CFEB}" type="slidenum">
              <a:rPr lang="it-IT" smtClean="0"/>
              <a:pPr/>
              <a:t>‹#›</a:t>
            </a:fld>
            <a:endParaRPr lang="it-IT"/>
          </a:p>
        </p:txBody>
      </p:sp>
      <p:sp>
        <p:nvSpPr>
          <p:cNvPr id="8" name="Segnaposto testo 8">
            <a:extLst>
              <a:ext uri="{FF2B5EF4-FFF2-40B4-BE49-F238E27FC236}">
                <a16:creationId xmlns:a16="http://schemas.microsoft.com/office/drawing/2014/main" id="{7B49408E-522D-8B4E-8692-5FFAC53F1322}"/>
              </a:ext>
            </a:extLst>
          </p:cNvPr>
          <p:cNvSpPr>
            <a:spLocks noGrp="1"/>
          </p:cNvSpPr>
          <p:nvPr>
            <p:ph type="body" sz="quarter" idx="13" hasCustomPrompt="1"/>
          </p:nvPr>
        </p:nvSpPr>
        <p:spPr>
          <a:xfrm>
            <a:off x="702000" y="234000"/>
            <a:ext cx="5400000" cy="244800"/>
          </a:xfrm>
          <a:prstGeom prst="rect">
            <a:avLst/>
          </a:prstGeom>
        </p:spPr>
        <p:txBody>
          <a:bodyPr vert="horz" lIns="0" tIns="18000" rIns="0" bIns="0" rtlCol="0" anchor="ctr">
            <a:noAutofit/>
          </a:bodyPr>
          <a:lstStyle>
            <a:lvl1pPr marL="0" indent="0">
              <a:lnSpc>
                <a:spcPct val="100000"/>
              </a:lnSpc>
              <a:spcAft>
                <a:spcPts val="0"/>
              </a:spcAft>
              <a:defRPr lang="it-IT" sz="1000" b="1" i="0" kern="1200" spc="0" baseline="0">
                <a:solidFill>
                  <a:schemeClr val="tx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en-GB" noProof="0"/>
              <a:t>SEZIONE / SOTTOSEZIONE</a:t>
            </a:r>
          </a:p>
        </p:txBody>
      </p:sp>
    </p:spTree>
    <p:extLst>
      <p:ext uri="{BB962C8B-B14F-4D97-AF65-F5344CB8AC3E}">
        <p14:creationId xmlns:p14="http://schemas.microsoft.com/office/powerpoint/2010/main" val="33893231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olo titolo Dark">
    <p:bg>
      <p:bgPr>
        <a:gradFill>
          <a:gsLst>
            <a:gs pos="58000">
              <a:schemeClr val="tx1"/>
            </a:gs>
            <a:gs pos="0">
              <a:schemeClr val="accent6">
                <a:lumMod val="75000"/>
              </a:schemeClr>
            </a:gs>
          </a:gsLst>
          <a:lin ang="6000000" scaled="0"/>
        </a:gra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DE20F12B-5F91-4FBB-F763-F07977D588E7}"/>
              </a:ext>
            </a:extLst>
          </p:cNvPr>
          <p:cNvGraphicFramePr>
            <a:graphicFrameLocks noChangeAspect="1"/>
          </p:cNvGraphicFramePr>
          <p:nvPr userDrawn="1">
            <p:custDataLst>
              <p:tags r:id="rId1"/>
            </p:custDataLst>
            <p:extLst>
              <p:ext uri="{D42A27DB-BD31-4B8C-83A1-F6EECF244321}">
                <p14:modId xmlns:p14="http://schemas.microsoft.com/office/powerpoint/2010/main" val="12333814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9" name="think-cell data - do not delete" hidden="1">
                        <a:extLst>
                          <a:ext uri="{FF2B5EF4-FFF2-40B4-BE49-F238E27FC236}">
                            <a16:creationId xmlns:a16="http://schemas.microsoft.com/office/drawing/2014/main" id="{DE20F12B-5F91-4FBB-F763-F07977D588E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olo 4">
            <a:extLst>
              <a:ext uri="{FF2B5EF4-FFF2-40B4-BE49-F238E27FC236}">
                <a16:creationId xmlns:a16="http://schemas.microsoft.com/office/drawing/2014/main" id="{E14DE433-34A6-AF41-B817-B01ABD7DF1EB}"/>
              </a:ext>
            </a:extLst>
          </p:cNvPr>
          <p:cNvSpPr>
            <a:spLocks noGrp="1"/>
          </p:cNvSpPr>
          <p:nvPr>
            <p:ph type="title" hasCustomPrompt="1"/>
          </p:nvPr>
        </p:nvSpPr>
        <p:spPr/>
        <p:txBody>
          <a:bodyPr vert="horz"/>
          <a:lstStyle>
            <a:lvl1pPr>
              <a:defRPr b="1" i="0">
                <a:solidFill>
                  <a:schemeClr val="bg1"/>
                </a:solidFill>
              </a:defRPr>
            </a:lvl1pPr>
          </a:lstStyle>
          <a:p>
            <a:r>
              <a:rPr lang="it-IT"/>
              <a:t>Titolo della slide</a:t>
            </a:r>
          </a:p>
        </p:txBody>
      </p:sp>
      <p:sp>
        <p:nvSpPr>
          <p:cNvPr id="13" name="Segnaposto piè di pagina 12">
            <a:extLst>
              <a:ext uri="{FF2B5EF4-FFF2-40B4-BE49-F238E27FC236}">
                <a16:creationId xmlns:a16="http://schemas.microsoft.com/office/drawing/2014/main" id="{576FE852-EBDC-AC41-B7E3-9C34DB622BFD}"/>
              </a:ext>
            </a:extLst>
          </p:cNvPr>
          <p:cNvSpPr>
            <a:spLocks noGrp="1"/>
          </p:cNvSpPr>
          <p:nvPr>
            <p:ph type="ftr" sz="quarter" idx="14"/>
          </p:nvPr>
        </p:nvSpPr>
        <p:spPr>
          <a:xfrm>
            <a:off x="6329237" y="234000"/>
            <a:ext cx="5163648" cy="244800"/>
          </a:xfrm>
          <a:prstGeom prst="rect">
            <a:avLst/>
          </a:prstGeom>
        </p:spPr>
        <p:txBody>
          <a:bodyPr/>
          <a:lstStyle>
            <a:lvl1pPr>
              <a:defRPr>
                <a:solidFill>
                  <a:schemeClr val="bg1"/>
                </a:solidFill>
              </a:defRPr>
            </a:lvl1pPr>
          </a:lstStyle>
          <a:p>
            <a:endParaRPr lang="it-IT"/>
          </a:p>
        </p:txBody>
      </p:sp>
      <p:sp>
        <p:nvSpPr>
          <p:cNvPr id="14" name="Segnaposto numero diapositiva 13">
            <a:extLst>
              <a:ext uri="{FF2B5EF4-FFF2-40B4-BE49-F238E27FC236}">
                <a16:creationId xmlns:a16="http://schemas.microsoft.com/office/drawing/2014/main" id="{2C440191-6209-804B-893E-60CA3A04C25B}"/>
              </a:ext>
            </a:extLst>
          </p:cNvPr>
          <p:cNvSpPr>
            <a:spLocks noGrp="1"/>
          </p:cNvSpPr>
          <p:nvPr>
            <p:ph type="sldNum" sz="quarter" idx="15"/>
          </p:nvPr>
        </p:nvSpPr>
        <p:spPr/>
        <p:txBody>
          <a:bodyPr/>
          <a:lstStyle>
            <a:lvl1pPr>
              <a:defRPr>
                <a:solidFill>
                  <a:schemeClr val="bg1"/>
                </a:solidFill>
              </a:defRPr>
            </a:lvl1pPr>
          </a:lstStyle>
          <a:p>
            <a:fld id="{98BF7C3C-24CC-6140-8A22-738C44F1CFEB}" type="slidenum">
              <a:rPr lang="it-IT" smtClean="0"/>
              <a:pPr/>
              <a:t>‹#›</a:t>
            </a:fld>
            <a:endParaRPr lang="it-IT"/>
          </a:p>
        </p:txBody>
      </p:sp>
      <p:sp>
        <p:nvSpPr>
          <p:cNvPr id="8" name="Segnaposto testo 8">
            <a:extLst>
              <a:ext uri="{FF2B5EF4-FFF2-40B4-BE49-F238E27FC236}">
                <a16:creationId xmlns:a16="http://schemas.microsoft.com/office/drawing/2014/main" id="{7B49408E-522D-8B4E-8692-5FFAC53F1322}"/>
              </a:ext>
            </a:extLst>
          </p:cNvPr>
          <p:cNvSpPr>
            <a:spLocks noGrp="1"/>
          </p:cNvSpPr>
          <p:nvPr>
            <p:ph type="body" sz="quarter" idx="13" hasCustomPrompt="1"/>
          </p:nvPr>
        </p:nvSpPr>
        <p:spPr>
          <a:xfrm>
            <a:off x="702000" y="234000"/>
            <a:ext cx="5400000" cy="244800"/>
          </a:xfrm>
          <a:prstGeom prst="rect">
            <a:avLst/>
          </a:prstGeom>
        </p:spPr>
        <p:txBody>
          <a:bodyPr vert="horz" lIns="0" tIns="18000" rIns="0" bIns="0" rtlCol="0" anchor="ctr">
            <a:noAutofit/>
          </a:bodyPr>
          <a:lstStyle>
            <a:lvl1pPr marL="0" indent="0">
              <a:lnSpc>
                <a:spcPct val="100000"/>
              </a:lnSpc>
              <a:defRPr lang="it-IT" sz="1000" b="1" i="0" kern="1200" spc="0" dirty="0">
                <a:solidFill>
                  <a:schemeClr val="bg1"/>
                </a:solidFill>
                <a:latin typeface="CocoEng" pitchFamily="2" charset="0"/>
                <a:ea typeface="+mn-ea"/>
                <a:cs typeface="+mn-cs"/>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en-GB" noProof="0"/>
              <a:t>SEZIONE / SOTTOSEZIONE</a:t>
            </a:r>
          </a:p>
        </p:txBody>
      </p:sp>
      <p:sp>
        <p:nvSpPr>
          <p:cNvPr id="2" name="CasellaDiTesto 1">
            <a:extLst>
              <a:ext uri="{FF2B5EF4-FFF2-40B4-BE49-F238E27FC236}">
                <a16:creationId xmlns:a16="http://schemas.microsoft.com/office/drawing/2014/main" id="{A91B1B31-132E-694D-6D33-1A7C7821C48D}"/>
              </a:ext>
            </a:extLst>
          </p:cNvPr>
          <p:cNvSpPr txBox="1"/>
          <p:nvPr/>
        </p:nvSpPr>
        <p:spPr>
          <a:xfrm>
            <a:off x="10593600" y="6517778"/>
            <a:ext cx="899285" cy="107722"/>
          </a:xfrm>
          <a:prstGeom prst="rect">
            <a:avLst/>
          </a:prstGeom>
          <a:noFill/>
        </p:spPr>
        <p:txBody>
          <a:bodyPr wrap="none" lIns="0" tIns="0" rIns="0" bIns="0" rtlCol="0">
            <a:spAutoFit/>
          </a:bodyPr>
          <a:lstStyle/>
          <a:p>
            <a:pPr algn="r"/>
            <a:r>
              <a:rPr lang="it-IT" sz="700" b="0" i="0" spc="0">
                <a:solidFill>
                  <a:schemeClr val="bg1"/>
                </a:solidFill>
                <a:latin typeface="+mn-lt"/>
                <a:cs typeface="Segoe UI" panose="020B0502040204020203" pitchFamily="34" charset="0"/>
                <a:sym typeface="Symbol"/>
              </a:rPr>
              <a:t> Engineering Group</a:t>
            </a:r>
          </a:p>
        </p:txBody>
      </p:sp>
      <p:pic>
        <p:nvPicPr>
          <p:cNvPr id="3" name="Elemento grafico 2">
            <a:extLst>
              <a:ext uri="{FF2B5EF4-FFF2-40B4-BE49-F238E27FC236}">
                <a16:creationId xmlns:a16="http://schemas.microsoft.com/office/drawing/2014/main" id="{B68DE6CA-2ACB-DA13-8A85-3C44F08A2EF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6398" y="6366807"/>
            <a:ext cx="274488" cy="237600"/>
          </a:xfrm>
          <a:prstGeom prst="rect">
            <a:avLst/>
          </a:prstGeom>
        </p:spPr>
      </p:pic>
      <p:cxnSp>
        <p:nvCxnSpPr>
          <p:cNvPr id="4" name="Connettore 1 3">
            <a:extLst>
              <a:ext uri="{FF2B5EF4-FFF2-40B4-BE49-F238E27FC236}">
                <a16:creationId xmlns:a16="http://schemas.microsoft.com/office/drawing/2014/main" id="{C62F189C-8214-D0DA-473D-843791C4CD35}"/>
              </a:ext>
            </a:extLst>
          </p:cNvPr>
          <p:cNvCxnSpPr>
            <a:cxnSpLocks/>
          </p:cNvCxnSpPr>
          <p:nvPr/>
        </p:nvCxnSpPr>
        <p:spPr>
          <a:xfrm>
            <a:off x="11613824" y="6571639"/>
            <a:ext cx="578176"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ttangolo 5">
            <a:extLst>
              <a:ext uri="{FF2B5EF4-FFF2-40B4-BE49-F238E27FC236}">
                <a16:creationId xmlns:a16="http://schemas.microsoft.com/office/drawing/2014/main" id="{61A85D40-B6B5-941E-92D0-97ADCB7AE70C}"/>
              </a:ext>
            </a:extLst>
          </p:cNvPr>
          <p:cNvSpPr/>
          <p:nvPr/>
        </p:nvSpPr>
        <p:spPr>
          <a:xfrm>
            <a:off x="-1" y="234000"/>
            <a:ext cx="252000" cy="25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0" spc="0"/>
          </a:p>
        </p:txBody>
      </p:sp>
    </p:spTree>
    <p:extLst>
      <p:ext uri="{BB962C8B-B14F-4D97-AF65-F5344CB8AC3E}">
        <p14:creationId xmlns:p14="http://schemas.microsoft.com/office/powerpoint/2010/main" val="7806587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Vuot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7AF5FB3-26AE-91AC-0195-ABFD300191CF}"/>
              </a:ext>
            </a:extLst>
          </p:cNvPr>
          <p:cNvGraphicFramePr>
            <a:graphicFrameLocks noChangeAspect="1"/>
          </p:cNvGraphicFramePr>
          <p:nvPr userDrawn="1">
            <p:custDataLst>
              <p:tags r:id="rId1"/>
            </p:custDataLst>
            <p:extLst>
              <p:ext uri="{D42A27DB-BD31-4B8C-83A1-F6EECF244321}">
                <p14:modId xmlns:p14="http://schemas.microsoft.com/office/powerpoint/2010/main" val="17183460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4" name="think-cell data - do not delete" hidden="1">
                        <a:extLst>
                          <a:ext uri="{FF2B5EF4-FFF2-40B4-BE49-F238E27FC236}">
                            <a16:creationId xmlns:a16="http://schemas.microsoft.com/office/drawing/2014/main" id="{E7AF5FB3-26AE-91AC-0195-ABFD300191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Segnaposto piè di pagina 1">
            <a:extLst>
              <a:ext uri="{FF2B5EF4-FFF2-40B4-BE49-F238E27FC236}">
                <a16:creationId xmlns:a16="http://schemas.microsoft.com/office/drawing/2014/main" id="{9E3E3524-2093-B245-B9F5-5E162DB36E90}"/>
              </a:ext>
            </a:extLst>
          </p:cNvPr>
          <p:cNvSpPr>
            <a:spLocks noGrp="1"/>
          </p:cNvSpPr>
          <p:nvPr>
            <p:ph type="ftr" sz="quarter" idx="14"/>
          </p:nvPr>
        </p:nvSpPr>
        <p:spPr>
          <a:xfrm>
            <a:off x="6329237" y="234000"/>
            <a:ext cx="5163648" cy="244800"/>
          </a:xfrm>
          <a:prstGeom prst="rect">
            <a:avLst/>
          </a:prstGeom>
        </p:spPr>
        <p:txBody>
          <a:bodyPr/>
          <a:lstStyle/>
          <a:p>
            <a:endParaRPr lang="it-IT"/>
          </a:p>
        </p:txBody>
      </p:sp>
      <p:sp>
        <p:nvSpPr>
          <p:cNvPr id="3" name="Segnaposto numero diapositiva 2">
            <a:extLst>
              <a:ext uri="{FF2B5EF4-FFF2-40B4-BE49-F238E27FC236}">
                <a16:creationId xmlns:a16="http://schemas.microsoft.com/office/drawing/2014/main" id="{71802027-8D3B-9B41-B090-229F0D1B118E}"/>
              </a:ext>
            </a:extLst>
          </p:cNvPr>
          <p:cNvSpPr>
            <a:spLocks noGrp="1"/>
          </p:cNvSpPr>
          <p:nvPr>
            <p:ph type="sldNum" sz="quarter" idx="15"/>
          </p:nvPr>
        </p:nvSpPr>
        <p:spPr/>
        <p:txBody>
          <a:bodyPr/>
          <a:lstStyle/>
          <a:p>
            <a:fld id="{98BF7C3C-24CC-6140-8A22-738C44F1CFEB}" type="slidenum">
              <a:rPr lang="it-IT" smtClean="0"/>
              <a:pPr/>
              <a:t>‹#›</a:t>
            </a:fld>
            <a:endParaRPr lang="it-IT"/>
          </a:p>
        </p:txBody>
      </p:sp>
      <p:sp>
        <p:nvSpPr>
          <p:cNvPr id="7" name="Segnaposto testo 8">
            <a:extLst>
              <a:ext uri="{FF2B5EF4-FFF2-40B4-BE49-F238E27FC236}">
                <a16:creationId xmlns:a16="http://schemas.microsoft.com/office/drawing/2014/main" id="{78FA0A73-35AF-F640-9882-AD69FCF68A23}"/>
              </a:ext>
            </a:extLst>
          </p:cNvPr>
          <p:cNvSpPr>
            <a:spLocks noGrp="1"/>
          </p:cNvSpPr>
          <p:nvPr>
            <p:ph type="body" sz="quarter" idx="13" hasCustomPrompt="1"/>
          </p:nvPr>
        </p:nvSpPr>
        <p:spPr>
          <a:xfrm>
            <a:off x="702000" y="234000"/>
            <a:ext cx="5400000" cy="244800"/>
          </a:xfrm>
          <a:prstGeom prst="rect">
            <a:avLst/>
          </a:prstGeom>
        </p:spPr>
        <p:txBody>
          <a:bodyPr vert="horz" lIns="0" tIns="18000" rIns="0" bIns="0" rtlCol="0" anchor="ctr">
            <a:noAutofit/>
          </a:bodyPr>
          <a:lstStyle>
            <a:lvl1pPr marL="0" indent="0">
              <a:lnSpc>
                <a:spcPct val="100000"/>
              </a:lnSpc>
              <a:spcAft>
                <a:spcPts val="0"/>
              </a:spcAft>
              <a:defRPr lang="it-IT" sz="1000" b="1" i="0" kern="1200" spc="0" baseline="0" dirty="0">
                <a:solidFill>
                  <a:schemeClr val="tx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en-GB" noProof="0"/>
              <a:t>SEZIONE / SOTTOSEZIONE</a:t>
            </a:r>
          </a:p>
        </p:txBody>
      </p:sp>
    </p:spTree>
    <p:extLst>
      <p:ext uri="{BB962C8B-B14F-4D97-AF65-F5344CB8AC3E}">
        <p14:creationId xmlns:p14="http://schemas.microsoft.com/office/powerpoint/2010/main" val="121873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Vuota Dark">
    <p:bg>
      <p:bgPr>
        <a:gradFill>
          <a:gsLst>
            <a:gs pos="58000">
              <a:schemeClr val="tx1"/>
            </a:gs>
            <a:gs pos="0">
              <a:schemeClr val="accent6">
                <a:lumMod val="75000"/>
              </a:schemeClr>
            </a:gs>
          </a:gsLst>
          <a:lin ang="6000000" scaled="0"/>
        </a:gra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5D263B4-6E31-836F-2ACF-7F63EC913227}"/>
              </a:ext>
            </a:extLst>
          </p:cNvPr>
          <p:cNvGraphicFramePr>
            <a:graphicFrameLocks noChangeAspect="1"/>
          </p:cNvGraphicFramePr>
          <p:nvPr userDrawn="1">
            <p:custDataLst>
              <p:tags r:id="rId1"/>
            </p:custDataLst>
            <p:extLst>
              <p:ext uri="{D42A27DB-BD31-4B8C-83A1-F6EECF244321}">
                <p14:modId xmlns:p14="http://schemas.microsoft.com/office/powerpoint/2010/main" val="19676945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5" name="think-cell data - do not delete" hidden="1">
                        <a:extLst>
                          <a:ext uri="{FF2B5EF4-FFF2-40B4-BE49-F238E27FC236}">
                            <a16:creationId xmlns:a16="http://schemas.microsoft.com/office/drawing/2014/main" id="{55D263B4-6E31-836F-2ACF-7F63EC9132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Segnaposto piè di pagina 12">
            <a:extLst>
              <a:ext uri="{FF2B5EF4-FFF2-40B4-BE49-F238E27FC236}">
                <a16:creationId xmlns:a16="http://schemas.microsoft.com/office/drawing/2014/main" id="{576FE852-EBDC-AC41-B7E3-9C34DB622BFD}"/>
              </a:ext>
            </a:extLst>
          </p:cNvPr>
          <p:cNvSpPr>
            <a:spLocks noGrp="1"/>
          </p:cNvSpPr>
          <p:nvPr>
            <p:ph type="ftr" sz="quarter" idx="14"/>
          </p:nvPr>
        </p:nvSpPr>
        <p:spPr>
          <a:xfrm>
            <a:off x="6329237" y="234000"/>
            <a:ext cx="5163648" cy="244800"/>
          </a:xfrm>
          <a:prstGeom prst="rect">
            <a:avLst/>
          </a:prstGeom>
        </p:spPr>
        <p:txBody>
          <a:bodyPr/>
          <a:lstStyle>
            <a:lvl1pPr>
              <a:defRPr>
                <a:solidFill>
                  <a:schemeClr val="bg1"/>
                </a:solidFill>
              </a:defRPr>
            </a:lvl1pPr>
          </a:lstStyle>
          <a:p>
            <a:endParaRPr lang="it-IT"/>
          </a:p>
        </p:txBody>
      </p:sp>
      <p:sp>
        <p:nvSpPr>
          <p:cNvPr id="14" name="Segnaposto numero diapositiva 13">
            <a:extLst>
              <a:ext uri="{FF2B5EF4-FFF2-40B4-BE49-F238E27FC236}">
                <a16:creationId xmlns:a16="http://schemas.microsoft.com/office/drawing/2014/main" id="{2C440191-6209-804B-893E-60CA3A04C25B}"/>
              </a:ext>
            </a:extLst>
          </p:cNvPr>
          <p:cNvSpPr>
            <a:spLocks noGrp="1"/>
          </p:cNvSpPr>
          <p:nvPr>
            <p:ph type="sldNum" sz="quarter" idx="15"/>
          </p:nvPr>
        </p:nvSpPr>
        <p:spPr/>
        <p:txBody>
          <a:bodyPr/>
          <a:lstStyle>
            <a:lvl1pPr>
              <a:defRPr>
                <a:solidFill>
                  <a:schemeClr val="bg1"/>
                </a:solidFill>
              </a:defRPr>
            </a:lvl1pPr>
          </a:lstStyle>
          <a:p>
            <a:fld id="{98BF7C3C-24CC-6140-8A22-738C44F1CFEB}" type="slidenum">
              <a:rPr lang="it-IT" smtClean="0"/>
              <a:pPr/>
              <a:t>‹#›</a:t>
            </a:fld>
            <a:endParaRPr lang="it-IT"/>
          </a:p>
        </p:txBody>
      </p:sp>
      <p:sp>
        <p:nvSpPr>
          <p:cNvPr id="8" name="Segnaposto testo 8">
            <a:extLst>
              <a:ext uri="{FF2B5EF4-FFF2-40B4-BE49-F238E27FC236}">
                <a16:creationId xmlns:a16="http://schemas.microsoft.com/office/drawing/2014/main" id="{7B49408E-522D-8B4E-8692-5FFAC53F1322}"/>
              </a:ext>
            </a:extLst>
          </p:cNvPr>
          <p:cNvSpPr>
            <a:spLocks noGrp="1"/>
          </p:cNvSpPr>
          <p:nvPr>
            <p:ph type="body" sz="quarter" idx="13" hasCustomPrompt="1"/>
          </p:nvPr>
        </p:nvSpPr>
        <p:spPr>
          <a:xfrm>
            <a:off x="702000" y="234000"/>
            <a:ext cx="5400000" cy="244800"/>
          </a:xfrm>
          <a:prstGeom prst="rect">
            <a:avLst/>
          </a:prstGeom>
        </p:spPr>
        <p:txBody>
          <a:bodyPr vert="horz" lIns="0" tIns="18000" rIns="0" bIns="0" rtlCol="0" anchor="ctr">
            <a:noAutofit/>
          </a:bodyPr>
          <a:lstStyle>
            <a:lvl1pPr marL="0" indent="0">
              <a:lnSpc>
                <a:spcPct val="100000"/>
              </a:lnSpc>
              <a:spcAft>
                <a:spcPts val="0"/>
              </a:spcAft>
              <a:defRPr lang="it-IT" sz="1000" b="1" i="0" kern="1200" spc="0" baseline="0">
                <a:solidFill>
                  <a:schemeClr val="bg1"/>
                </a:solidFill>
                <a:latin typeface="+mn-lt"/>
                <a:ea typeface="+mn-ea"/>
                <a:cs typeface="Segoe UI" panose="020B0502040204020203" pitchFamily="34" charset="0"/>
              </a:defRPr>
            </a:lvl1pPr>
          </a:lstStyle>
          <a:p>
            <a:pPr marL="214282" lvl="0" indent="-214282" algn="l" defTabSz="914248" rtl="0" eaLnBrk="1" latinLnBrk="0" hangingPunct="1">
              <a:lnSpc>
                <a:spcPct val="100000"/>
              </a:lnSpc>
              <a:spcBef>
                <a:spcPts val="0"/>
              </a:spcBef>
              <a:spcAft>
                <a:spcPts val="600"/>
              </a:spcAft>
              <a:buClr>
                <a:schemeClr val="accent1"/>
              </a:buClr>
              <a:buSzPct val="100000"/>
              <a:buFont typeface="Symbol" panose="05050102010706020507" pitchFamily="18" charset="2"/>
              <a:buNone/>
            </a:pPr>
            <a:r>
              <a:rPr lang="en-GB" noProof="0"/>
              <a:t>SEZIONE / SOTTOSEZIONE</a:t>
            </a:r>
          </a:p>
        </p:txBody>
      </p:sp>
      <p:sp>
        <p:nvSpPr>
          <p:cNvPr id="2" name="CasellaDiTesto 1">
            <a:extLst>
              <a:ext uri="{FF2B5EF4-FFF2-40B4-BE49-F238E27FC236}">
                <a16:creationId xmlns:a16="http://schemas.microsoft.com/office/drawing/2014/main" id="{A91B1B31-132E-694D-6D33-1A7C7821C48D}"/>
              </a:ext>
            </a:extLst>
          </p:cNvPr>
          <p:cNvSpPr txBox="1"/>
          <p:nvPr userDrawn="1"/>
        </p:nvSpPr>
        <p:spPr>
          <a:xfrm>
            <a:off x="10593600" y="6517778"/>
            <a:ext cx="899285" cy="107722"/>
          </a:xfrm>
          <a:prstGeom prst="rect">
            <a:avLst/>
          </a:prstGeom>
          <a:noFill/>
        </p:spPr>
        <p:txBody>
          <a:bodyPr wrap="none" lIns="0" tIns="0" rIns="0" bIns="0" rtlCol="0">
            <a:spAutoFit/>
          </a:bodyPr>
          <a:lstStyle/>
          <a:p>
            <a:pPr algn="r"/>
            <a:r>
              <a:rPr lang="it-IT" sz="700" b="0" i="0" spc="0">
                <a:solidFill>
                  <a:schemeClr val="bg1"/>
                </a:solidFill>
                <a:latin typeface="+mn-lt"/>
                <a:cs typeface="Segoe UI" panose="020B0502040204020203" pitchFamily="34" charset="0"/>
                <a:sym typeface="Symbol"/>
              </a:rPr>
              <a:t> Engineering Group</a:t>
            </a:r>
          </a:p>
        </p:txBody>
      </p:sp>
      <p:pic>
        <p:nvPicPr>
          <p:cNvPr id="3" name="Elemento grafico 2">
            <a:extLst>
              <a:ext uri="{FF2B5EF4-FFF2-40B4-BE49-F238E27FC236}">
                <a16:creationId xmlns:a16="http://schemas.microsoft.com/office/drawing/2014/main" id="{B68DE6CA-2ACB-DA13-8A85-3C44F08A2EF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66398" y="6366807"/>
            <a:ext cx="274488" cy="237600"/>
          </a:xfrm>
          <a:prstGeom prst="rect">
            <a:avLst/>
          </a:prstGeom>
        </p:spPr>
      </p:pic>
      <p:cxnSp>
        <p:nvCxnSpPr>
          <p:cNvPr id="4" name="Connettore 1 3">
            <a:extLst>
              <a:ext uri="{FF2B5EF4-FFF2-40B4-BE49-F238E27FC236}">
                <a16:creationId xmlns:a16="http://schemas.microsoft.com/office/drawing/2014/main" id="{C62F189C-8214-D0DA-473D-843791C4CD35}"/>
              </a:ext>
            </a:extLst>
          </p:cNvPr>
          <p:cNvCxnSpPr>
            <a:cxnSpLocks/>
          </p:cNvCxnSpPr>
          <p:nvPr userDrawn="1"/>
        </p:nvCxnSpPr>
        <p:spPr>
          <a:xfrm>
            <a:off x="11613824" y="6571639"/>
            <a:ext cx="578176"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ttangolo 5">
            <a:extLst>
              <a:ext uri="{FF2B5EF4-FFF2-40B4-BE49-F238E27FC236}">
                <a16:creationId xmlns:a16="http://schemas.microsoft.com/office/drawing/2014/main" id="{D7B8498C-290B-B1E1-0EC8-693702B64B57}"/>
              </a:ext>
            </a:extLst>
          </p:cNvPr>
          <p:cNvSpPr/>
          <p:nvPr userDrawn="1"/>
        </p:nvSpPr>
        <p:spPr>
          <a:xfrm>
            <a:off x="-1" y="234000"/>
            <a:ext cx="252000" cy="25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0" spc="0"/>
          </a:p>
        </p:txBody>
      </p:sp>
    </p:spTree>
    <p:extLst>
      <p:ext uri="{BB962C8B-B14F-4D97-AF65-F5344CB8AC3E}">
        <p14:creationId xmlns:p14="http://schemas.microsoft.com/office/powerpoint/2010/main" val="24250826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BC2CB75-D2FD-E841-BC76-064E94D511D0}"/>
              </a:ext>
            </a:extLst>
          </p:cNvPr>
          <p:cNvGraphicFramePr>
            <a:graphicFrameLocks noChangeAspect="1"/>
          </p:cNvGraphicFramePr>
          <p:nvPr userDrawn="1">
            <p:custDataLst>
              <p:tags r:id="rId1"/>
            </p:custDataLst>
            <p:extLst>
              <p:ext uri="{D42A27DB-BD31-4B8C-83A1-F6EECF244321}">
                <p14:modId xmlns:p14="http://schemas.microsoft.com/office/powerpoint/2010/main" val="1472685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8" name="think-cell data - do not delete" hidden="1">
                        <a:extLst>
                          <a:ext uri="{FF2B5EF4-FFF2-40B4-BE49-F238E27FC236}">
                            <a16:creationId xmlns:a16="http://schemas.microsoft.com/office/drawing/2014/main" id="{5BC2CB75-D2FD-E841-BC76-064E94D511D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Segnaposto piè di pagina 1">
            <a:extLst>
              <a:ext uri="{FF2B5EF4-FFF2-40B4-BE49-F238E27FC236}">
                <a16:creationId xmlns:a16="http://schemas.microsoft.com/office/drawing/2014/main" id="{9E3E3524-2093-B245-B9F5-5E162DB36E90}"/>
              </a:ext>
            </a:extLst>
          </p:cNvPr>
          <p:cNvSpPr>
            <a:spLocks noGrp="1"/>
          </p:cNvSpPr>
          <p:nvPr>
            <p:ph type="ftr" sz="quarter" idx="14"/>
          </p:nvPr>
        </p:nvSpPr>
        <p:spPr>
          <a:xfrm>
            <a:off x="6329237" y="234000"/>
            <a:ext cx="5163648" cy="244800"/>
          </a:xfrm>
          <a:prstGeom prst="rect">
            <a:avLst/>
          </a:prstGeom>
        </p:spPr>
        <p:txBody>
          <a:bodyPr/>
          <a:lstStyle/>
          <a:p>
            <a:endParaRPr lang="it-IT"/>
          </a:p>
        </p:txBody>
      </p:sp>
      <p:sp>
        <p:nvSpPr>
          <p:cNvPr id="3" name="Segnaposto numero diapositiva 2">
            <a:extLst>
              <a:ext uri="{FF2B5EF4-FFF2-40B4-BE49-F238E27FC236}">
                <a16:creationId xmlns:a16="http://schemas.microsoft.com/office/drawing/2014/main" id="{71802027-8D3B-9B41-B090-229F0D1B118E}"/>
              </a:ext>
            </a:extLst>
          </p:cNvPr>
          <p:cNvSpPr>
            <a:spLocks noGrp="1"/>
          </p:cNvSpPr>
          <p:nvPr>
            <p:ph type="sldNum" sz="quarter" idx="15"/>
          </p:nvPr>
        </p:nvSpPr>
        <p:spPr/>
        <p:txBody>
          <a:bodyPr/>
          <a:lstStyle/>
          <a:p>
            <a:fld id="{98BF7C3C-24CC-6140-8A22-738C44F1CFEB}" type="slidenum">
              <a:rPr lang="it-IT" smtClean="0"/>
              <a:pPr/>
              <a:t>‹#›</a:t>
            </a:fld>
            <a:endParaRPr lang="it-IT"/>
          </a:p>
        </p:txBody>
      </p:sp>
      <p:sp>
        <p:nvSpPr>
          <p:cNvPr id="7" name="Segnaposto testo 8">
            <a:extLst>
              <a:ext uri="{FF2B5EF4-FFF2-40B4-BE49-F238E27FC236}">
                <a16:creationId xmlns:a16="http://schemas.microsoft.com/office/drawing/2014/main" id="{78FA0A73-35AF-F640-9882-AD69FCF68A23}"/>
              </a:ext>
            </a:extLst>
          </p:cNvPr>
          <p:cNvSpPr>
            <a:spLocks noGrp="1"/>
          </p:cNvSpPr>
          <p:nvPr>
            <p:ph type="body" sz="quarter" idx="13" hasCustomPrompt="1"/>
          </p:nvPr>
        </p:nvSpPr>
        <p:spPr>
          <a:xfrm>
            <a:off x="702000" y="234000"/>
            <a:ext cx="5400000" cy="244800"/>
          </a:xfrm>
          <a:prstGeom prst="rect">
            <a:avLst/>
          </a:prstGeom>
        </p:spPr>
        <p:txBody>
          <a:bodyPr vert="horz" lIns="0" tIns="0" rIns="0" bIns="0" rtlCol="0" anchor="ctr">
            <a:noAutofit/>
          </a:bodyPr>
          <a:lstStyle>
            <a:lvl1pPr marL="0" indent="0">
              <a:buFont typeface="Arial" panose="020B0604020202020204" pitchFamily="34" charset="0"/>
              <a:buNone/>
              <a:defRPr lang="it-IT" sz="1050" b="0" i="0" dirty="0">
                <a:solidFill>
                  <a:schemeClr val="tx1">
                    <a:alpha val="75000"/>
                  </a:schemeClr>
                </a:solidFill>
              </a:defRPr>
            </a:lvl1pPr>
          </a:lstStyle>
          <a:p>
            <a:pPr marL="214282" lvl="0" indent="-214282"/>
            <a:r>
              <a:rPr lang="it-IT" err="1"/>
              <a:t>Path</a:t>
            </a:r>
            <a:endParaRPr lang="it-IT"/>
          </a:p>
        </p:txBody>
      </p:sp>
      <p:sp>
        <p:nvSpPr>
          <p:cNvPr id="4" name="Rettangolo 3">
            <a:extLst>
              <a:ext uri="{FF2B5EF4-FFF2-40B4-BE49-F238E27FC236}">
                <a16:creationId xmlns:a16="http://schemas.microsoft.com/office/drawing/2014/main" id="{74B711AA-53BB-71FD-26F3-302B0D05A318}"/>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ttangolo 4">
            <a:extLst>
              <a:ext uri="{FF2B5EF4-FFF2-40B4-BE49-F238E27FC236}">
                <a16:creationId xmlns:a16="http://schemas.microsoft.com/office/drawing/2014/main" id="{8340D26A-F189-DC63-484E-7D7BC617D14E}"/>
              </a:ext>
            </a:extLst>
          </p:cNvPr>
          <p:cNvSpPr/>
          <p:nvPr userDrawn="1"/>
        </p:nvSpPr>
        <p:spPr>
          <a:xfrm>
            <a:off x="6551112" y="0"/>
            <a:ext cx="5640888"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Ins="90000" rtlCol="0" anchor="ctr"/>
          <a:lstStyle/>
          <a:p>
            <a:pPr algn="l"/>
            <a:r>
              <a:rPr lang="en-GB" sz="2000" b="1" noProof="0"/>
              <a:t>FINE DEL TEMPLATE CORPORATE</a:t>
            </a:r>
            <a:br>
              <a:rPr lang="en-GB" sz="2000" noProof="0"/>
            </a:br>
            <a:endParaRPr lang="en-GB" sz="2000" noProof="0"/>
          </a:p>
          <a:p>
            <a:pPr algn="l"/>
            <a:r>
              <a:rPr lang="en-GB" sz="2000" noProof="0"/>
              <a:t>Tutte le slide successive a </a:t>
            </a:r>
            <a:r>
              <a:rPr lang="en-GB" sz="2000" noProof="0" err="1"/>
              <a:t>questa</a:t>
            </a:r>
            <a:r>
              <a:rPr lang="en-GB" sz="2000" noProof="0"/>
              <a:t> non </a:t>
            </a:r>
            <a:br>
              <a:rPr lang="en-GB" sz="2000" noProof="0"/>
            </a:br>
            <a:r>
              <a:rPr lang="en-GB" sz="2000" noProof="0" err="1"/>
              <a:t>fanno</a:t>
            </a:r>
            <a:r>
              <a:rPr lang="en-GB" sz="2000" noProof="0"/>
              <a:t> </a:t>
            </a:r>
            <a:r>
              <a:rPr lang="en-GB" sz="2000" noProof="0" err="1"/>
              <a:t>parte</a:t>
            </a:r>
            <a:r>
              <a:rPr lang="en-GB" sz="2000" noProof="0"/>
              <a:t> del template </a:t>
            </a:r>
            <a:r>
              <a:rPr lang="en-GB" sz="2000" noProof="0" err="1"/>
              <a:t>aziendale</a:t>
            </a:r>
            <a:r>
              <a:rPr lang="en-GB" sz="2000" noProof="0"/>
              <a:t>!</a:t>
            </a:r>
            <a:br>
              <a:rPr lang="en-GB" sz="2000" noProof="0"/>
            </a:br>
            <a:r>
              <a:rPr lang="en-GB" sz="2000" b="1" noProof="0" err="1"/>
              <a:t>Eliminale</a:t>
            </a:r>
            <a:r>
              <a:rPr lang="en-GB" sz="2000" b="1" noProof="0"/>
              <a:t>.</a:t>
            </a:r>
          </a:p>
        </p:txBody>
      </p:sp>
      <p:sp>
        <p:nvSpPr>
          <p:cNvPr id="6" name="Ovale 5">
            <a:extLst>
              <a:ext uri="{FF2B5EF4-FFF2-40B4-BE49-F238E27FC236}">
                <a16:creationId xmlns:a16="http://schemas.microsoft.com/office/drawing/2014/main" id="{C55E727A-651F-BB10-378E-E4A0CDEBB9E8}"/>
              </a:ext>
            </a:extLst>
          </p:cNvPr>
          <p:cNvSpPr/>
          <p:nvPr userDrawn="1"/>
        </p:nvSpPr>
        <p:spPr>
          <a:xfrm>
            <a:off x="889348" y="898743"/>
            <a:ext cx="5060515" cy="506051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0" b="1" i="0">
                <a:solidFill>
                  <a:schemeClr val="accent1"/>
                </a:solidFill>
                <a:latin typeface="CocoEng" pitchFamily="2" charset="0"/>
              </a:rPr>
              <a:t>!</a:t>
            </a:r>
          </a:p>
        </p:txBody>
      </p:sp>
    </p:spTree>
    <p:extLst>
      <p:ext uri="{BB962C8B-B14F-4D97-AF65-F5344CB8AC3E}">
        <p14:creationId xmlns:p14="http://schemas.microsoft.com/office/powerpoint/2010/main" val="84414754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3.svg"/><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ags" Target="../tags/tag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2A7E7680-6A9F-FE09-084D-9836F27CD7AC}"/>
              </a:ext>
            </a:extLst>
          </p:cNvPr>
          <p:cNvGraphicFramePr>
            <a:graphicFrameLocks noChangeAspect="1"/>
          </p:cNvGraphicFramePr>
          <p:nvPr userDrawn="1">
            <p:custDataLst>
              <p:tags r:id="rId35"/>
            </p:custDataLst>
            <p:extLst>
              <p:ext uri="{D42A27DB-BD31-4B8C-83A1-F6EECF244321}">
                <p14:modId xmlns:p14="http://schemas.microsoft.com/office/powerpoint/2010/main" val="37057394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500" imgH="501" progId="TCLayout.ActiveDocument.1">
                  <p:embed/>
                </p:oleObj>
              </mc:Choice>
              <mc:Fallback>
                <p:oleObj name="think-cell Slide" r:id="rId36" imgW="500" imgH="501" progId="TCLayout.ActiveDocument.1">
                  <p:embed/>
                  <p:pic>
                    <p:nvPicPr>
                      <p:cNvPr id="9" name="think-cell data - do not delete" hidden="1">
                        <a:extLst>
                          <a:ext uri="{FF2B5EF4-FFF2-40B4-BE49-F238E27FC236}">
                            <a16:creationId xmlns:a16="http://schemas.microsoft.com/office/drawing/2014/main" id="{2A7E7680-6A9F-FE09-084D-9836F27CD7AC}"/>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2" name="Segnaposto titolo 1">
            <a:extLst>
              <a:ext uri="{FF2B5EF4-FFF2-40B4-BE49-F238E27FC236}">
                <a16:creationId xmlns:a16="http://schemas.microsoft.com/office/drawing/2014/main" id="{3D38113D-0579-C14B-A0EB-5C20596E8187}"/>
              </a:ext>
            </a:extLst>
          </p:cNvPr>
          <p:cNvSpPr>
            <a:spLocks noGrp="1"/>
          </p:cNvSpPr>
          <p:nvPr>
            <p:ph type="title"/>
          </p:nvPr>
        </p:nvSpPr>
        <p:spPr>
          <a:xfrm>
            <a:off x="701313" y="514800"/>
            <a:ext cx="10800000" cy="251999"/>
          </a:xfrm>
          <a:prstGeom prst="rect">
            <a:avLst/>
          </a:prstGeom>
        </p:spPr>
        <p:txBody>
          <a:bodyPr vert="horz" lIns="0" tIns="0" rIns="0" bIns="0" rtlCol="0" anchor="t">
            <a:noAutofit/>
          </a:bodyPr>
          <a:lstStyle/>
          <a:p>
            <a:r>
              <a:rPr lang="en-US" noProof="0" err="1"/>
              <a:t>Titolo</a:t>
            </a:r>
            <a:r>
              <a:rPr lang="en-US" noProof="0"/>
              <a:t> </a:t>
            </a:r>
            <a:r>
              <a:rPr lang="en-US" noProof="0" err="1"/>
              <a:t>della</a:t>
            </a:r>
            <a:r>
              <a:rPr lang="en-US" noProof="0"/>
              <a:t> slide</a:t>
            </a:r>
          </a:p>
        </p:txBody>
      </p:sp>
      <p:sp>
        <p:nvSpPr>
          <p:cNvPr id="4" name="Segnaposto numero diapositiva 3">
            <a:extLst>
              <a:ext uri="{FF2B5EF4-FFF2-40B4-BE49-F238E27FC236}">
                <a16:creationId xmlns:a16="http://schemas.microsoft.com/office/drawing/2014/main" id="{B4EFFA96-9643-FD4F-9157-4D2F643233CB}"/>
              </a:ext>
            </a:extLst>
          </p:cNvPr>
          <p:cNvSpPr>
            <a:spLocks noGrp="1"/>
          </p:cNvSpPr>
          <p:nvPr>
            <p:ph type="sldNum" sz="quarter" idx="4"/>
          </p:nvPr>
        </p:nvSpPr>
        <p:spPr>
          <a:xfrm>
            <a:off x="11613825" y="234000"/>
            <a:ext cx="578176" cy="244800"/>
          </a:xfrm>
          <a:prstGeom prst="rect">
            <a:avLst/>
          </a:prstGeom>
        </p:spPr>
        <p:txBody>
          <a:bodyPr vert="horz" lIns="0" tIns="0" rIns="0" bIns="0" rtlCol="0" anchor="ctr" anchorCtr="0"/>
          <a:lstStyle>
            <a:lvl1pPr algn="l">
              <a:defRPr sz="1000" b="1" i="0" spc="0">
                <a:solidFill>
                  <a:schemeClr val="tx1"/>
                </a:solidFill>
                <a:latin typeface="+mn-lt"/>
              </a:defRPr>
            </a:lvl1pPr>
          </a:lstStyle>
          <a:p>
            <a:fld id="{98BF7C3C-24CC-6140-8A22-738C44F1CFEB}" type="slidenum">
              <a:rPr lang="it-IT" smtClean="0"/>
              <a:pPr/>
              <a:t>‹#›</a:t>
            </a:fld>
            <a:endParaRPr lang="it-IT"/>
          </a:p>
        </p:txBody>
      </p:sp>
      <p:sp>
        <p:nvSpPr>
          <p:cNvPr id="5" name="Segnaposto testo 4">
            <a:extLst>
              <a:ext uri="{FF2B5EF4-FFF2-40B4-BE49-F238E27FC236}">
                <a16:creationId xmlns:a16="http://schemas.microsoft.com/office/drawing/2014/main" id="{661E9F3D-C10F-7649-9E16-D18BE13A48B4}"/>
              </a:ext>
            </a:extLst>
          </p:cNvPr>
          <p:cNvSpPr>
            <a:spLocks noGrp="1"/>
          </p:cNvSpPr>
          <p:nvPr>
            <p:ph type="body" idx="1"/>
          </p:nvPr>
        </p:nvSpPr>
        <p:spPr>
          <a:xfrm>
            <a:off x="701313" y="1322785"/>
            <a:ext cx="10791572" cy="4576974"/>
          </a:xfrm>
          <a:prstGeom prst="rect">
            <a:avLst/>
          </a:prstGeom>
        </p:spPr>
        <p:txBody>
          <a:bodyPr vert="horz" lIns="0" tIns="45720" rIns="91440" bIns="45720" rtlCol="0">
            <a:noAutofit/>
          </a:bodyPr>
          <a:lstStyle/>
          <a:p>
            <a:pPr lvl="0"/>
            <a:r>
              <a:rPr lang="en-US" noProof="0"/>
              <a:t>Fare click per </a:t>
            </a:r>
            <a:r>
              <a:rPr lang="en-US" noProof="0" err="1"/>
              <a:t>modificare</a:t>
            </a:r>
            <a:r>
              <a:rPr lang="en-US" noProof="0"/>
              <a:t> il </a:t>
            </a:r>
            <a:r>
              <a:rPr lang="en-US" noProof="0" err="1"/>
              <a:t>contenuto</a:t>
            </a:r>
            <a:r>
              <a:rPr lang="en-US" noProof="0"/>
              <a:t> di </a:t>
            </a:r>
            <a:r>
              <a:rPr lang="en-US" noProof="0" err="1"/>
              <a:t>questa</a:t>
            </a:r>
            <a:r>
              <a:rPr lang="en-US" noProof="0"/>
              <a:t> </a:t>
            </a:r>
            <a:r>
              <a:rPr lang="en-US" noProof="0" err="1"/>
              <a:t>diapositiva</a:t>
            </a:r>
            <a:endParaRPr lang="en-US" noProof="0"/>
          </a:p>
          <a:p>
            <a:pPr lvl="2"/>
            <a:r>
              <a:rPr lang="en-US" noProof="0" err="1"/>
              <a:t>Livello</a:t>
            </a:r>
            <a:r>
              <a:rPr lang="en-US" noProof="0"/>
              <a:t> uno</a:t>
            </a:r>
          </a:p>
          <a:p>
            <a:pPr lvl="3"/>
            <a:r>
              <a:rPr lang="en-US" noProof="0" err="1"/>
              <a:t>Livello</a:t>
            </a:r>
            <a:r>
              <a:rPr lang="en-US" noProof="0"/>
              <a:t> due</a:t>
            </a:r>
          </a:p>
          <a:p>
            <a:pPr lvl="4"/>
            <a:r>
              <a:rPr lang="en-US" noProof="0" err="1"/>
              <a:t>Livello</a:t>
            </a:r>
            <a:r>
              <a:rPr lang="en-US" noProof="0"/>
              <a:t> </a:t>
            </a:r>
            <a:r>
              <a:rPr lang="en-US" noProof="0" err="1"/>
              <a:t>tre</a:t>
            </a:r>
            <a:endParaRPr lang="en-US" noProof="0"/>
          </a:p>
          <a:p>
            <a:pPr lvl="5"/>
            <a:r>
              <a:rPr lang="en-US" noProof="0" err="1"/>
              <a:t>Livello</a:t>
            </a:r>
            <a:r>
              <a:rPr lang="en-US" noProof="0"/>
              <a:t> quattro</a:t>
            </a:r>
          </a:p>
        </p:txBody>
      </p:sp>
      <p:sp>
        <p:nvSpPr>
          <p:cNvPr id="10" name="Rettangolo 9">
            <a:extLst>
              <a:ext uri="{FF2B5EF4-FFF2-40B4-BE49-F238E27FC236}">
                <a16:creationId xmlns:a16="http://schemas.microsoft.com/office/drawing/2014/main" id="{2E8470CF-06FB-6E4B-87AA-CFFB5642A62E}"/>
              </a:ext>
            </a:extLst>
          </p:cNvPr>
          <p:cNvSpPr/>
          <p:nvPr/>
        </p:nvSpPr>
        <p:spPr>
          <a:xfrm>
            <a:off x="-1" y="234000"/>
            <a:ext cx="252000" cy="25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350" spc="0"/>
          </a:p>
        </p:txBody>
      </p:sp>
      <p:sp>
        <p:nvSpPr>
          <p:cNvPr id="12" name="CasellaDiTesto 11"/>
          <p:cNvSpPr txBox="1"/>
          <p:nvPr/>
        </p:nvSpPr>
        <p:spPr>
          <a:xfrm>
            <a:off x="10593600" y="6517778"/>
            <a:ext cx="899285" cy="107722"/>
          </a:xfrm>
          <a:prstGeom prst="rect">
            <a:avLst/>
          </a:prstGeom>
          <a:noFill/>
        </p:spPr>
        <p:txBody>
          <a:bodyPr wrap="none" lIns="0" tIns="0" rIns="0" bIns="0" rtlCol="0">
            <a:spAutoFit/>
          </a:bodyPr>
          <a:lstStyle/>
          <a:p>
            <a:pPr algn="r"/>
            <a:r>
              <a:rPr lang="it-IT" sz="700" b="0" i="0" spc="0">
                <a:solidFill>
                  <a:schemeClr val="bg1">
                    <a:lumMod val="50000"/>
                  </a:schemeClr>
                </a:solidFill>
                <a:latin typeface="+mn-lt"/>
                <a:cs typeface="Segoe UI" panose="020B0502040204020203" pitchFamily="34" charset="0"/>
                <a:sym typeface="Symbol"/>
              </a:rPr>
              <a:t> Engineering Group</a:t>
            </a:r>
          </a:p>
        </p:txBody>
      </p:sp>
      <p:pic>
        <p:nvPicPr>
          <p:cNvPr id="3" name="Elemento grafico 2">
            <a:extLst>
              <a:ext uri="{FF2B5EF4-FFF2-40B4-BE49-F238E27FC236}">
                <a16:creationId xmlns:a16="http://schemas.microsoft.com/office/drawing/2014/main" id="{92C29846-EE28-B108-CD63-ABB32BE1DA67}"/>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266398" y="6366807"/>
            <a:ext cx="274488" cy="237600"/>
          </a:xfrm>
          <a:prstGeom prst="rect">
            <a:avLst/>
          </a:prstGeom>
        </p:spPr>
      </p:pic>
      <p:cxnSp>
        <p:nvCxnSpPr>
          <p:cNvPr id="6" name="Connettore 1 5">
            <a:extLst>
              <a:ext uri="{FF2B5EF4-FFF2-40B4-BE49-F238E27FC236}">
                <a16:creationId xmlns:a16="http://schemas.microsoft.com/office/drawing/2014/main" id="{C8306729-6F6C-AC68-DC03-CE9225007286}"/>
              </a:ext>
            </a:extLst>
          </p:cNvPr>
          <p:cNvCxnSpPr>
            <a:cxnSpLocks/>
          </p:cNvCxnSpPr>
          <p:nvPr userDrawn="1"/>
        </p:nvCxnSpPr>
        <p:spPr>
          <a:xfrm>
            <a:off x="11613824" y="6571639"/>
            <a:ext cx="578176"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Segnaposto piè di pagina 6">
            <a:extLst>
              <a:ext uri="{FF2B5EF4-FFF2-40B4-BE49-F238E27FC236}">
                <a16:creationId xmlns:a16="http://schemas.microsoft.com/office/drawing/2014/main" id="{6457832D-C2D9-EAE8-774E-6A7576D78B2E}"/>
              </a:ext>
            </a:extLst>
          </p:cNvPr>
          <p:cNvSpPr>
            <a:spLocks noGrp="1"/>
          </p:cNvSpPr>
          <p:nvPr>
            <p:ph type="ftr" sz="quarter" idx="3"/>
          </p:nvPr>
        </p:nvSpPr>
        <p:spPr>
          <a:xfrm>
            <a:off x="6096000" y="234001"/>
            <a:ext cx="5405313" cy="244800"/>
          </a:xfrm>
          <a:prstGeom prst="rect">
            <a:avLst/>
          </a:prstGeom>
        </p:spPr>
        <p:txBody>
          <a:bodyPr vert="horz" lIns="91440" tIns="45720" rIns="91440" bIns="45720" rtlCol="0" anchor="ctr"/>
          <a:lstStyle>
            <a:lvl1pPr algn="r">
              <a:defRPr sz="1000">
                <a:solidFill>
                  <a:schemeClr val="bg1">
                    <a:lumMod val="50000"/>
                  </a:schemeClr>
                </a:solidFill>
              </a:defRPr>
            </a:lvl1pPr>
          </a:lstStyle>
          <a:p>
            <a:endParaRPr lang="en-GB"/>
          </a:p>
        </p:txBody>
      </p:sp>
    </p:spTree>
    <p:extLst>
      <p:ext uri="{BB962C8B-B14F-4D97-AF65-F5344CB8AC3E}">
        <p14:creationId xmlns:p14="http://schemas.microsoft.com/office/powerpoint/2010/main" val="2561877458"/>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43" r:id="rId5"/>
    <p:sldLayoutId id="2147483839" r:id="rId6"/>
    <p:sldLayoutId id="2147483800" r:id="rId7"/>
    <p:sldLayoutId id="2147483841" r:id="rId8"/>
    <p:sldLayoutId id="2147483842" r:id="rId9"/>
    <p:sldLayoutId id="2147483836" r:id="rId10"/>
    <p:sldLayoutId id="2147483802" r:id="rId11"/>
    <p:sldLayoutId id="2147483803" r:id="rId12"/>
    <p:sldLayoutId id="2147483804" r:id="rId13"/>
    <p:sldLayoutId id="2147483805" r:id="rId14"/>
    <p:sldLayoutId id="2147483806" r:id="rId15"/>
    <p:sldLayoutId id="2147483807" r:id="rId16"/>
    <p:sldLayoutId id="2147483808" r:id="rId17"/>
    <p:sldLayoutId id="2147483809" r:id="rId18"/>
    <p:sldLayoutId id="2147483810" r:id="rId19"/>
    <p:sldLayoutId id="2147483811" r:id="rId20"/>
    <p:sldLayoutId id="2147483812" r:id="rId21"/>
    <p:sldLayoutId id="2147483813" r:id="rId22"/>
    <p:sldLayoutId id="2147483814" r:id="rId23"/>
    <p:sldLayoutId id="2147483815" r:id="rId24"/>
    <p:sldLayoutId id="2147483816" r:id="rId25"/>
    <p:sldLayoutId id="2147483840" r:id="rId26"/>
    <p:sldLayoutId id="2147483818" r:id="rId27"/>
    <p:sldLayoutId id="2147483819" r:id="rId28"/>
    <p:sldLayoutId id="2147483820" r:id="rId29"/>
    <p:sldLayoutId id="2147483848" r:id="rId30"/>
    <p:sldLayoutId id="2147483821" r:id="rId31"/>
    <p:sldLayoutId id="2147483845" r:id="rId32"/>
    <p:sldLayoutId id="2147483822" r:id="rId33"/>
  </p:sldLayoutIdLst>
  <p:hf hdr="0" dt="0"/>
  <p:txStyles>
    <p:titleStyle>
      <a:lvl1pPr algn="l" defTabSz="914248" rtl="0" eaLnBrk="1" latinLnBrk="0" hangingPunct="1">
        <a:lnSpc>
          <a:spcPct val="100000"/>
        </a:lnSpc>
        <a:spcBef>
          <a:spcPct val="0"/>
        </a:spcBef>
        <a:buNone/>
        <a:defRPr sz="1800" b="1" i="0" kern="1200" spc="0" baseline="0">
          <a:solidFill>
            <a:schemeClr val="tx1"/>
          </a:solidFill>
          <a:latin typeface="+mn-lt"/>
          <a:ea typeface="+mj-ea"/>
          <a:cs typeface="Segoe UI" panose="020B0502040204020203" pitchFamily="34" charset="0"/>
        </a:defRPr>
      </a:lvl1pPr>
    </p:titleStyle>
    <p:bodyStyle>
      <a:lvl1pPr marL="0" indent="0" algn="l" defTabSz="914248" rtl="0" eaLnBrk="1" latinLnBrk="0" hangingPunct="1">
        <a:lnSpc>
          <a:spcPct val="110000"/>
        </a:lnSpc>
        <a:spcBef>
          <a:spcPts val="0"/>
        </a:spcBef>
        <a:spcAft>
          <a:spcPts val="600"/>
        </a:spcAft>
        <a:buClr>
          <a:schemeClr val="accent1"/>
        </a:buClr>
        <a:buSzPct val="100000"/>
        <a:buFont typeface="Symbol" panose="05050102010706020507" pitchFamily="18" charset="2"/>
        <a:buNone/>
        <a:defRPr sz="1200" b="0" i="0" kern="1200" spc="0" baseline="0">
          <a:solidFill>
            <a:schemeClr val="tx1"/>
          </a:solidFill>
          <a:latin typeface="+mn-lt"/>
          <a:ea typeface="+mn-ea"/>
          <a:cs typeface="Segoe UI" panose="020B0502040204020203" pitchFamily="34" charset="0"/>
        </a:defRPr>
      </a:lvl1pPr>
      <a:lvl2pPr marL="685685" indent="-228562" algn="l" defTabSz="914248" rtl="0" eaLnBrk="1" latinLnBrk="0" hangingPunct="1">
        <a:lnSpc>
          <a:spcPct val="110000"/>
        </a:lnSpc>
        <a:spcBef>
          <a:spcPts val="0"/>
        </a:spcBef>
        <a:spcAft>
          <a:spcPts val="600"/>
        </a:spcAft>
        <a:buClr>
          <a:schemeClr val="accent1"/>
        </a:buClr>
        <a:buSzPct val="100000"/>
        <a:buFont typeface="Symbol" panose="05050102010706020507" pitchFamily="18" charset="2"/>
        <a:buChar char="·"/>
        <a:defRPr sz="1200" b="0" i="0" kern="1200" spc="0" baseline="0">
          <a:solidFill>
            <a:schemeClr val="tx1"/>
          </a:solidFill>
          <a:latin typeface="+mn-lt"/>
          <a:ea typeface="+mn-ea"/>
          <a:cs typeface="Segoe UI" panose="020B0502040204020203" pitchFamily="34" charset="0"/>
        </a:defRPr>
      </a:lvl2pPr>
      <a:lvl3pPr marL="180000" indent="-180000" algn="l" defTabSz="914248" rtl="0" eaLnBrk="1" latinLnBrk="0" hangingPunct="1">
        <a:lnSpc>
          <a:spcPct val="110000"/>
        </a:lnSpc>
        <a:spcBef>
          <a:spcPts val="0"/>
        </a:spcBef>
        <a:spcAft>
          <a:spcPts val="600"/>
        </a:spcAft>
        <a:buClr>
          <a:schemeClr val="accent1"/>
        </a:buClr>
        <a:buSzPct val="100000"/>
        <a:buFont typeface="Arial" panose="020B0604020202020204" pitchFamily="34" charset="0"/>
        <a:buChar char="•"/>
        <a:defRPr sz="1200" b="0" i="0" kern="1200" spc="0" baseline="0">
          <a:solidFill>
            <a:schemeClr val="tx1"/>
          </a:solidFill>
          <a:latin typeface="+mn-lt"/>
          <a:ea typeface="+mn-ea"/>
          <a:cs typeface="Segoe UI" panose="020B0502040204020203" pitchFamily="34" charset="0"/>
        </a:defRPr>
      </a:lvl3pPr>
      <a:lvl4pPr marL="360000" indent="-180000" algn="l" defTabSz="914248" rtl="0" eaLnBrk="1" latinLnBrk="0" hangingPunct="1">
        <a:lnSpc>
          <a:spcPct val="110000"/>
        </a:lnSpc>
        <a:spcBef>
          <a:spcPts val="0"/>
        </a:spcBef>
        <a:spcAft>
          <a:spcPts val="600"/>
        </a:spcAft>
        <a:buClr>
          <a:schemeClr val="accent1"/>
        </a:buClr>
        <a:buSzPct val="90000"/>
        <a:buFont typeface="Wingdings" pitchFamily="2" charset="2"/>
        <a:buChar char="§"/>
        <a:defRPr sz="1200" b="0" i="0" kern="1200" spc="0">
          <a:solidFill>
            <a:schemeClr val="tx1"/>
          </a:solidFill>
          <a:latin typeface="+mn-lt"/>
          <a:ea typeface="+mn-ea"/>
          <a:cs typeface="Segoe UI" panose="020B0502040204020203" pitchFamily="34" charset="0"/>
        </a:defRPr>
      </a:lvl4pPr>
      <a:lvl5pPr marL="540000" indent="-180000" algn="l" defTabSz="914248" rtl="0" eaLnBrk="1" latinLnBrk="0" hangingPunct="1">
        <a:lnSpc>
          <a:spcPct val="110000"/>
        </a:lnSpc>
        <a:spcBef>
          <a:spcPts val="0"/>
        </a:spcBef>
        <a:spcAft>
          <a:spcPts val="600"/>
        </a:spcAft>
        <a:buClr>
          <a:schemeClr val="accent1"/>
        </a:buClr>
        <a:buSzPct val="80000"/>
        <a:buFont typeface="Courier New" panose="02070309020205020404" pitchFamily="49" charset="0"/>
        <a:buChar char="o"/>
        <a:defRPr sz="1200" b="0" i="0" kern="1200" spc="0">
          <a:solidFill>
            <a:schemeClr val="tx1"/>
          </a:solidFill>
          <a:latin typeface="+mn-lt"/>
          <a:ea typeface="+mn-ea"/>
          <a:cs typeface="Segoe UI" panose="020B0502040204020203" pitchFamily="34" charset="0"/>
        </a:defRPr>
      </a:lvl5pPr>
      <a:lvl6pPr marL="720000" indent="-180000" algn="l" defTabSz="914248" rtl="0" eaLnBrk="1" latinLnBrk="0" hangingPunct="1">
        <a:lnSpc>
          <a:spcPct val="110000"/>
        </a:lnSpc>
        <a:spcBef>
          <a:spcPts val="0"/>
        </a:spcBef>
        <a:spcAft>
          <a:spcPts val="600"/>
        </a:spcAft>
        <a:buClr>
          <a:schemeClr val="tx1"/>
        </a:buClr>
        <a:buSzPct val="80000"/>
        <a:buFont typeface="Courier New" panose="02070309020205020404" pitchFamily="49" charset="0"/>
        <a:buChar char="o"/>
        <a:defRPr lang="it-IT" sz="1200" b="0" i="0" kern="1200" spc="0" dirty="0">
          <a:solidFill>
            <a:schemeClr val="tx1"/>
          </a:solidFill>
          <a:latin typeface="+mn-lt"/>
          <a:ea typeface="+mn-ea"/>
          <a:cs typeface="Segoe UI" panose="020B0502040204020203" pitchFamily="34" charset="0"/>
        </a:defRPr>
      </a:lvl6pPr>
      <a:lvl7pPr marL="2971306" indent="-228562" algn="l" defTabSz="91424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428" indent="-228562" algn="l" defTabSz="91424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51" indent="-228562" algn="l" defTabSz="91424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1" algn="l" defTabSz="91424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439">
          <p15:clr>
            <a:srgbClr val="F26B43"/>
          </p15:clr>
        </p15:guide>
        <p15:guide id="4" pos="7241">
          <p15:clr>
            <a:srgbClr val="F26B43"/>
          </p15:clr>
        </p15:guide>
        <p15:guide id="5" orient="horz" pos="833">
          <p15:clr>
            <a:srgbClr val="F26B43"/>
          </p15:clr>
        </p15:guide>
        <p15:guide id="6" orient="horz" pos="4009" userDrawn="1">
          <p15:clr>
            <a:srgbClr val="F26B43"/>
          </p15:clr>
        </p15:guide>
        <p15:guide id="7" pos="158" userDrawn="1">
          <p15:clr>
            <a:srgbClr val="F26B43"/>
          </p15:clr>
        </p15:guide>
        <p15:guide id="8" pos="7514">
          <p15:clr>
            <a:srgbClr val="F26B43"/>
          </p15:clr>
        </p15:guide>
        <p15:guide id="15" orient="horz" pos="4156">
          <p15:clr>
            <a:srgbClr val="F26B43"/>
          </p15:clr>
        </p15:guide>
        <p15:guide id="16" orient="horz" pos="3725">
          <p15:clr>
            <a:srgbClr val="F26B43"/>
          </p15:clr>
        </p15:guide>
        <p15:guide id="17" orient="horz" pos="308" userDrawn="1">
          <p15:clr>
            <a:srgbClr val="F26B43"/>
          </p15:clr>
        </p15:guide>
        <p15:guide id="22" pos="3959">
          <p15:clr>
            <a:srgbClr val="F26B43"/>
          </p15:clr>
        </p15:guide>
        <p15:guide id="23" pos="3721">
          <p15:clr>
            <a:srgbClr val="F26B43"/>
          </p15:clr>
        </p15:guide>
        <p15:guide id="24" orient="horz" pos="145" userDrawn="1">
          <p15:clr>
            <a:srgbClr val="F26B43"/>
          </p15:clr>
        </p15:guide>
        <p15:guide id="25" pos="4299">
          <p15:clr>
            <a:srgbClr val="F26B43"/>
          </p15:clr>
        </p15:guide>
        <p15:guide id="26" pos="4537">
          <p15:clr>
            <a:srgbClr val="F26B43"/>
          </p15:clr>
        </p15:guide>
        <p15:guide id="27" pos="4895">
          <p15:clr>
            <a:srgbClr val="F26B43"/>
          </p15:clr>
        </p15:guide>
        <p15:guide id="28" pos="5115">
          <p15:clr>
            <a:srgbClr val="F26B43"/>
          </p15:clr>
        </p15:guide>
        <p15:guide id="29" pos="5473">
          <p15:clr>
            <a:srgbClr val="F26B43"/>
          </p15:clr>
        </p15:guide>
        <p15:guide id="30" pos="5711">
          <p15:clr>
            <a:srgbClr val="F26B43"/>
          </p15:clr>
        </p15:guide>
        <p15:guide id="31" pos="6051">
          <p15:clr>
            <a:srgbClr val="F26B43"/>
          </p15:clr>
        </p15:guide>
        <p15:guide id="32" pos="6289">
          <p15:clr>
            <a:srgbClr val="F26B43"/>
          </p15:clr>
        </p15:guide>
        <p15:guide id="33" pos="6647">
          <p15:clr>
            <a:srgbClr val="F26B43"/>
          </p15:clr>
        </p15:guide>
        <p15:guide id="34" pos="6867">
          <p15:clr>
            <a:srgbClr val="F26B43"/>
          </p15:clr>
        </p15:guide>
        <p15:guide id="35" pos="3363">
          <p15:clr>
            <a:srgbClr val="F26B43"/>
          </p15:clr>
        </p15:guide>
        <p15:guide id="36" pos="3143">
          <p15:clr>
            <a:srgbClr val="F26B43"/>
          </p15:clr>
        </p15:guide>
        <p15:guide id="37" pos="2785">
          <p15:clr>
            <a:srgbClr val="F26B43"/>
          </p15:clr>
        </p15:guide>
        <p15:guide id="38" pos="2548">
          <p15:clr>
            <a:srgbClr val="F26B43"/>
          </p15:clr>
        </p15:guide>
        <p15:guide id="39" pos="2207">
          <p15:clr>
            <a:srgbClr val="F26B43"/>
          </p15:clr>
        </p15:guide>
        <p15:guide id="40" pos="1969">
          <p15:clr>
            <a:srgbClr val="F26B43"/>
          </p15:clr>
        </p15:guide>
        <p15:guide id="41" pos="1612">
          <p15:clr>
            <a:srgbClr val="F26B43"/>
          </p15:clr>
        </p15:guide>
        <p15:guide id="42" pos="1391">
          <p15:clr>
            <a:srgbClr val="F26B43"/>
          </p15:clr>
        </p15:guide>
        <p15:guide id="43" pos="1033">
          <p15:clr>
            <a:srgbClr val="F26B43"/>
          </p15:clr>
        </p15:guide>
        <p15:guide id="44" pos="796">
          <p15:clr>
            <a:srgbClr val="F26B43"/>
          </p15:clr>
        </p15:guide>
        <p15:guide id="45" orient="horz" pos="62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slide" Target="slide28.xml"/><Relationship Id="rId2" Type="http://schemas.openxmlformats.org/officeDocument/2006/relationships/slideLayout" Target="../slideLayouts/slideLayout30.xml"/><Relationship Id="rId1" Type="http://schemas.openxmlformats.org/officeDocument/2006/relationships/tags" Target="../tags/tag35.xml"/><Relationship Id="rId6" Type="http://schemas.openxmlformats.org/officeDocument/2006/relationships/slide" Target="slide2.xml"/><Relationship Id="rId5" Type="http://schemas.openxmlformats.org/officeDocument/2006/relationships/image" Target="../media/image1.emf"/><Relationship Id="rId4" Type="http://schemas.openxmlformats.org/officeDocument/2006/relationships/oleObject" Target="../embeddings/oleObject35.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6.xml"/><Relationship Id="rId6" Type="http://schemas.openxmlformats.org/officeDocument/2006/relationships/image" Target="../media/image1.emf"/><Relationship Id="rId5" Type="http://schemas.openxmlformats.org/officeDocument/2006/relationships/oleObject" Target="../embeddings/oleObject36.bin"/><Relationship Id="rId4" Type="http://schemas.openxmlformats.org/officeDocument/2006/relationships/image" Target="../media/image3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9.xml"/><Relationship Id="rId1" Type="http://schemas.openxmlformats.org/officeDocument/2006/relationships/tags" Target="../tags/tag37.xml"/><Relationship Id="rId6" Type="http://schemas.openxmlformats.org/officeDocument/2006/relationships/image" Target="../media/image33.png"/><Relationship Id="rId5" Type="http://schemas.openxmlformats.org/officeDocument/2006/relationships/image" Target="../media/image1.emf"/><Relationship Id="rId4" Type="http://schemas.openxmlformats.org/officeDocument/2006/relationships/oleObject" Target="../embeddings/oleObject37.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38.xml"/><Relationship Id="rId6" Type="http://schemas.openxmlformats.org/officeDocument/2006/relationships/image" Target="../media/image32.png"/><Relationship Id="rId5" Type="http://schemas.openxmlformats.org/officeDocument/2006/relationships/image" Target="../media/image1.emf"/><Relationship Id="rId4" Type="http://schemas.openxmlformats.org/officeDocument/2006/relationships/oleObject" Target="../embeddings/oleObject38.bin"/></Relationships>
</file>

<file path=ppt/slides/_rels/slide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notesSlide" Target="../notesSlides/notesSlide4.xml"/><Relationship Id="rId7" Type="http://schemas.openxmlformats.org/officeDocument/2006/relationships/image" Target="../media/image35.svg"/><Relationship Id="rId2" Type="http://schemas.openxmlformats.org/officeDocument/2006/relationships/slideLayout" Target="../slideLayouts/slideLayout29.xml"/><Relationship Id="rId1" Type="http://schemas.openxmlformats.org/officeDocument/2006/relationships/tags" Target="../tags/tag39.xml"/><Relationship Id="rId6" Type="http://schemas.openxmlformats.org/officeDocument/2006/relationships/image" Target="../media/image34.png"/><Relationship Id="rId5" Type="http://schemas.openxmlformats.org/officeDocument/2006/relationships/image" Target="../media/image1.emf"/><Relationship Id="rId4" Type="http://schemas.openxmlformats.org/officeDocument/2006/relationships/oleObject" Target="../embeddings/oleObject39.bin"/></Relationships>
</file>

<file path=ppt/slides/_rels/slide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notesSlide" Target="../notesSlides/notesSlide5.xml"/><Relationship Id="rId7" Type="http://schemas.openxmlformats.org/officeDocument/2006/relationships/image" Target="../media/image35.svg"/><Relationship Id="rId2" Type="http://schemas.openxmlformats.org/officeDocument/2006/relationships/slideLayout" Target="../slideLayouts/slideLayout29.xml"/><Relationship Id="rId1" Type="http://schemas.openxmlformats.org/officeDocument/2006/relationships/tags" Target="../tags/tag40.xml"/><Relationship Id="rId6" Type="http://schemas.openxmlformats.org/officeDocument/2006/relationships/image" Target="../media/image34.png"/><Relationship Id="rId5" Type="http://schemas.openxmlformats.org/officeDocument/2006/relationships/image" Target="../media/image1.emf"/><Relationship Id="rId10" Type="http://schemas.openxmlformats.org/officeDocument/2006/relationships/image" Target="../media/image39.png"/><Relationship Id="rId4" Type="http://schemas.openxmlformats.org/officeDocument/2006/relationships/oleObject" Target="../embeddings/oleObject40.bin"/><Relationship Id="rId9" Type="http://schemas.openxmlformats.org/officeDocument/2006/relationships/image" Target="../media/image38.png"/></Relationships>
</file>

<file path=ppt/slides/_rels/slide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notesSlide" Target="../notesSlides/notesSlide6.xml"/><Relationship Id="rId7" Type="http://schemas.openxmlformats.org/officeDocument/2006/relationships/image" Target="../media/image35.svg"/><Relationship Id="rId2" Type="http://schemas.openxmlformats.org/officeDocument/2006/relationships/slideLayout" Target="../slideLayouts/slideLayout29.xml"/><Relationship Id="rId1" Type="http://schemas.openxmlformats.org/officeDocument/2006/relationships/tags" Target="../tags/tag41.xml"/><Relationship Id="rId6" Type="http://schemas.openxmlformats.org/officeDocument/2006/relationships/image" Target="../media/image34.png"/><Relationship Id="rId5" Type="http://schemas.openxmlformats.org/officeDocument/2006/relationships/image" Target="../media/image1.emf"/><Relationship Id="rId4" Type="http://schemas.openxmlformats.org/officeDocument/2006/relationships/oleObject" Target="../embeddings/oleObject41.bin"/><Relationship Id="rId9" Type="http://schemas.openxmlformats.org/officeDocument/2006/relationships/image" Target="../media/image41.png"/></Relationships>
</file>

<file path=ppt/slides/_rels/slide8.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notesSlide" Target="../notesSlides/notesSlide7.xml"/><Relationship Id="rId7" Type="http://schemas.openxmlformats.org/officeDocument/2006/relationships/image" Target="../media/image34.png"/><Relationship Id="rId2" Type="http://schemas.openxmlformats.org/officeDocument/2006/relationships/slideLayout" Target="../slideLayouts/slideLayout29.xml"/><Relationship Id="rId1" Type="http://schemas.openxmlformats.org/officeDocument/2006/relationships/tags" Target="../tags/tag42.xml"/><Relationship Id="rId6" Type="http://schemas.openxmlformats.org/officeDocument/2006/relationships/image" Target="../media/image42.png"/><Relationship Id="rId5" Type="http://schemas.openxmlformats.org/officeDocument/2006/relationships/image" Target="../media/image1.emf"/><Relationship Id="rId4" Type="http://schemas.openxmlformats.org/officeDocument/2006/relationships/oleObject" Target="../embeddings/oleObject42.bin"/><Relationship Id="rId9" Type="http://schemas.openxmlformats.org/officeDocument/2006/relationships/image" Target="../media/image43.png"/></Relationships>
</file>

<file path=ppt/slides/_rels/slide9.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notesSlide" Target="../notesSlides/notesSlide8.xml"/><Relationship Id="rId7" Type="http://schemas.openxmlformats.org/officeDocument/2006/relationships/image" Target="../media/image35.svg"/><Relationship Id="rId2" Type="http://schemas.openxmlformats.org/officeDocument/2006/relationships/slideLayout" Target="../slideLayouts/slideLayout29.xml"/><Relationship Id="rId1" Type="http://schemas.openxmlformats.org/officeDocument/2006/relationships/tags" Target="../tags/tag43.xml"/><Relationship Id="rId6" Type="http://schemas.openxmlformats.org/officeDocument/2006/relationships/image" Target="../media/image34.png"/><Relationship Id="rId5" Type="http://schemas.openxmlformats.org/officeDocument/2006/relationships/image" Target="../media/image1.emf"/><Relationship Id="rId4" Type="http://schemas.openxmlformats.org/officeDocument/2006/relationships/oleObject" Target="../embeddings/oleObject43.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44.xml"/><Relationship Id="rId6" Type="http://schemas.openxmlformats.org/officeDocument/2006/relationships/image" Target="../media/image32.png"/><Relationship Id="rId5" Type="http://schemas.openxmlformats.org/officeDocument/2006/relationships/image" Target="../media/image1.emf"/><Relationship Id="rId4" Type="http://schemas.openxmlformats.org/officeDocument/2006/relationships/oleObject" Target="../embeddings/oleObject44.bin"/></Relationships>
</file>

<file path=ppt/slides/_rels/slide11.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notesSlide" Target="../notesSlides/notesSlide10.xml"/><Relationship Id="rId7" Type="http://schemas.openxmlformats.org/officeDocument/2006/relationships/image" Target="../media/image46.svg"/><Relationship Id="rId2" Type="http://schemas.openxmlformats.org/officeDocument/2006/relationships/slideLayout" Target="../slideLayouts/slideLayout29.xml"/><Relationship Id="rId1" Type="http://schemas.openxmlformats.org/officeDocument/2006/relationships/tags" Target="../tags/tag45.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1.emf"/><Relationship Id="rId10" Type="http://schemas.openxmlformats.org/officeDocument/2006/relationships/image" Target="../media/image49.png"/><Relationship Id="rId4" Type="http://schemas.openxmlformats.org/officeDocument/2006/relationships/oleObject" Target="../embeddings/oleObject45.bin"/><Relationship Id="rId9" Type="http://schemas.openxmlformats.org/officeDocument/2006/relationships/image" Target="../media/image4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46.xml"/><Relationship Id="rId6" Type="http://schemas.openxmlformats.org/officeDocument/2006/relationships/image" Target="../media/image32.png"/><Relationship Id="rId5" Type="http://schemas.openxmlformats.org/officeDocument/2006/relationships/image" Target="../media/image1.emf"/><Relationship Id="rId4" Type="http://schemas.openxmlformats.org/officeDocument/2006/relationships/oleObject" Target="../embeddings/oleObject46.bin"/></Relationships>
</file>

<file path=ppt/slides/_rels/slide13.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notesSlide" Target="../notesSlides/notesSlide12.xml"/><Relationship Id="rId7" Type="http://schemas.openxmlformats.org/officeDocument/2006/relationships/image" Target="../media/image52.svg"/><Relationship Id="rId2" Type="http://schemas.openxmlformats.org/officeDocument/2006/relationships/slideLayout" Target="../slideLayouts/slideLayout29.xml"/><Relationship Id="rId1" Type="http://schemas.openxmlformats.org/officeDocument/2006/relationships/tags" Target="../tags/tag47.xml"/><Relationship Id="rId6" Type="http://schemas.openxmlformats.org/officeDocument/2006/relationships/image" Target="../media/image51.png"/><Relationship Id="rId5" Type="http://schemas.openxmlformats.org/officeDocument/2006/relationships/image" Target="../media/image1.emf"/><Relationship Id="rId4" Type="http://schemas.openxmlformats.org/officeDocument/2006/relationships/oleObject" Target="../embeddings/oleObject47.bin"/><Relationship Id="rId9" Type="http://schemas.openxmlformats.org/officeDocument/2006/relationships/image" Target="../media/image54.png"/></Relationships>
</file>

<file path=ppt/slides/_rels/slide14.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notesSlide" Target="../notesSlides/notesSlide13.xml"/><Relationship Id="rId7" Type="http://schemas.openxmlformats.org/officeDocument/2006/relationships/image" Target="../media/image52.svg"/><Relationship Id="rId2" Type="http://schemas.openxmlformats.org/officeDocument/2006/relationships/slideLayout" Target="../slideLayouts/slideLayout29.xml"/><Relationship Id="rId1" Type="http://schemas.openxmlformats.org/officeDocument/2006/relationships/tags" Target="../tags/tag48.xml"/><Relationship Id="rId6" Type="http://schemas.openxmlformats.org/officeDocument/2006/relationships/image" Target="../media/image51.png"/><Relationship Id="rId5" Type="http://schemas.openxmlformats.org/officeDocument/2006/relationships/image" Target="../media/image1.emf"/><Relationship Id="rId10" Type="http://schemas.openxmlformats.org/officeDocument/2006/relationships/image" Target="../media/image57.png"/><Relationship Id="rId4" Type="http://schemas.openxmlformats.org/officeDocument/2006/relationships/oleObject" Target="../embeddings/oleObject48.bin"/><Relationship Id="rId9" Type="http://schemas.openxmlformats.org/officeDocument/2006/relationships/image" Target="../media/image56.png"/></Relationships>
</file>

<file path=ppt/slides/_rels/slide15.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notesSlide" Target="../notesSlides/notesSlide14.xml"/><Relationship Id="rId7" Type="http://schemas.openxmlformats.org/officeDocument/2006/relationships/image" Target="../media/image52.svg"/><Relationship Id="rId2" Type="http://schemas.openxmlformats.org/officeDocument/2006/relationships/slideLayout" Target="../slideLayouts/slideLayout29.xml"/><Relationship Id="rId1" Type="http://schemas.openxmlformats.org/officeDocument/2006/relationships/tags" Target="../tags/tag49.xml"/><Relationship Id="rId6" Type="http://schemas.openxmlformats.org/officeDocument/2006/relationships/image" Target="../media/image51.png"/><Relationship Id="rId5" Type="http://schemas.openxmlformats.org/officeDocument/2006/relationships/image" Target="../media/image1.emf"/><Relationship Id="rId10" Type="http://schemas.openxmlformats.org/officeDocument/2006/relationships/image" Target="../media/image60.png"/><Relationship Id="rId4" Type="http://schemas.openxmlformats.org/officeDocument/2006/relationships/oleObject" Target="../embeddings/oleObject49.bin"/><Relationship Id="rId9" Type="http://schemas.openxmlformats.org/officeDocument/2006/relationships/image" Target="../media/image5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ags" Target="../tags/tag50.xml"/><Relationship Id="rId6" Type="http://schemas.openxmlformats.org/officeDocument/2006/relationships/image" Target="../media/image32.png"/><Relationship Id="rId5" Type="http://schemas.openxmlformats.org/officeDocument/2006/relationships/image" Target="../media/image1.emf"/><Relationship Id="rId4" Type="http://schemas.openxmlformats.org/officeDocument/2006/relationships/oleObject" Target="../embeddings/oleObject46.bin"/></Relationships>
</file>

<file path=ppt/slides/_rels/slide17.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notesSlide" Target="../notesSlides/notesSlide16.xml"/><Relationship Id="rId7" Type="http://schemas.openxmlformats.org/officeDocument/2006/relationships/image" Target="../media/image62.svg"/><Relationship Id="rId2" Type="http://schemas.openxmlformats.org/officeDocument/2006/relationships/slideLayout" Target="../slideLayouts/slideLayout29.xml"/><Relationship Id="rId1" Type="http://schemas.openxmlformats.org/officeDocument/2006/relationships/tags" Target="../tags/tag51.xml"/><Relationship Id="rId6" Type="http://schemas.openxmlformats.org/officeDocument/2006/relationships/image" Target="../media/image61.png"/><Relationship Id="rId5" Type="http://schemas.openxmlformats.org/officeDocument/2006/relationships/image" Target="../media/image1.emf"/><Relationship Id="rId10" Type="http://schemas.openxmlformats.org/officeDocument/2006/relationships/image" Target="../media/image65.png"/><Relationship Id="rId4" Type="http://schemas.openxmlformats.org/officeDocument/2006/relationships/oleObject" Target="../embeddings/oleObject50.bin"/><Relationship Id="rId9" Type="http://schemas.openxmlformats.org/officeDocument/2006/relationships/image" Target="../media/image64.png"/></Relationships>
</file>

<file path=ppt/slides/_rels/slide18.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notesSlide" Target="../notesSlides/notesSlide17.xml"/><Relationship Id="rId7" Type="http://schemas.openxmlformats.org/officeDocument/2006/relationships/image" Target="../media/image62.svg"/><Relationship Id="rId2" Type="http://schemas.openxmlformats.org/officeDocument/2006/relationships/slideLayout" Target="../slideLayouts/slideLayout29.xml"/><Relationship Id="rId1" Type="http://schemas.openxmlformats.org/officeDocument/2006/relationships/tags" Target="../tags/tag52.xml"/><Relationship Id="rId6" Type="http://schemas.openxmlformats.org/officeDocument/2006/relationships/image" Target="../media/image61.png"/><Relationship Id="rId5" Type="http://schemas.openxmlformats.org/officeDocument/2006/relationships/image" Target="../media/image1.emf"/><Relationship Id="rId4" Type="http://schemas.openxmlformats.org/officeDocument/2006/relationships/oleObject" Target="../embeddings/oleObject51.bin"/><Relationship Id="rId9" Type="http://schemas.openxmlformats.org/officeDocument/2006/relationships/image" Target="../media/image67.png"/></Relationships>
</file>

<file path=ppt/slides/_rels/slide19.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notesSlide" Target="../notesSlides/notesSlide18.xml"/><Relationship Id="rId7" Type="http://schemas.openxmlformats.org/officeDocument/2006/relationships/image" Target="../media/image62.svg"/><Relationship Id="rId2" Type="http://schemas.openxmlformats.org/officeDocument/2006/relationships/slideLayout" Target="../slideLayouts/slideLayout29.xml"/><Relationship Id="rId1" Type="http://schemas.openxmlformats.org/officeDocument/2006/relationships/tags" Target="../tags/tag53.xml"/><Relationship Id="rId6" Type="http://schemas.openxmlformats.org/officeDocument/2006/relationships/image" Target="../media/image61.png"/><Relationship Id="rId5" Type="http://schemas.openxmlformats.org/officeDocument/2006/relationships/image" Target="../media/image1.emf"/><Relationship Id="rId4" Type="http://schemas.openxmlformats.org/officeDocument/2006/relationships/oleObject" Target="../embeddings/oleObject52.bin"/><Relationship Id="rId9" Type="http://schemas.openxmlformats.org/officeDocument/2006/relationships/image" Target="../media/image69.png"/></Relationships>
</file>

<file path=ppt/slides/_rels/slide20.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notesSlide" Target="../notesSlides/notesSlide19.xml"/><Relationship Id="rId7" Type="http://schemas.openxmlformats.org/officeDocument/2006/relationships/image" Target="../media/image62.svg"/><Relationship Id="rId2" Type="http://schemas.openxmlformats.org/officeDocument/2006/relationships/slideLayout" Target="../slideLayouts/slideLayout29.xml"/><Relationship Id="rId1" Type="http://schemas.openxmlformats.org/officeDocument/2006/relationships/tags" Target="../tags/tag54.xml"/><Relationship Id="rId6" Type="http://schemas.openxmlformats.org/officeDocument/2006/relationships/image" Target="../media/image61.png"/><Relationship Id="rId5" Type="http://schemas.openxmlformats.org/officeDocument/2006/relationships/image" Target="../media/image1.emf"/><Relationship Id="rId10" Type="http://schemas.openxmlformats.org/officeDocument/2006/relationships/image" Target="../media/image72.png"/><Relationship Id="rId4" Type="http://schemas.openxmlformats.org/officeDocument/2006/relationships/oleObject" Target="../embeddings/oleObject53.bin"/><Relationship Id="rId9" Type="http://schemas.openxmlformats.org/officeDocument/2006/relationships/image" Target="../media/image7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ags" Target="../tags/tag55.xml"/><Relationship Id="rId6" Type="http://schemas.openxmlformats.org/officeDocument/2006/relationships/image" Target="../media/image32.png"/><Relationship Id="rId5" Type="http://schemas.openxmlformats.org/officeDocument/2006/relationships/image" Target="../media/image1.emf"/><Relationship Id="rId4" Type="http://schemas.openxmlformats.org/officeDocument/2006/relationships/oleObject" Target="../embeddings/oleObject46.bin"/></Relationships>
</file>

<file path=ppt/slides/_rels/slide22.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notesSlide" Target="../notesSlides/notesSlide21.xml"/><Relationship Id="rId7" Type="http://schemas.openxmlformats.org/officeDocument/2006/relationships/image" Target="../media/image74.svg"/><Relationship Id="rId2" Type="http://schemas.openxmlformats.org/officeDocument/2006/relationships/slideLayout" Target="../slideLayouts/slideLayout29.xml"/><Relationship Id="rId1" Type="http://schemas.openxmlformats.org/officeDocument/2006/relationships/tags" Target="../tags/tag56.xml"/><Relationship Id="rId6" Type="http://schemas.openxmlformats.org/officeDocument/2006/relationships/image" Target="../media/image73.png"/><Relationship Id="rId11" Type="http://schemas.openxmlformats.org/officeDocument/2006/relationships/image" Target="../media/image78.png"/><Relationship Id="rId5" Type="http://schemas.openxmlformats.org/officeDocument/2006/relationships/image" Target="../media/image1.emf"/><Relationship Id="rId10" Type="http://schemas.openxmlformats.org/officeDocument/2006/relationships/image" Target="../media/image77.png"/><Relationship Id="rId4" Type="http://schemas.openxmlformats.org/officeDocument/2006/relationships/oleObject" Target="../embeddings/oleObject54.bin"/><Relationship Id="rId9" Type="http://schemas.openxmlformats.org/officeDocument/2006/relationships/image" Target="../media/image7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tags" Target="../tags/tag57.xml"/><Relationship Id="rId6" Type="http://schemas.openxmlformats.org/officeDocument/2006/relationships/image" Target="../media/image32.png"/><Relationship Id="rId5" Type="http://schemas.openxmlformats.org/officeDocument/2006/relationships/image" Target="../media/image1.emf"/><Relationship Id="rId4" Type="http://schemas.openxmlformats.org/officeDocument/2006/relationships/oleObject" Target="../embeddings/oleObject46.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29.xml"/><Relationship Id="rId1" Type="http://schemas.openxmlformats.org/officeDocument/2006/relationships/tags" Target="../tags/tag58.xml"/><Relationship Id="rId4" Type="http://schemas.openxmlformats.org/officeDocument/2006/relationships/image" Target="../media/image1.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29.xml"/><Relationship Id="rId1" Type="http://schemas.openxmlformats.org/officeDocument/2006/relationships/tags" Target="../tags/tag59.xml"/><Relationship Id="rId4" Type="http://schemas.openxmlformats.org/officeDocument/2006/relationships/image" Target="../media/image1.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29.xml"/><Relationship Id="rId1" Type="http://schemas.openxmlformats.org/officeDocument/2006/relationships/tags" Target="../tags/tag60.xml"/><Relationship Id="rId4" Type="http://schemas.openxmlformats.org/officeDocument/2006/relationships/image" Target="../media/image1.em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61.xml"/><Relationship Id="rId6" Type="http://schemas.openxmlformats.org/officeDocument/2006/relationships/image" Target="../media/image32.png"/><Relationship Id="rId5" Type="http://schemas.openxmlformats.org/officeDocument/2006/relationships/image" Target="../media/image1.emf"/><Relationship Id="rId4" Type="http://schemas.openxmlformats.org/officeDocument/2006/relationships/oleObject" Target="../embeddings/oleObject58.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ags" Target="../tags/tag62.xml"/><Relationship Id="rId6" Type="http://schemas.openxmlformats.org/officeDocument/2006/relationships/image" Target="../media/image1.emf"/><Relationship Id="rId5" Type="http://schemas.openxmlformats.org/officeDocument/2006/relationships/oleObject" Target="../embeddings/oleObject59.bin"/><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9.xml"/><Relationship Id="rId1" Type="http://schemas.openxmlformats.org/officeDocument/2006/relationships/tags" Target="../tags/tag63.xml"/><Relationship Id="rId6" Type="http://schemas.openxmlformats.org/officeDocument/2006/relationships/image" Target="../media/image33.png"/><Relationship Id="rId5" Type="http://schemas.openxmlformats.org/officeDocument/2006/relationships/image" Target="../media/image1.emf"/><Relationship Id="rId4" Type="http://schemas.openxmlformats.org/officeDocument/2006/relationships/oleObject" Target="../embeddings/oleObject60.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tags" Target="../tags/tag64.xml"/><Relationship Id="rId6" Type="http://schemas.openxmlformats.org/officeDocument/2006/relationships/image" Target="../media/image32.png"/><Relationship Id="rId5" Type="http://schemas.openxmlformats.org/officeDocument/2006/relationships/image" Target="../media/image1.emf"/><Relationship Id="rId4" Type="http://schemas.openxmlformats.org/officeDocument/2006/relationships/oleObject" Target="../embeddings/oleObject38.bin"/></Relationships>
</file>

<file path=ppt/slides/_rels/slide31.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notesSlide" Target="../notesSlides/notesSlide27.xml"/><Relationship Id="rId7" Type="http://schemas.openxmlformats.org/officeDocument/2006/relationships/image" Target="../media/image34.png"/><Relationship Id="rId2" Type="http://schemas.openxmlformats.org/officeDocument/2006/relationships/slideLayout" Target="../slideLayouts/slideLayout29.xml"/><Relationship Id="rId1" Type="http://schemas.openxmlformats.org/officeDocument/2006/relationships/tags" Target="../tags/tag65.xml"/><Relationship Id="rId6" Type="http://schemas.openxmlformats.org/officeDocument/2006/relationships/image" Target="../media/image42.png"/><Relationship Id="rId5" Type="http://schemas.openxmlformats.org/officeDocument/2006/relationships/image" Target="../media/image1.emf"/><Relationship Id="rId4" Type="http://schemas.openxmlformats.org/officeDocument/2006/relationships/oleObject" Target="../embeddings/oleObject61.bin"/><Relationship Id="rId9" Type="http://schemas.openxmlformats.org/officeDocument/2006/relationships/image" Target="../media/image43.png"/></Relationships>
</file>

<file path=ppt/slides/_rels/slide3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notesSlide" Target="../notesSlides/notesSlide28.xml"/><Relationship Id="rId7" Type="http://schemas.openxmlformats.org/officeDocument/2006/relationships/image" Target="../media/image35.svg"/><Relationship Id="rId2" Type="http://schemas.openxmlformats.org/officeDocument/2006/relationships/slideLayout" Target="../slideLayouts/slideLayout29.xml"/><Relationship Id="rId1" Type="http://schemas.openxmlformats.org/officeDocument/2006/relationships/tags" Target="../tags/tag66.xml"/><Relationship Id="rId6" Type="http://schemas.openxmlformats.org/officeDocument/2006/relationships/image" Target="../media/image34.png"/><Relationship Id="rId5" Type="http://schemas.openxmlformats.org/officeDocument/2006/relationships/image" Target="../media/image1.emf"/><Relationship Id="rId4" Type="http://schemas.openxmlformats.org/officeDocument/2006/relationships/oleObject" Target="../embeddings/oleObject62.bin"/></Relationships>
</file>

<file path=ppt/slides/_rels/slide3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notesSlide" Target="../notesSlides/notesSlide29.xml"/><Relationship Id="rId7" Type="http://schemas.openxmlformats.org/officeDocument/2006/relationships/image" Target="../media/image35.svg"/><Relationship Id="rId2" Type="http://schemas.openxmlformats.org/officeDocument/2006/relationships/slideLayout" Target="../slideLayouts/slideLayout29.xml"/><Relationship Id="rId1" Type="http://schemas.openxmlformats.org/officeDocument/2006/relationships/tags" Target="../tags/tag67.xml"/><Relationship Id="rId6" Type="http://schemas.openxmlformats.org/officeDocument/2006/relationships/image" Target="../media/image34.png"/><Relationship Id="rId5" Type="http://schemas.openxmlformats.org/officeDocument/2006/relationships/image" Target="../media/image1.emf"/><Relationship Id="rId10" Type="http://schemas.openxmlformats.org/officeDocument/2006/relationships/image" Target="../media/image39.png"/><Relationship Id="rId4" Type="http://schemas.openxmlformats.org/officeDocument/2006/relationships/oleObject" Target="../embeddings/oleObject63.bin"/><Relationship Id="rId9" Type="http://schemas.openxmlformats.org/officeDocument/2006/relationships/image" Target="../media/image38.png"/></Relationships>
</file>

<file path=ppt/slides/_rels/slide34.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notesSlide" Target="../notesSlides/notesSlide30.xml"/><Relationship Id="rId7" Type="http://schemas.openxmlformats.org/officeDocument/2006/relationships/image" Target="../media/image35.svg"/><Relationship Id="rId2" Type="http://schemas.openxmlformats.org/officeDocument/2006/relationships/slideLayout" Target="../slideLayouts/slideLayout29.xml"/><Relationship Id="rId1" Type="http://schemas.openxmlformats.org/officeDocument/2006/relationships/tags" Target="../tags/tag68.xml"/><Relationship Id="rId6" Type="http://schemas.openxmlformats.org/officeDocument/2006/relationships/image" Target="../media/image34.png"/><Relationship Id="rId5" Type="http://schemas.openxmlformats.org/officeDocument/2006/relationships/image" Target="../media/image1.emf"/><Relationship Id="rId4" Type="http://schemas.openxmlformats.org/officeDocument/2006/relationships/oleObject" Target="../embeddings/oleObject64.bin"/></Relationships>
</file>

<file path=ppt/slides/_rels/slide35.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notesSlide" Target="../notesSlides/notesSlide31.xml"/><Relationship Id="rId7" Type="http://schemas.openxmlformats.org/officeDocument/2006/relationships/image" Target="../media/image35.svg"/><Relationship Id="rId2" Type="http://schemas.openxmlformats.org/officeDocument/2006/relationships/slideLayout" Target="../slideLayouts/slideLayout29.xml"/><Relationship Id="rId1" Type="http://schemas.openxmlformats.org/officeDocument/2006/relationships/tags" Target="../tags/tag69.xml"/><Relationship Id="rId6" Type="http://schemas.openxmlformats.org/officeDocument/2006/relationships/image" Target="../media/image34.png"/><Relationship Id="rId5" Type="http://schemas.openxmlformats.org/officeDocument/2006/relationships/image" Target="../media/image1.emf"/><Relationship Id="rId4" Type="http://schemas.openxmlformats.org/officeDocument/2006/relationships/oleObject" Target="../embeddings/oleObject65.bin"/><Relationship Id="rId9" Type="http://schemas.openxmlformats.org/officeDocument/2006/relationships/image" Target="../media/image44.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tags" Target="../tags/tag70.xml"/><Relationship Id="rId6" Type="http://schemas.openxmlformats.org/officeDocument/2006/relationships/image" Target="../media/image32.png"/><Relationship Id="rId5" Type="http://schemas.openxmlformats.org/officeDocument/2006/relationships/image" Target="../media/image1.emf"/><Relationship Id="rId4" Type="http://schemas.openxmlformats.org/officeDocument/2006/relationships/oleObject" Target="../embeddings/oleObject44.bin"/></Relationships>
</file>

<file path=ppt/slides/_rels/slide3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notesSlide" Target="../notesSlides/notesSlide33.xml"/><Relationship Id="rId7" Type="http://schemas.openxmlformats.org/officeDocument/2006/relationships/image" Target="../media/image46.svg"/><Relationship Id="rId2" Type="http://schemas.openxmlformats.org/officeDocument/2006/relationships/slideLayout" Target="../slideLayouts/slideLayout29.xml"/><Relationship Id="rId1" Type="http://schemas.openxmlformats.org/officeDocument/2006/relationships/tags" Target="../tags/tag71.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1.emf"/><Relationship Id="rId10" Type="http://schemas.openxmlformats.org/officeDocument/2006/relationships/image" Target="../media/image49.png"/><Relationship Id="rId4" Type="http://schemas.openxmlformats.org/officeDocument/2006/relationships/oleObject" Target="../embeddings/oleObject45.bin"/><Relationship Id="rId9" Type="http://schemas.openxmlformats.org/officeDocument/2006/relationships/image" Target="../media/image48.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tags" Target="../tags/tag72.xml"/><Relationship Id="rId6" Type="http://schemas.openxmlformats.org/officeDocument/2006/relationships/image" Target="../media/image32.png"/><Relationship Id="rId5" Type="http://schemas.openxmlformats.org/officeDocument/2006/relationships/image" Target="../media/image1.emf"/><Relationship Id="rId4" Type="http://schemas.openxmlformats.org/officeDocument/2006/relationships/oleObject" Target="../embeddings/oleObject46.bin"/></Relationships>
</file>

<file path=ppt/slides/_rels/slide3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notesSlide" Target="../notesSlides/notesSlide35.xml"/><Relationship Id="rId7" Type="http://schemas.openxmlformats.org/officeDocument/2006/relationships/image" Target="../media/image52.svg"/><Relationship Id="rId2" Type="http://schemas.openxmlformats.org/officeDocument/2006/relationships/slideLayout" Target="../slideLayouts/slideLayout29.xml"/><Relationship Id="rId1" Type="http://schemas.openxmlformats.org/officeDocument/2006/relationships/tags" Target="../tags/tag73.xml"/><Relationship Id="rId6" Type="http://schemas.openxmlformats.org/officeDocument/2006/relationships/image" Target="../media/image51.png"/><Relationship Id="rId5" Type="http://schemas.openxmlformats.org/officeDocument/2006/relationships/image" Target="../media/image1.emf"/><Relationship Id="rId10" Type="http://schemas.openxmlformats.org/officeDocument/2006/relationships/image" Target="../media/image57.png"/><Relationship Id="rId4" Type="http://schemas.openxmlformats.org/officeDocument/2006/relationships/oleObject" Target="../embeddings/oleObject48.bin"/><Relationship Id="rId9" Type="http://schemas.openxmlformats.org/officeDocument/2006/relationships/image" Target="../media/image56.png"/></Relationships>
</file>

<file path=ppt/slides/_rels/slide40.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notesSlide" Target="../notesSlides/notesSlide36.xml"/><Relationship Id="rId7" Type="http://schemas.openxmlformats.org/officeDocument/2006/relationships/image" Target="../media/image52.svg"/><Relationship Id="rId2" Type="http://schemas.openxmlformats.org/officeDocument/2006/relationships/slideLayout" Target="../slideLayouts/slideLayout29.xml"/><Relationship Id="rId1" Type="http://schemas.openxmlformats.org/officeDocument/2006/relationships/tags" Target="../tags/tag74.xml"/><Relationship Id="rId6" Type="http://schemas.openxmlformats.org/officeDocument/2006/relationships/image" Target="../media/image51.png"/><Relationship Id="rId5" Type="http://schemas.openxmlformats.org/officeDocument/2006/relationships/image" Target="../media/image1.emf"/><Relationship Id="rId4" Type="http://schemas.openxmlformats.org/officeDocument/2006/relationships/oleObject" Target="../embeddings/oleObject47.bin"/><Relationship Id="rId9" Type="http://schemas.openxmlformats.org/officeDocument/2006/relationships/image" Target="../media/image54.png"/></Relationships>
</file>

<file path=ppt/slides/_rels/slide41.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notesSlide" Target="../notesSlides/notesSlide37.xml"/><Relationship Id="rId7" Type="http://schemas.openxmlformats.org/officeDocument/2006/relationships/image" Target="../media/image52.svg"/><Relationship Id="rId2" Type="http://schemas.openxmlformats.org/officeDocument/2006/relationships/slideLayout" Target="../slideLayouts/slideLayout29.xml"/><Relationship Id="rId1" Type="http://schemas.openxmlformats.org/officeDocument/2006/relationships/tags" Target="../tags/tag75.xml"/><Relationship Id="rId6" Type="http://schemas.openxmlformats.org/officeDocument/2006/relationships/image" Target="../media/image51.png"/><Relationship Id="rId5" Type="http://schemas.openxmlformats.org/officeDocument/2006/relationships/image" Target="../media/image1.emf"/><Relationship Id="rId10" Type="http://schemas.openxmlformats.org/officeDocument/2006/relationships/image" Target="../media/image60.png"/><Relationship Id="rId4" Type="http://schemas.openxmlformats.org/officeDocument/2006/relationships/oleObject" Target="../embeddings/oleObject49.bin"/><Relationship Id="rId9" Type="http://schemas.openxmlformats.org/officeDocument/2006/relationships/image" Target="../media/image59.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tags" Target="../tags/tag76.xml"/><Relationship Id="rId6" Type="http://schemas.openxmlformats.org/officeDocument/2006/relationships/image" Target="../media/image32.png"/><Relationship Id="rId5" Type="http://schemas.openxmlformats.org/officeDocument/2006/relationships/image" Target="../media/image1.emf"/><Relationship Id="rId4" Type="http://schemas.openxmlformats.org/officeDocument/2006/relationships/oleObject" Target="../embeddings/oleObject46.bin"/></Relationships>
</file>

<file path=ppt/slides/_rels/slide43.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notesSlide" Target="../notesSlides/notesSlide39.xml"/><Relationship Id="rId7" Type="http://schemas.openxmlformats.org/officeDocument/2006/relationships/image" Target="../media/image62.svg"/><Relationship Id="rId2" Type="http://schemas.openxmlformats.org/officeDocument/2006/relationships/slideLayout" Target="../slideLayouts/slideLayout29.xml"/><Relationship Id="rId1" Type="http://schemas.openxmlformats.org/officeDocument/2006/relationships/tags" Target="../tags/tag77.xml"/><Relationship Id="rId6" Type="http://schemas.openxmlformats.org/officeDocument/2006/relationships/image" Target="../media/image61.png"/><Relationship Id="rId5" Type="http://schemas.openxmlformats.org/officeDocument/2006/relationships/image" Target="../media/image1.emf"/><Relationship Id="rId10" Type="http://schemas.openxmlformats.org/officeDocument/2006/relationships/image" Target="../media/image65.png"/><Relationship Id="rId4" Type="http://schemas.openxmlformats.org/officeDocument/2006/relationships/oleObject" Target="../embeddings/oleObject50.bin"/><Relationship Id="rId9" Type="http://schemas.openxmlformats.org/officeDocument/2006/relationships/image" Target="../media/image64.png"/></Relationships>
</file>

<file path=ppt/slides/_rels/slide44.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notesSlide" Target="../notesSlides/notesSlide40.xml"/><Relationship Id="rId7" Type="http://schemas.openxmlformats.org/officeDocument/2006/relationships/image" Target="../media/image62.svg"/><Relationship Id="rId2" Type="http://schemas.openxmlformats.org/officeDocument/2006/relationships/slideLayout" Target="../slideLayouts/slideLayout29.xml"/><Relationship Id="rId1" Type="http://schemas.openxmlformats.org/officeDocument/2006/relationships/tags" Target="../tags/tag78.xml"/><Relationship Id="rId6" Type="http://schemas.openxmlformats.org/officeDocument/2006/relationships/image" Target="../media/image61.png"/><Relationship Id="rId5" Type="http://schemas.openxmlformats.org/officeDocument/2006/relationships/image" Target="../media/image1.emf"/><Relationship Id="rId4" Type="http://schemas.openxmlformats.org/officeDocument/2006/relationships/oleObject" Target="../embeddings/oleObject51.bin"/><Relationship Id="rId9" Type="http://schemas.openxmlformats.org/officeDocument/2006/relationships/image" Target="../media/image67.png"/></Relationships>
</file>

<file path=ppt/slides/_rels/slide45.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notesSlide" Target="../notesSlides/notesSlide41.xml"/><Relationship Id="rId7" Type="http://schemas.openxmlformats.org/officeDocument/2006/relationships/image" Target="../media/image62.svg"/><Relationship Id="rId2" Type="http://schemas.openxmlformats.org/officeDocument/2006/relationships/slideLayout" Target="../slideLayouts/slideLayout29.xml"/><Relationship Id="rId1" Type="http://schemas.openxmlformats.org/officeDocument/2006/relationships/tags" Target="../tags/tag79.xml"/><Relationship Id="rId6" Type="http://schemas.openxmlformats.org/officeDocument/2006/relationships/image" Target="../media/image61.png"/><Relationship Id="rId5" Type="http://schemas.openxmlformats.org/officeDocument/2006/relationships/image" Target="../media/image1.emf"/><Relationship Id="rId4" Type="http://schemas.openxmlformats.org/officeDocument/2006/relationships/oleObject" Target="../embeddings/oleObject52.bin"/><Relationship Id="rId9" Type="http://schemas.openxmlformats.org/officeDocument/2006/relationships/image" Target="../media/image69.png"/></Relationships>
</file>

<file path=ppt/slides/_rels/slide46.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notesSlide" Target="../notesSlides/notesSlide42.xml"/><Relationship Id="rId7" Type="http://schemas.openxmlformats.org/officeDocument/2006/relationships/image" Target="../media/image62.svg"/><Relationship Id="rId2" Type="http://schemas.openxmlformats.org/officeDocument/2006/relationships/slideLayout" Target="../slideLayouts/slideLayout29.xml"/><Relationship Id="rId1" Type="http://schemas.openxmlformats.org/officeDocument/2006/relationships/tags" Target="../tags/tag80.xml"/><Relationship Id="rId6" Type="http://schemas.openxmlformats.org/officeDocument/2006/relationships/image" Target="../media/image61.png"/><Relationship Id="rId5" Type="http://schemas.openxmlformats.org/officeDocument/2006/relationships/image" Target="../media/image1.emf"/><Relationship Id="rId10" Type="http://schemas.openxmlformats.org/officeDocument/2006/relationships/image" Target="../media/image72.png"/><Relationship Id="rId4" Type="http://schemas.openxmlformats.org/officeDocument/2006/relationships/oleObject" Target="../embeddings/oleObject53.bin"/><Relationship Id="rId9" Type="http://schemas.openxmlformats.org/officeDocument/2006/relationships/image" Target="../media/image71.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7.xml"/><Relationship Id="rId1" Type="http://schemas.openxmlformats.org/officeDocument/2006/relationships/tags" Target="../tags/tag81.xml"/><Relationship Id="rId6" Type="http://schemas.openxmlformats.org/officeDocument/2006/relationships/image" Target="../media/image32.png"/><Relationship Id="rId5" Type="http://schemas.openxmlformats.org/officeDocument/2006/relationships/image" Target="../media/image1.emf"/><Relationship Id="rId4" Type="http://schemas.openxmlformats.org/officeDocument/2006/relationships/oleObject" Target="../embeddings/oleObject46.bin"/></Relationships>
</file>

<file path=ppt/slides/_rels/slide48.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notesSlide" Target="../notesSlides/notesSlide44.xml"/><Relationship Id="rId7" Type="http://schemas.openxmlformats.org/officeDocument/2006/relationships/image" Target="../media/image74.svg"/><Relationship Id="rId2" Type="http://schemas.openxmlformats.org/officeDocument/2006/relationships/slideLayout" Target="../slideLayouts/slideLayout29.xml"/><Relationship Id="rId1" Type="http://schemas.openxmlformats.org/officeDocument/2006/relationships/tags" Target="../tags/tag82.xml"/><Relationship Id="rId6" Type="http://schemas.openxmlformats.org/officeDocument/2006/relationships/image" Target="../media/image73.png"/><Relationship Id="rId11" Type="http://schemas.openxmlformats.org/officeDocument/2006/relationships/image" Target="../media/image78.png"/><Relationship Id="rId5" Type="http://schemas.openxmlformats.org/officeDocument/2006/relationships/image" Target="../media/image1.emf"/><Relationship Id="rId10" Type="http://schemas.openxmlformats.org/officeDocument/2006/relationships/image" Target="../media/image77.png"/><Relationship Id="rId4" Type="http://schemas.openxmlformats.org/officeDocument/2006/relationships/oleObject" Target="../embeddings/oleObject54.bin"/><Relationship Id="rId9" Type="http://schemas.openxmlformats.org/officeDocument/2006/relationships/image" Target="../media/image76.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7.xml"/><Relationship Id="rId1" Type="http://schemas.openxmlformats.org/officeDocument/2006/relationships/tags" Target="../tags/tag83.xml"/><Relationship Id="rId6" Type="http://schemas.openxmlformats.org/officeDocument/2006/relationships/image" Target="../media/image32.png"/><Relationship Id="rId5" Type="http://schemas.openxmlformats.org/officeDocument/2006/relationships/image" Target="../media/image1.emf"/><Relationship Id="rId4" Type="http://schemas.openxmlformats.org/officeDocument/2006/relationships/oleObject" Target="../embeddings/oleObject46.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Layout" Target="../slideLayouts/slideLayout29.xml"/><Relationship Id="rId1" Type="http://schemas.openxmlformats.org/officeDocument/2006/relationships/tags" Target="../tags/tag84.xml"/><Relationship Id="rId4" Type="http://schemas.openxmlformats.org/officeDocument/2006/relationships/image" Target="../media/image1.e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Layout" Target="../slideLayouts/slideLayout29.xml"/><Relationship Id="rId1" Type="http://schemas.openxmlformats.org/officeDocument/2006/relationships/tags" Target="../tags/tag85.xml"/><Relationship Id="rId4" Type="http://schemas.openxmlformats.org/officeDocument/2006/relationships/image" Target="../media/image1.e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29.xml"/><Relationship Id="rId1" Type="http://schemas.openxmlformats.org/officeDocument/2006/relationships/tags" Target="../tags/tag86.xml"/><Relationship Id="rId4" Type="http://schemas.openxmlformats.org/officeDocument/2006/relationships/image" Target="../media/image1.emf"/></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5.xml"/><Relationship Id="rId1" Type="http://schemas.openxmlformats.org/officeDocument/2006/relationships/tags" Target="../tags/tag87.xml"/><Relationship Id="rId6" Type="http://schemas.openxmlformats.org/officeDocument/2006/relationships/image" Target="../media/image32.png"/><Relationship Id="rId5" Type="http://schemas.openxmlformats.org/officeDocument/2006/relationships/image" Target="../media/image1.emf"/><Relationship Id="rId4" Type="http://schemas.openxmlformats.org/officeDocument/2006/relationships/oleObject" Target="../embeddings/oleObject69.bin"/></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DF4EE17E-57A0-175B-9756-553405D874B1}"/>
              </a:ext>
            </a:extLst>
          </p:cNvPr>
          <p:cNvGraphicFramePr>
            <a:graphicFrameLocks noChangeAspect="1"/>
          </p:cNvGraphicFramePr>
          <p:nvPr>
            <p:custDataLst>
              <p:tags r:id="rId1"/>
            </p:custDataLst>
            <p:extLst>
              <p:ext uri="{D42A27DB-BD31-4B8C-83A1-F6EECF244321}">
                <p14:modId xmlns:p14="http://schemas.microsoft.com/office/powerpoint/2010/main" val="38106155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10" name="think-cell data - do not delete" hidden="1">
                        <a:extLst>
                          <a:ext uri="{FF2B5EF4-FFF2-40B4-BE49-F238E27FC236}">
                            <a16:creationId xmlns:a16="http://schemas.microsoft.com/office/drawing/2014/main" id="{DF4EE17E-57A0-175B-9756-553405D874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4EBA51D-DC5D-61D9-FD93-ED6D84858AF0}"/>
              </a:ext>
            </a:extLst>
          </p:cNvPr>
          <p:cNvSpPr>
            <a:spLocks noGrp="1"/>
          </p:cNvSpPr>
          <p:nvPr>
            <p:ph type="title"/>
          </p:nvPr>
        </p:nvSpPr>
        <p:spPr/>
        <p:txBody>
          <a:bodyPr vert="horz"/>
          <a:lstStyle/>
          <a:p>
            <a:r>
              <a:rPr lang="en-GB"/>
              <a:t>Mid Year Check – In 2025</a:t>
            </a:r>
          </a:p>
        </p:txBody>
      </p:sp>
      <p:sp>
        <p:nvSpPr>
          <p:cNvPr id="3" name="Footer Placeholder 2">
            <a:extLst>
              <a:ext uri="{FF2B5EF4-FFF2-40B4-BE49-F238E27FC236}">
                <a16:creationId xmlns:a16="http://schemas.microsoft.com/office/drawing/2014/main" id="{D29182B9-195C-CBBD-2E02-EF6A0F2316E9}"/>
              </a:ext>
            </a:extLst>
          </p:cNvPr>
          <p:cNvSpPr>
            <a:spLocks noGrp="1"/>
          </p:cNvSpPr>
          <p:nvPr>
            <p:ph type="ftr" sz="quarter" idx="14"/>
          </p:nvPr>
        </p:nvSpPr>
        <p:spPr/>
        <p:txBody>
          <a:bodyPr/>
          <a:lstStyle/>
          <a:p>
            <a:endParaRPr lang="it-IT"/>
          </a:p>
        </p:txBody>
      </p:sp>
      <p:sp>
        <p:nvSpPr>
          <p:cNvPr id="4" name="Slide Number Placeholder 3">
            <a:extLst>
              <a:ext uri="{FF2B5EF4-FFF2-40B4-BE49-F238E27FC236}">
                <a16:creationId xmlns:a16="http://schemas.microsoft.com/office/drawing/2014/main" id="{455A8B2F-5326-E21A-F913-B44C4D5DA002}"/>
              </a:ext>
            </a:extLst>
          </p:cNvPr>
          <p:cNvSpPr>
            <a:spLocks noGrp="1"/>
          </p:cNvSpPr>
          <p:nvPr>
            <p:ph type="sldNum" sz="quarter" idx="15"/>
          </p:nvPr>
        </p:nvSpPr>
        <p:spPr/>
        <p:txBody>
          <a:bodyPr/>
          <a:lstStyle/>
          <a:p>
            <a:fld id="{98BF7C3C-24CC-6140-8A22-738C44F1CFEB}" type="slidenum">
              <a:rPr lang="it-IT" smtClean="0"/>
              <a:pPr/>
              <a:t>1</a:t>
            </a:fld>
            <a:endParaRPr lang="it-IT"/>
          </a:p>
        </p:txBody>
      </p:sp>
      <p:sp>
        <p:nvSpPr>
          <p:cNvPr id="5" name="Text Placeholder 4">
            <a:extLst>
              <a:ext uri="{FF2B5EF4-FFF2-40B4-BE49-F238E27FC236}">
                <a16:creationId xmlns:a16="http://schemas.microsoft.com/office/drawing/2014/main" id="{451A9028-F64A-8D0E-E81D-15D32F3C13E2}"/>
              </a:ext>
            </a:extLst>
          </p:cNvPr>
          <p:cNvSpPr>
            <a:spLocks noGrp="1"/>
          </p:cNvSpPr>
          <p:nvPr>
            <p:ph type="body" sz="quarter" idx="13"/>
          </p:nvPr>
        </p:nvSpPr>
        <p:spPr/>
        <p:txBody>
          <a:bodyPr/>
          <a:lstStyle/>
          <a:p>
            <a:r>
              <a:rPr lang="en-GB"/>
              <a:t>ENGINEERING / THE DIGITAL TRANSFORMATION COMPANY</a:t>
            </a:r>
          </a:p>
        </p:txBody>
      </p:sp>
      <p:sp>
        <p:nvSpPr>
          <p:cNvPr id="7" name="TextBox 6">
            <a:extLst>
              <a:ext uri="{FF2B5EF4-FFF2-40B4-BE49-F238E27FC236}">
                <a16:creationId xmlns:a16="http://schemas.microsoft.com/office/drawing/2014/main" id="{A5E70A54-C7C7-DB29-1D11-E0F6FE21C816}"/>
              </a:ext>
            </a:extLst>
          </p:cNvPr>
          <p:cNvSpPr txBox="1"/>
          <p:nvPr/>
        </p:nvSpPr>
        <p:spPr>
          <a:xfrm>
            <a:off x="2965384" y="2765477"/>
            <a:ext cx="6107228" cy="461665"/>
          </a:xfrm>
          <a:prstGeom prst="rect">
            <a:avLst/>
          </a:prstGeom>
          <a:noFill/>
        </p:spPr>
        <p:txBody>
          <a:bodyPr wrap="square">
            <a:spAutoFit/>
          </a:bodyPr>
          <a:lstStyle/>
          <a:p>
            <a:pPr algn="ctr"/>
            <a:r>
              <a:rPr lang="it-IT" sz="2400" b="1" err="1">
                <a:solidFill>
                  <a:schemeClr val="bg1"/>
                </a:solidFill>
              </a:rPr>
              <a:t>Choose</a:t>
            </a:r>
            <a:r>
              <a:rPr lang="it-IT" sz="2400" b="1">
                <a:solidFill>
                  <a:schemeClr val="bg1"/>
                </a:solidFill>
              </a:rPr>
              <a:t> </a:t>
            </a:r>
            <a:r>
              <a:rPr lang="it-IT" sz="2400" b="1" err="1">
                <a:solidFill>
                  <a:schemeClr val="bg1"/>
                </a:solidFill>
              </a:rPr>
              <a:t>language</a:t>
            </a:r>
            <a:r>
              <a:rPr lang="it-IT" sz="2400" b="1">
                <a:solidFill>
                  <a:schemeClr val="bg1"/>
                </a:solidFill>
              </a:rPr>
              <a:t> \ Scegli la lingua</a:t>
            </a:r>
          </a:p>
        </p:txBody>
      </p:sp>
      <p:sp>
        <p:nvSpPr>
          <p:cNvPr id="8" name="Rectangle: Rounded Corners 7">
            <a:hlinkClick r:id="rId6" action="ppaction://hlinksldjump"/>
            <a:extLst>
              <a:ext uri="{FF2B5EF4-FFF2-40B4-BE49-F238E27FC236}">
                <a16:creationId xmlns:a16="http://schemas.microsoft.com/office/drawing/2014/main" id="{BA60DCAB-3F50-B32B-BC9C-0C062A69D44A}"/>
              </a:ext>
            </a:extLst>
          </p:cNvPr>
          <p:cNvSpPr/>
          <p:nvPr/>
        </p:nvSpPr>
        <p:spPr>
          <a:xfrm>
            <a:off x="3839502" y="3573376"/>
            <a:ext cx="1736734" cy="64489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ENGLISH</a:t>
            </a:r>
          </a:p>
        </p:txBody>
      </p:sp>
      <p:sp>
        <p:nvSpPr>
          <p:cNvPr id="9" name="Rectangle: Rounded Corners 8">
            <a:hlinkClick r:id="rId7" action="ppaction://hlinksldjump"/>
            <a:extLst>
              <a:ext uri="{FF2B5EF4-FFF2-40B4-BE49-F238E27FC236}">
                <a16:creationId xmlns:a16="http://schemas.microsoft.com/office/drawing/2014/main" id="{163D0802-93C5-C397-92D6-B8FDEF18683F}"/>
              </a:ext>
            </a:extLst>
          </p:cNvPr>
          <p:cNvSpPr/>
          <p:nvPr/>
        </p:nvSpPr>
        <p:spPr>
          <a:xfrm>
            <a:off x="6589119" y="3573375"/>
            <a:ext cx="1736734" cy="64489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ITALIANO</a:t>
            </a:r>
          </a:p>
        </p:txBody>
      </p:sp>
    </p:spTree>
    <p:extLst>
      <p:ext uri="{BB962C8B-B14F-4D97-AF65-F5344CB8AC3E}">
        <p14:creationId xmlns:p14="http://schemas.microsoft.com/office/powerpoint/2010/main" val="1482477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5B1D870-DE47-8AB0-DF8A-0D10A50C4FD0}"/>
              </a:ext>
            </a:extLst>
          </p:cNvPr>
          <p:cNvGraphicFramePr>
            <a:graphicFrameLocks noChangeAspect="1"/>
          </p:cNvGraphicFramePr>
          <p:nvPr>
            <p:custDataLst>
              <p:tags r:id="rId1"/>
            </p:custDataLst>
            <p:extLst>
              <p:ext uri="{D42A27DB-BD31-4B8C-83A1-F6EECF244321}">
                <p14:modId xmlns:p14="http://schemas.microsoft.com/office/powerpoint/2010/main" val="34460030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00" imgH="501" progId="TCLayout.ActiveDocument.1">
                  <p:embed/>
                </p:oleObj>
              </mc:Choice>
              <mc:Fallback>
                <p:oleObj name="think-cell Slide" r:id="rId5" imgW="500" imgH="501" progId="TCLayout.ActiveDocument.1">
                  <p:embed/>
                  <p:pic>
                    <p:nvPicPr>
                      <p:cNvPr id="2" name="think-cell data - do not delete" hidden="1">
                        <a:extLst>
                          <a:ext uri="{FF2B5EF4-FFF2-40B4-BE49-F238E27FC236}">
                            <a16:creationId xmlns:a16="http://schemas.microsoft.com/office/drawing/2014/main" id="{65B1D870-DE47-8AB0-DF8A-0D10A50C4FD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itolo 5">
            <a:extLst>
              <a:ext uri="{FF2B5EF4-FFF2-40B4-BE49-F238E27FC236}">
                <a16:creationId xmlns:a16="http://schemas.microsoft.com/office/drawing/2014/main" id="{F9F3CADE-B03A-8407-000A-A197A1F12F43}"/>
              </a:ext>
            </a:extLst>
          </p:cNvPr>
          <p:cNvSpPr>
            <a:spLocks noGrp="1"/>
          </p:cNvSpPr>
          <p:nvPr>
            <p:ph type="ctrTitle"/>
          </p:nvPr>
        </p:nvSpPr>
        <p:spPr/>
        <p:txBody>
          <a:bodyPr vert="horz"/>
          <a:lstStyle/>
          <a:p>
            <a:r>
              <a:rPr lang="en-GB"/>
              <a:t>Mid Year Check 2025 – Workday User Manual</a:t>
            </a:r>
            <a:endParaRPr lang="it-IT"/>
          </a:p>
        </p:txBody>
      </p:sp>
      <p:sp>
        <p:nvSpPr>
          <p:cNvPr id="7" name="Sottotitolo 6">
            <a:extLst>
              <a:ext uri="{FF2B5EF4-FFF2-40B4-BE49-F238E27FC236}">
                <a16:creationId xmlns:a16="http://schemas.microsoft.com/office/drawing/2014/main" id="{9A457CF4-1F77-5CD6-E7B0-50A5FC4FC645}"/>
              </a:ext>
            </a:extLst>
          </p:cNvPr>
          <p:cNvSpPr>
            <a:spLocks noGrp="1"/>
          </p:cNvSpPr>
          <p:nvPr>
            <p:ph type="subTitle" idx="1"/>
          </p:nvPr>
        </p:nvSpPr>
        <p:spPr/>
        <p:txBody>
          <a:bodyPr/>
          <a:lstStyle/>
          <a:p>
            <a:r>
              <a:rPr lang="it-IT"/>
              <a:t>For </a:t>
            </a:r>
            <a:r>
              <a:rPr lang="it-IT" err="1"/>
              <a:t>internal</a:t>
            </a:r>
            <a:r>
              <a:rPr lang="it-IT"/>
              <a:t> use </a:t>
            </a:r>
            <a:r>
              <a:rPr lang="it-IT" err="1"/>
              <a:t>only</a:t>
            </a:r>
            <a:endParaRPr lang="it-IT"/>
          </a:p>
          <a:p>
            <a:endParaRPr lang="it-IT"/>
          </a:p>
        </p:txBody>
      </p:sp>
      <p:sp>
        <p:nvSpPr>
          <p:cNvPr id="9" name="Segnaposto testo 8">
            <a:extLst>
              <a:ext uri="{FF2B5EF4-FFF2-40B4-BE49-F238E27FC236}">
                <a16:creationId xmlns:a16="http://schemas.microsoft.com/office/drawing/2014/main" id="{5C259696-A1C0-DED9-0E0E-298F6D524BD3}"/>
              </a:ext>
            </a:extLst>
          </p:cNvPr>
          <p:cNvSpPr>
            <a:spLocks noGrp="1"/>
          </p:cNvSpPr>
          <p:nvPr>
            <p:ph type="body" sz="quarter" idx="17"/>
          </p:nvPr>
        </p:nvSpPr>
        <p:spPr/>
        <p:txBody>
          <a:bodyPr/>
          <a:lstStyle/>
          <a:p>
            <a:r>
              <a:rPr lang="it-IT" err="1"/>
              <a:t>July</a:t>
            </a:r>
            <a:r>
              <a:rPr lang="it-IT"/>
              <a:t> 2025</a:t>
            </a:r>
          </a:p>
        </p:txBody>
      </p:sp>
      <p:sp>
        <p:nvSpPr>
          <p:cNvPr id="8" name="Segnaposto testo 7">
            <a:extLst>
              <a:ext uri="{FF2B5EF4-FFF2-40B4-BE49-F238E27FC236}">
                <a16:creationId xmlns:a16="http://schemas.microsoft.com/office/drawing/2014/main" id="{04AA37E1-1A89-E4BB-50AB-3CD61F0114BC}"/>
              </a:ext>
            </a:extLst>
          </p:cNvPr>
          <p:cNvSpPr>
            <a:spLocks noGrp="1"/>
          </p:cNvSpPr>
          <p:nvPr>
            <p:ph type="body" sz="quarter" idx="16"/>
          </p:nvPr>
        </p:nvSpPr>
        <p:spPr/>
        <p:txBody>
          <a:bodyPr/>
          <a:lstStyle/>
          <a:p>
            <a:r>
              <a:rPr lang="it-IT"/>
              <a:t>ENGINEERING </a:t>
            </a:r>
            <a:r>
              <a:rPr lang="it-IT" b="0"/>
              <a:t>/ THE DIGITAL TRANSFORMATION COMPANY</a:t>
            </a:r>
          </a:p>
        </p:txBody>
      </p:sp>
    </p:spTree>
    <p:extLst>
      <p:ext uri="{BB962C8B-B14F-4D97-AF65-F5344CB8AC3E}">
        <p14:creationId xmlns:p14="http://schemas.microsoft.com/office/powerpoint/2010/main" val="2793993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E5C3B54-04A7-AAE7-5920-2C3C58BCC686}"/>
              </a:ext>
            </a:extLst>
          </p:cNvPr>
          <p:cNvGraphicFramePr>
            <a:graphicFrameLocks noChangeAspect="1"/>
          </p:cNvGraphicFramePr>
          <p:nvPr>
            <p:custDataLst>
              <p:tags r:id="rId1"/>
            </p:custDataLst>
            <p:extLst>
              <p:ext uri="{D42A27DB-BD31-4B8C-83A1-F6EECF244321}">
                <p14:modId xmlns:p14="http://schemas.microsoft.com/office/powerpoint/2010/main" val="33943982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FE5C3B54-04A7-AAE7-5920-2C3C58BCC68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2C4CDD01-9AFA-7944-8C77-012E1771187C}"/>
              </a:ext>
            </a:extLst>
          </p:cNvPr>
          <p:cNvSpPr>
            <a:spLocks noGrp="1"/>
          </p:cNvSpPr>
          <p:nvPr>
            <p:ph type="title"/>
          </p:nvPr>
        </p:nvSpPr>
        <p:spPr/>
        <p:txBody>
          <a:bodyPr vert="horz"/>
          <a:lstStyle/>
          <a:p>
            <a:r>
              <a:rPr lang="en-GB"/>
              <a:t>Introduction </a:t>
            </a:r>
            <a:r>
              <a:rPr lang="en-GB" b="0"/>
              <a:t>/ How to read this manual: process and step-by-step system guide</a:t>
            </a:r>
            <a:endParaRPr lang="it-IT" b="0"/>
          </a:p>
        </p:txBody>
      </p:sp>
      <p:sp>
        <p:nvSpPr>
          <p:cNvPr id="4" name="Segnaposto numero diapositiva 3">
            <a:extLst>
              <a:ext uri="{FF2B5EF4-FFF2-40B4-BE49-F238E27FC236}">
                <a16:creationId xmlns:a16="http://schemas.microsoft.com/office/drawing/2014/main" id="{C265D380-7CD7-B942-91DF-2A14ECCBE9FA}"/>
              </a:ext>
            </a:extLst>
          </p:cNvPr>
          <p:cNvSpPr>
            <a:spLocks noGrp="1"/>
          </p:cNvSpPr>
          <p:nvPr>
            <p:ph type="sldNum" sz="quarter" idx="15"/>
          </p:nvPr>
        </p:nvSpPr>
        <p:spPr/>
        <p:txBody>
          <a:bodyPr/>
          <a:lstStyle/>
          <a:p>
            <a:fld id="{98BF7C3C-24CC-6140-8A22-738C44F1CFEB}" type="slidenum">
              <a:rPr lang="it-IT" smtClean="0"/>
              <a:pPr/>
              <a:t>3</a:t>
            </a:fld>
            <a:endParaRPr lang="it-IT"/>
          </a:p>
        </p:txBody>
      </p:sp>
      <p:sp>
        <p:nvSpPr>
          <p:cNvPr id="6" name="Segnaposto testo 5">
            <a:extLst>
              <a:ext uri="{FF2B5EF4-FFF2-40B4-BE49-F238E27FC236}">
                <a16:creationId xmlns:a16="http://schemas.microsoft.com/office/drawing/2014/main" id="{E69B1B04-1EE4-2E4C-85E8-B7EE85ADDA9A}"/>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31F383F1-3B72-A1B7-8466-4BDAAEEBF735}"/>
              </a:ext>
            </a:extLst>
          </p:cNvPr>
          <p:cNvSpPr>
            <a:spLocks noGrp="1"/>
          </p:cNvSpPr>
          <p:nvPr>
            <p:ph type="ftr" sz="quarter" idx="14"/>
          </p:nvPr>
        </p:nvSpPr>
        <p:spPr/>
        <p:txBody>
          <a:bodyPr/>
          <a:lstStyle/>
          <a:p>
            <a:endParaRPr lang="it-IT"/>
          </a:p>
        </p:txBody>
      </p:sp>
      <p:pic>
        <p:nvPicPr>
          <p:cNvPr id="9" name="Immagine 16">
            <a:extLst>
              <a:ext uri="{FF2B5EF4-FFF2-40B4-BE49-F238E27FC236}">
                <a16:creationId xmlns:a16="http://schemas.microsoft.com/office/drawing/2014/main" id="{32EDDBAB-7FA5-414A-C192-AA8E04779AEA}"/>
              </a:ext>
            </a:extLst>
          </p:cNvPr>
          <p:cNvPicPr>
            <a:picLocks noChangeAspect="1"/>
          </p:cNvPicPr>
          <p:nvPr/>
        </p:nvPicPr>
        <p:blipFill rotWithShape="1">
          <a:blip r:embed="rId6"/>
          <a:srcRect l="405" t="7769" r="-55" b="10962"/>
          <a:stretch/>
        </p:blipFill>
        <p:spPr>
          <a:xfrm>
            <a:off x="1050122" y="1224721"/>
            <a:ext cx="9414237" cy="5118479"/>
          </a:xfrm>
          <a:prstGeom prst="rect">
            <a:avLst/>
          </a:prstGeom>
          <a:ln>
            <a:solidFill>
              <a:schemeClr val="tx1">
                <a:lumMod val="65000"/>
                <a:lumOff val="35000"/>
              </a:schemeClr>
            </a:solidFill>
          </a:ln>
        </p:spPr>
      </p:pic>
      <p:sp>
        <p:nvSpPr>
          <p:cNvPr id="10" name="Fumetto: rettangolo 7">
            <a:extLst>
              <a:ext uri="{FF2B5EF4-FFF2-40B4-BE49-F238E27FC236}">
                <a16:creationId xmlns:a16="http://schemas.microsoft.com/office/drawing/2014/main" id="{EBBC2A7D-21ED-A955-DA40-17477988AE56}"/>
              </a:ext>
            </a:extLst>
          </p:cNvPr>
          <p:cNvSpPr/>
          <p:nvPr/>
        </p:nvSpPr>
        <p:spPr>
          <a:xfrm>
            <a:off x="1050122" y="4998108"/>
            <a:ext cx="2684332" cy="1270341"/>
          </a:xfrm>
          <a:prstGeom prst="wedgeRectCallout">
            <a:avLst>
              <a:gd name="adj1" fmla="val 42795"/>
              <a:gd name="adj2" fmla="val -108096"/>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a:latin typeface="CocoEng" pitchFamily="50" charset="0"/>
                <a:cs typeface="Segoe UI" panose="020B0502040204020203" pitchFamily="34" charset="0"/>
              </a:rPr>
              <a:t>See the reference screen to the left of the slide.</a:t>
            </a:r>
          </a:p>
          <a:p>
            <a:endParaRPr lang="en-US" sz="1200">
              <a:latin typeface="CocoEng" pitchFamily="50" charset="0"/>
              <a:cs typeface="Segoe UI" panose="020B0502040204020203" pitchFamily="34" charset="0"/>
            </a:endParaRPr>
          </a:p>
          <a:p>
            <a:r>
              <a:rPr lang="en-US" sz="1200" b="1">
                <a:latin typeface="CocoEng" pitchFamily="50" charset="0"/>
                <a:cs typeface="Segoe UI" panose="020B0502040204020203" pitchFamily="34" charset="0"/>
              </a:rPr>
              <a:t>Note: name-related information in the screenshots is provided for illustrative purposes.</a:t>
            </a:r>
            <a:endParaRPr lang="it-IT" sz="1100" b="1" i="1">
              <a:latin typeface="CocoEng" pitchFamily="50" charset="0"/>
              <a:cs typeface="Segoe UI" panose="020B0502040204020203" pitchFamily="34" charset="0"/>
            </a:endParaRPr>
          </a:p>
        </p:txBody>
      </p:sp>
      <p:sp>
        <p:nvSpPr>
          <p:cNvPr id="11" name="Fumetto: rettangolo 6">
            <a:extLst>
              <a:ext uri="{FF2B5EF4-FFF2-40B4-BE49-F238E27FC236}">
                <a16:creationId xmlns:a16="http://schemas.microsoft.com/office/drawing/2014/main" id="{717ED363-6298-3EAA-E106-1349267FBC4D}"/>
              </a:ext>
            </a:extLst>
          </p:cNvPr>
          <p:cNvSpPr/>
          <p:nvPr/>
        </p:nvSpPr>
        <p:spPr>
          <a:xfrm>
            <a:off x="9682242" y="5119714"/>
            <a:ext cx="1931583" cy="1270341"/>
          </a:xfrm>
          <a:prstGeom prst="wedgeRectCallout">
            <a:avLst>
              <a:gd name="adj1" fmla="val -55464"/>
              <a:gd name="adj2" fmla="val -1136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a:latin typeface="CocoEng" pitchFamily="50" charset="0"/>
                <a:cs typeface="Segoe UI" panose="020B0502040204020203" pitchFamily="34" charset="0"/>
              </a:rPr>
              <a:t>On the right of the slide, you can see the description of the steps to proceed in the process/functionality.</a:t>
            </a:r>
            <a:endParaRPr lang="it-IT" sz="1200">
              <a:latin typeface="CocoEng" pitchFamily="50" charset="0"/>
              <a:cs typeface="Segoe UI" panose="020B0502040204020203" pitchFamily="34" charset="0"/>
            </a:endParaRPr>
          </a:p>
        </p:txBody>
      </p:sp>
      <p:sp>
        <p:nvSpPr>
          <p:cNvPr id="12" name="TextBox 11">
            <a:extLst>
              <a:ext uri="{FF2B5EF4-FFF2-40B4-BE49-F238E27FC236}">
                <a16:creationId xmlns:a16="http://schemas.microsoft.com/office/drawing/2014/main" id="{5346AB7E-48EF-803D-6F22-76E38A1F2D07}"/>
              </a:ext>
            </a:extLst>
          </p:cNvPr>
          <p:cNvSpPr txBox="1"/>
          <p:nvPr/>
        </p:nvSpPr>
        <p:spPr>
          <a:xfrm>
            <a:off x="701313" y="857260"/>
            <a:ext cx="11233910" cy="276999"/>
          </a:xfrm>
          <a:prstGeom prst="rect">
            <a:avLst/>
          </a:prstGeom>
          <a:noFill/>
        </p:spPr>
        <p:txBody>
          <a:bodyPr wrap="square">
            <a:spAutoFit/>
          </a:bodyPr>
          <a:lstStyle/>
          <a:p>
            <a:pPr algn="just">
              <a:lnSpc>
                <a:spcPct val="100000"/>
              </a:lnSpc>
              <a:spcBef>
                <a:spcPts val="1800"/>
              </a:spcBef>
              <a:defRPr/>
            </a:pPr>
            <a:r>
              <a:rPr lang="en-US" sz="1200">
                <a:latin typeface="+mj-lt"/>
                <a:cs typeface="Segoe UI"/>
              </a:rPr>
              <a:t>The scope of this document is to provide the </a:t>
            </a:r>
            <a:r>
              <a:rPr lang="en-US" sz="1200" b="1">
                <a:solidFill>
                  <a:schemeClr val="accent1"/>
                </a:solidFill>
                <a:latin typeface="+mj-lt"/>
                <a:cs typeface="Segoe UI"/>
              </a:rPr>
              <a:t>tools and knowledge </a:t>
            </a:r>
            <a:r>
              <a:rPr lang="en-US" sz="1200">
                <a:latin typeface="+mj-lt"/>
                <a:cs typeface="Segoe UI"/>
              </a:rPr>
              <a:t>needed to use the new Workday platform for the </a:t>
            </a:r>
            <a:r>
              <a:rPr lang="en-US" sz="1200" b="1">
                <a:solidFill>
                  <a:schemeClr val="accent1"/>
                </a:solidFill>
                <a:latin typeface="+mj-lt"/>
                <a:cs typeface="Segoe UI"/>
              </a:rPr>
              <a:t>Mid Year Check-In</a:t>
            </a:r>
            <a:r>
              <a:rPr lang="en-US" sz="1200">
                <a:latin typeface="+mj-lt"/>
                <a:cs typeface="Segoe UI"/>
              </a:rPr>
              <a:t>.</a:t>
            </a:r>
            <a:endParaRPr lang="it-IT" sz="1200">
              <a:solidFill>
                <a:schemeClr val="accent1"/>
              </a:solidFill>
              <a:latin typeface="+mj-lt"/>
            </a:endParaRPr>
          </a:p>
        </p:txBody>
      </p:sp>
    </p:spTree>
    <p:extLst>
      <p:ext uri="{BB962C8B-B14F-4D97-AF65-F5344CB8AC3E}">
        <p14:creationId xmlns:p14="http://schemas.microsoft.com/office/powerpoint/2010/main" val="550282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B2B64AB-F52D-50ED-EC8F-6499768BBB5B}"/>
              </a:ext>
            </a:extLst>
          </p:cNvPr>
          <p:cNvGraphicFramePr>
            <a:graphicFrameLocks noChangeAspect="1"/>
          </p:cNvGraphicFramePr>
          <p:nvPr>
            <p:custDataLst>
              <p:tags r:id="rId1"/>
            </p:custDataLst>
            <p:extLst>
              <p:ext uri="{D42A27DB-BD31-4B8C-83A1-F6EECF244321}">
                <p14:modId xmlns:p14="http://schemas.microsoft.com/office/powerpoint/2010/main" val="39309191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3" name="think-cell data - do not delete" hidden="1">
                        <a:extLst>
                          <a:ext uri="{FF2B5EF4-FFF2-40B4-BE49-F238E27FC236}">
                            <a16:creationId xmlns:a16="http://schemas.microsoft.com/office/drawing/2014/main" id="{EB2B64AB-F52D-50ED-EC8F-6499768BBB5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6" name="Segnaposto immagine 5">
            <a:extLst>
              <a:ext uri="{FF2B5EF4-FFF2-40B4-BE49-F238E27FC236}">
                <a16:creationId xmlns:a16="http://schemas.microsoft.com/office/drawing/2014/main" id="{5313E3BC-79AC-A5B3-F82F-FD2999C418CB}"/>
              </a:ext>
            </a:extLst>
          </p:cNvPr>
          <p:cNvPicPr>
            <a:picLocks noGrp="1" noChangeAspect="1"/>
          </p:cNvPicPr>
          <p:nvPr>
            <p:ph type="pic" sz="quarter" idx="11"/>
          </p:nvPr>
        </p:nvPicPr>
        <p:blipFill>
          <a:blip r:embed="rId6"/>
          <a:srcRect l="24934" r="24934"/>
          <a:stretch/>
        </p:blipFill>
        <p:spPr>
          <a:xfrm>
            <a:off x="6095999" y="0"/>
            <a:ext cx="6111325" cy="6858000"/>
          </a:xfrm>
        </p:spPr>
      </p:pic>
      <p:sp>
        <p:nvSpPr>
          <p:cNvPr id="5" name="Segnaposto testo 4">
            <a:extLst>
              <a:ext uri="{FF2B5EF4-FFF2-40B4-BE49-F238E27FC236}">
                <a16:creationId xmlns:a16="http://schemas.microsoft.com/office/drawing/2014/main" id="{3B65FF2B-7ACC-8F3D-3402-24BCD86A6849}"/>
              </a:ext>
            </a:extLst>
          </p:cNvPr>
          <p:cNvSpPr>
            <a:spLocks noGrp="1"/>
          </p:cNvSpPr>
          <p:nvPr>
            <p:ph type="body" sz="quarter" idx="20"/>
          </p:nvPr>
        </p:nvSpPr>
        <p:spPr/>
        <p:txBody>
          <a:bodyPr/>
          <a:lstStyle/>
          <a:p>
            <a:r>
              <a:rPr lang="it-IT" b="1" err="1">
                <a:solidFill>
                  <a:schemeClr val="accent1"/>
                </a:solidFill>
              </a:rPr>
              <a:t>Employee</a:t>
            </a:r>
            <a:r>
              <a:rPr lang="it-IT" b="1">
                <a:solidFill>
                  <a:schemeClr val="accent1"/>
                </a:solidFill>
              </a:rPr>
              <a:t> – Self Evaluation </a:t>
            </a:r>
          </a:p>
          <a:p>
            <a:r>
              <a:rPr lang="it-IT"/>
              <a:t>Manager – </a:t>
            </a:r>
            <a:r>
              <a:rPr lang="it-IT" err="1"/>
              <a:t>Get</a:t>
            </a:r>
            <a:r>
              <a:rPr lang="it-IT"/>
              <a:t> </a:t>
            </a:r>
            <a:r>
              <a:rPr lang="it-IT" err="1"/>
              <a:t>Additional</a:t>
            </a:r>
            <a:r>
              <a:rPr lang="it-IT"/>
              <a:t> Manager Evaluation</a:t>
            </a:r>
          </a:p>
          <a:p>
            <a:r>
              <a:rPr lang="it-IT" err="1"/>
              <a:t>Additional</a:t>
            </a:r>
            <a:r>
              <a:rPr lang="it-IT"/>
              <a:t> Manager – </a:t>
            </a:r>
            <a:r>
              <a:rPr lang="it-IT" err="1"/>
              <a:t>Additional</a:t>
            </a:r>
            <a:r>
              <a:rPr lang="it-IT"/>
              <a:t> Manager Evaluation</a:t>
            </a:r>
          </a:p>
          <a:p>
            <a:r>
              <a:rPr lang="it-IT"/>
              <a:t>Manager – Manager Evaluation &amp; To Do</a:t>
            </a:r>
          </a:p>
          <a:p>
            <a:r>
              <a:rPr lang="it-IT" err="1"/>
              <a:t>Employee</a:t>
            </a:r>
            <a:r>
              <a:rPr lang="it-IT"/>
              <a:t> – </a:t>
            </a:r>
            <a:r>
              <a:rPr lang="it-IT" err="1"/>
              <a:t>Acknowledgement</a:t>
            </a:r>
            <a:r>
              <a:rPr lang="it-IT"/>
              <a:t> </a:t>
            </a:r>
          </a:p>
          <a:p>
            <a:r>
              <a:rPr lang="it-IT" err="1"/>
              <a:t>FAQs</a:t>
            </a:r>
            <a:endParaRPr lang="it-IT"/>
          </a:p>
          <a:p>
            <a:endParaRPr lang="en-GB"/>
          </a:p>
        </p:txBody>
      </p:sp>
      <p:sp>
        <p:nvSpPr>
          <p:cNvPr id="11" name="Titolo 10">
            <a:extLst>
              <a:ext uri="{FF2B5EF4-FFF2-40B4-BE49-F238E27FC236}">
                <a16:creationId xmlns:a16="http://schemas.microsoft.com/office/drawing/2014/main" id="{363EB4BA-9ABD-BE4A-A119-193AD4094E2F}"/>
              </a:ext>
            </a:extLst>
          </p:cNvPr>
          <p:cNvSpPr>
            <a:spLocks noGrp="1"/>
          </p:cNvSpPr>
          <p:nvPr>
            <p:ph type="title"/>
          </p:nvPr>
        </p:nvSpPr>
        <p:spPr/>
        <p:txBody>
          <a:bodyPr vert="horz"/>
          <a:lstStyle/>
          <a:p>
            <a:r>
              <a:rPr lang="it-IT"/>
              <a:t>Agenda</a:t>
            </a:r>
            <a:br>
              <a:rPr lang="it-IT"/>
            </a:br>
            <a:r>
              <a:rPr lang="it-IT" err="1"/>
              <a:t>Workday</a:t>
            </a:r>
            <a:r>
              <a:rPr lang="it-IT"/>
              <a:t> Tasks</a:t>
            </a:r>
          </a:p>
        </p:txBody>
      </p:sp>
      <p:sp>
        <p:nvSpPr>
          <p:cNvPr id="9" name="Segnaposto testo 8">
            <a:extLst>
              <a:ext uri="{FF2B5EF4-FFF2-40B4-BE49-F238E27FC236}">
                <a16:creationId xmlns:a16="http://schemas.microsoft.com/office/drawing/2014/main" id="{024FAF7D-2070-3F4F-A537-DBCC494E5E73}"/>
              </a:ext>
            </a:extLst>
          </p:cNvPr>
          <p:cNvSpPr>
            <a:spLocks noGrp="1"/>
          </p:cNvSpPr>
          <p:nvPr>
            <p:ph type="body" sz="quarter" idx="13"/>
          </p:nvPr>
        </p:nvSpPr>
        <p:spPr/>
        <p:txBody>
          <a:bodyPr/>
          <a:lstStyle/>
          <a:p>
            <a:r>
              <a:rPr lang="it-IT"/>
              <a:t>ENGINEERING </a:t>
            </a:r>
            <a:r>
              <a:rPr lang="it-IT" b="0"/>
              <a:t>/ THE DIGITAL TRANSFORMATION COMPANY</a:t>
            </a:r>
          </a:p>
        </p:txBody>
      </p:sp>
      <p:sp>
        <p:nvSpPr>
          <p:cNvPr id="13" name="Segnaposto piè di pagina 12">
            <a:extLst>
              <a:ext uri="{FF2B5EF4-FFF2-40B4-BE49-F238E27FC236}">
                <a16:creationId xmlns:a16="http://schemas.microsoft.com/office/drawing/2014/main" id="{87D5A527-9A82-99C3-F876-BE469BED6B02}"/>
              </a:ext>
            </a:extLst>
          </p:cNvPr>
          <p:cNvSpPr>
            <a:spLocks noGrp="1"/>
          </p:cNvSpPr>
          <p:nvPr>
            <p:ph type="ftr" sz="quarter" idx="17"/>
          </p:nvPr>
        </p:nvSpPr>
        <p:spPr/>
        <p:txBody>
          <a:bodyPr/>
          <a:lstStyle/>
          <a:p>
            <a:endParaRPr lang="it-IT"/>
          </a:p>
        </p:txBody>
      </p:sp>
      <p:sp>
        <p:nvSpPr>
          <p:cNvPr id="2" name="Segnaposto numero diapositiva 1">
            <a:extLst>
              <a:ext uri="{FF2B5EF4-FFF2-40B4-BE49-F238E27FC236}">
                <a16:creationId xmlns:a16="http://schemas.microsoft.com/office/drawing/2014/main" id="{310F6DE6-6728-932E-C5E0-512D05F60AE8}"/>
              </a:ext>
            </a:extLst>
          </p:cNvPr>
          <p:cNvSpPr>
            <a:spLocks noGrp="1"/>
          </p:cNvSpPr>
          <p:nvPr>
            <p:ph type="sldNum" sz="quarter" idx="18"/>
          </p:nvPr>
        </p:nvSpPr>
        <p:spPr/>
        <p:txBody>
          <a:bodyPr/>
          <a:lstStyle/>
          <a:p>
            <a:fld id="{98BF7C3C-24CC-6140-8A22-738C44F1CFEB}" type="slidenum">
              <a:rPr lang="it-IT" smtClean="0"/>
              <a:pPr/>
              <a:t>4</a:t>
            </a:fld>
            <a:endParaRPr lang="it-IT"/>
          </a:p>
        </p:txBody>
      </p:sp>
    </p:spTree>
    <p:extLst>
      <p:ext uri="{BB962C8B-B14F-4D97-AF65-F5344CB8AC3E}">
        <p14:creationId xmlns:p14="http://schemas.microsoft.com/office/powerpoint/2010/main" val="1926916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2C8F1-444D-5B94-1240-AE435FA3B0D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820FFFB-1AA1-AE19-1246-C27641676E08}"/>
              </a:ext>
            </a:extLst>
          </p:cNvPr>
          <p:cNvGraphicFramePr>
            <a:graphicFrameLocks noChangeAspect="1"/>
          </p:cNvGraphicFramePr>
          <p:nvPr>
            <p:custDataLst>
              <p:tags r:id="rId1"/>
            </p:custDataLst>
            <p:extLst>
              <p:ext uri="{D42A27DB-BD31-4B8C-83A1-F6EECF244321}">
                <p14:modId xmlns:p14="http://schemas.microsoft.com/office/powerpoint/2010/main" val="20553352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2820FFFB-1AA1-AE19-1246-C27641676E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DFED38F1-8A67-F39B-4CE4-B476CDB79E69}"/>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Self Evaluation (2/5)</a:t>
            </a:r>
          </a:p>
        </p:txBody>
      </p:sp>
      <p:sp>
        <p:nvSpPr>
          <p:cNvPr id="4" name="Segnaposto numero diapositiva 3">
            <a:extLst>
              <a:ext uri="{FF2B5EF4-FFF2-40B4-BE49-F238E27FC236}">
                <a16:creationId xmlns:a16="http://schemas.microsoft.com/office/drawing/2014/main" id="{2653D4EC-8089-9679-9250-9D4945875558}"/>
              </a:ext>
            </a:extLst>
          </p:cNvPr>
          <p:cNvSpPr>
            <a:spLocks noGrp="1"/>
          </p:cNvSpPr>
          <p:nvPr>
            <p:ph type="sldNum" sz="quarter" idx="15"/>
          </p:nvPr>
        </p:nvSpPr>
        <p:spPr/>
        <p:txBody>
          <a:bodyPr/>
          <a:lstStyle/>
          <a:p>
            <a:fld id="{98BF7C3C-24CC-6140-8A22-738C44F1CFEB}" type="slidenum">
              <a:rPr lang="it-IT" smtClean="0"/>
              <a:pPr/>
              <a:t>5</a:t>
            </a:fld>
            <a:endParaRPr lang="it-IT"/>
          </a:p>
        </p:txBody>
      </p:sp>
      <p:sp>
        <p:nvSpPr>
          <p:cNvPr id="6" name="Segnaposto testo 5">
            <a:extLst>
              <a:ext uri="{FF2B5EF4-FFF2-40B4-BE49-F238E27FC236}">
                <a16:creationId xmlns:a16="http://schemas.microsoft.com/office/drawing/2014/main" id="{F56B5294-3B23-5F90-48B7-ED9A5934C9BF}"/>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290B8460-EC4E-34C9-3DAB-941509544C5C}"/>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D3E9C830-45EB-E6BC-E090-87662C327BD5}"/>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0CDE04A4-8169-0EC1-B3D6-EFC61965A743}"/>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D0636731-ECDD-F2EF-7820-F5A894FE0EA5}"/>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478DB951-9D72-4DD5-12D5-FECB831B89D5}"/>
              </a:ext>
            </a:extLst>
          </p:cNvPr>
          <p:cNvSpPr txBox="1"/>
          <p:nvPr/>
        </p:nvSpPr>
        <p:spPr>
          <a:xfrm>
            <a:off x="8696680" y="1402163"/>
            <a:ext cx="3066210" cy="1384995"/>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The self-assessment form is divided into several sections:</a:t>
            </a:r>
          </a:p>
          <a:p>
            <a:pPr marL="285750" indent="-285750">
              <a:buFont typeface="Arial" panose="020B0604020202020204" pitchFamily="34" charset="0"/>
              <a:buChar char="•"/>
            </a:pPr>
            <a:r>
              <a:rPr lang="en-GB" sz="1200">
                <a:latin typeface="+mj-lt"/>
                <a:cs typeface="Segoe UI" panose="020B0502040204020203" pitchFamily="34" charset="0"/>
              </a:rPr>
              <a:t>Feedback</a:t>
            </a:r>
          </a:p>
          <a:p>
            <a:pPr marL="285750" indent="-285750">
              <a:buFont typeface="Arial" panose="020B0604020202020204" pitchFamily="34" charset="0"/>
              <a:buChar char="•"/>
            </a:pPr>
            <a:r>
              <a:rPr lang="en-GB" sz="1200">
                <a:latin typeface="+mj-lt"/>
                <a:cs typeface="Segoe UI" panose="020B0502040204020203" pitchFamily="34" charset="0"/>
              </a:rPr>
              <a:t>Goals</a:t>
            </a:r>
          </a:p>
          <a:p>
            <a:pPr marL="285750" indent="-285750">
              <a:buFont typeface="Arial" panose="020B0604020202020204" pitchFamily="34" charset="0"/>
              <a:buChar char="•"/>
            </a:pPr>
            <a:r>
              <a:rPr lang="en-GB" sz="1200">
                <a:latin typeface="+mj-lt"/>
                <a:cs typeface="Segoe UI" panose="020B0502040204020203" pitchFamily="34" charset="0"/>
              </a:rPr>
              <a:t>Behaviours</a:t>
            </a:r>
          </a:p>
          <a:p>
            <a:pPr marL="285750" indent="-285750">
              <a:buFont typeface="Arial" panose="020B0604020202020204" pitchFamily="34" charset="0"/>
              <a:buChar char="•"/>
            </a:pPr>
            <a:r>
              <a:rPr lang="en-GB" sz="1200">
                <a:latin typeface="+mj-lt"/>
                <a:cs typeface="Segoe UI" panose="020B0502040204020203" pitchFamily="34" charset="0"/>
              </a:rPr>
              <a:t>Supporting Documents</a:t>
            </a:r>
          </a:p>
          <a:p>
            <a:pPr marL="285750" indent="-285750">
              <a:buFont typeface="Arial" panose="020B0604020202020204" pitchFamily="34" charset="0"/>
              <a:buChar char="•"/>
            </a:pPr>
            <a:r>
              <a:rPr lang="en-GB" sz="1200">
                <a:latin typeface="+mj-lt"/>
                <a:cs typeface="Segoe UI" panose="020B0502040204020203" pitchFamily="34" charset="0"/>
              </a:rPr>
              <a:t>Review and Submit</a:t>
            </a:r>
            <a:endParaRPr lang="it-IT" sz="1200" b="1">
              <a:latin typeface="+mj-lt"/>
              <a:cs typeface="Segoe UI" panose="020B0502040204020203" pitchFamily="34" charset="0"/>
            </a:endParaRPr>
          </a:p>
        </p:txBody>
      </p:sp>
      <p:sp>
        <p:nvSpPr>
          <p:cNvPr id="16" name="Ovale 11">
            <a:extLst>
              <a:ext uri="{FF2B5EF4-FFF2-40B4-BE49-F238E27FC236}">
                <a16:creationId xmlns:a16="http://schemas.microsoft.com/office/drawing/2014/main" id="{6EDBF1AB-7766-3826-0C87-F169EDDEC9A9}"/>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18" name="Ovale 11">
            <a:extLst>
              <a:ext uri="{FF2B5EF4-FFF2-40B4-BE49-F238E27FC236}">
                <a16:creationId xmlns:a16="http://schemas.microsoft.com/office/drawing/2014/main" id="{7A57B84C-35D4-B828-4D45-5FFC724BCA69}"/>
              </a:ext>
            </a:extLst>
          </p:cNvPr>
          <p:cNvSpPr/>
          <p:nvPr/>
        </p:nvSpPr>
        <p:spPr>
          <a:xfrm>
            <a:off x="8226273" y="2853662"/>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pic>
        <p:nvPicPr>
          <p:cNvPr id="34" name="Elemento grafico 36" descr="Utente con riempimento a tinta unita">
            <a:extLst>
              <a:ext uri="{FF2B5EF4-FFF2-40B4-BE49-F238E27FC236}">
                <a16:creationId xmlns:a16="http://schemas.microsoft.com/office/drawing/2014/main" id="{E345C9BB-153F-0E23-B152-2DDE9C939AE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C9DA8D34-0A90-C239-39FA-EF8185448C85}"/>
              </a:ext>
            </a:extLst>
          </p:cNvPr>
          <p:cNvSpPr txBox="1"/>
          <p:nvPr/>
        </p:nvSpPr>
        <p:spPr>
          <a:xfrm>
            <a:off x="10403001" y="435276"/>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err="1">
                <a:solidFill>
                  <a:schemeClr val="accent2"/>
                </a:solidFill>
                <a:latin typeface="CocoEng" pitchFamily="50" charset="0"/>
                <a:cs typeface="Segoe UI" panose="020B0502040204020203" pitchFamily="34" charset="0"/>
              </a:rPr>
              <a:t>Employee</a:t>
            </a:r>
            <a:endParaRPr lang="it-IT" sz="1600" b="1">
              <a:solidFill>
                <a:schemeClr val="accent2"/>
              </a:solidFill>
              <a:latin typeface="CocoEng" pitchFamily="50" charset="0"/>
              <a:cs typeface="Segoe UI" panose="020B0502040204020203" pitchFamily="34" charset="0"/>
            </a:endParaRPr>
          </a:p>
        </p:txBody>
      </p:sp>
      <p:sp>
        <p:nvSpPr>
          <p:cNvPr id="2" name="CasellaDiTesto 38">
            <a:extLst>
              <a:ext uri="{FF2B5EF4-FFF2-40B4-BE49-F238E27FC236}">
                <a16:creationId xmlns:a16="http://schemas.microsoft.com/office/drawing/2014/main" id="{089C7360-B505-6B82-2A4E-3745223D40E8}"/>
              </a:ext>
            </a:extLst>
          </p:cNvPr>
          <p:cNvSpPr txBox="1"/>
          <p:nvPr/>
        </p:nvSpPr>
        <p:spPr>
          <a:xfrm>
            <a:off x="8696680" y="2853662"/>
            <a:ext cx="3066210" cy="830997"/>
          </a:xfrm>
          <a:prstGeom prst="rect">
            <a:avLst/>
          </a:prstGeom>
          <a:noFill/>
          <a:ln>
            <a:solidFill>
              <a:schemeClr val="bg2"/>
            </a:solidFill>
            <a:prstDash val="dash"/>
          </a:ln>
        </p:spPr>
        <p:txBody>
          <a:bodyPr wrap="square">
            <a:spAutoFit/>
          </a:bodyPr>
          <a:lstStyle/>
          <a:p>
            <a:r>
              <a:rPr lang="en-US" sz="1200">
                <a:latin typeface="+mj-lt"/>
                <a:cs typeface="Segoe UI" panose="020B0502040204020203" pitchFamily="34" charset="0"/>
              </a:rPr>
              <a:t>In the section "</a:t>
            </a:r>
            <a:r>
              <a:rPr lang="en-US" sz="1200" b="1">
                <a:latin typeface="+mj-lt"/>
                <a:cs typeface="Segoe UI" panose="020B0502040204020203" pitchFamily="34" charset="0"/>
              </a:rPr>
              <a:t>Feedback</a:t>
            </a:r>
            <a:r>
              <a:rPr lang="en-US" sz="1200">
                <a:latin typeface="+mj-lt"/>
                <a:cs typeface="Segoe UI" panose="020B0502040204020203" pitchFamily="34" charset="0"/>
              </a:rPr>
              <a:t>" you can view all the feedback requested both outside and during the Mid Year Check – In phase.</a:t>
            </a:r>
            <a:endParaRPr lang="it-IT" sz="1200">
              <a:latin typeface="+mj-lt"/>
              <a:cs typeface="Segoe UI" panose="020B0502040204020203" pitchFamily="34" charset="0"/>
            </a:endParaRPr>
          </a:p>
        </p:txBody>
      </p:sp>
      <p:sp>
        <p:nvSpPr>
          <p:cNvPr id="9" name="CasellaDiTesto 38">
            <a:extLst>
              <a:ext uri="{FF2B5EF4-FFF2-40B4-BE49-F238E27FC236}">
                <a16:creationId xmlns:a16="http://schemas.microsoft.com/office/drawing/2014/main" id="{4799D545-A9CC-D4A2-0661-DBAE2417C994}"/>
              </a:ext>
            </a:extLst>
          </p:cNvPr>
          <p:cNvSpPr txBox="1"/>
          <p:nvPr/>
        </p:nvSpPr>
        <p:spPr>
          <a:xfrm>
            <a:off x="8696680" y="3776870"/>
            <a:ext cx="3066210" cy="1015663"/>
          </a:xfrm>
          <a:prstGeom prst="rect">
            <a:avLst/>
          </a:prstGeom>
          <a:noFill/>
          <a:ln>
            <a:solidFill>
              <a:schemeClr val="bg2"/>
            </a:solidFill>
            <a:prstDash val="dash"/>
          </a:ln>
        </p:spPr>
        <p:txBody>
          <a:bodyPr wrap="square">
            <a:spAutoFit/>
          </a:bodyPr>
          <a:lstStyle/>
          <a:p>
            <a:r>
              <a:rPr lang="it-IT" sz="1200" b="1">
                <a:latin typeface="+mj-lt"/>
                <a:cs typeface="Segoe UI" panose="020B0502040204020203" pitchFamily="34" charset="0"/>
              </a:rPr>
              <a:t>«</a:t>
            </a:r>
            <a:r>
              <a:rPr lang="it-IT" sz="1200" b="1" err="1">
                <a:latin typeface="+mj-lt"/>
                <a:cs typeface="Segoe UI" panose="020B0502040204020203" pitchFamily="34" charset="0"/>
              </a:rPr>
              <a:t>Request</a:t>
            </a:r>
            <a:r>
              <a:rPr lang="it-IT" sz="1200" b="1">
                <a:latin typeface="+mj-lt"/>
                <a:cs typeface="Segoe UI" panose="020B0502040204020203" pitchFamily="34" charset="0"/>
              </a:rPr>
              <a:t> Feedback»: </a:t>
            </a:r>
            <a:r>
              <a:rPr lang="en-US" sz="1200">
                <a:latin typeface="+mj-lt"/>
                <a:cs typeface="Segoe UI" panose="020B0502040204020203" pitchFamily="34" charset="0"/>
              </a:rPr>
              <a:t>You can find all the feedback you receive from people during the year, which you can also find in your personal profile under the "Feedback" section</a:t>
            </a:r>
            <a:endParaRPr lang="it-IT" sz="1200">
              <a:latin typeface="+mj-lt"/>
              <a:cs typeface="Segoe UI" panose="020B0502040204020203" pitchFamily="34" charset="0"/>
            </a:endParaRPr>
          </a:p>
        </p:txBody>
      </p:sp>
      <p:sp>
        <p:nvSpPr>
          <p:cNvPr id="10" name="CasellaDiTesto 38">
            <a:extLst>
              <a:ext uri="{FF2B5EF4-FFF2-40B4-BE49-F238E27FC236}">
                <a16:creationId xmlns:a16="http://schemas.microsoft.com/office/drawing/2014/main" id="{CC9E2EB2-7F50-C301-F67F-3111B4A9E91E}"/>
              </a:ext>
            </a:extLst>
          </p:cNvPr>
          <p:cNvSpPr txBox="1"/>
          <p:nvPr/>
        </p:nvSpPr>
        <p:spPr>
          <a:xfrm>
            <a:off x="8696680" y="4897338"/>
            <a:ext cx="3066210" cy="1015663"/>
          </a:xfrm>
          <a:prstGeom prst="rect">
            <a:avLst/>
          </a:prstGeom>
          <a:noFill/>
          <a:ln>
            <a:solidFill>
              <a:schemeClr val="bg2"/>
            </a:solidFill>
            <a:prstDash val="dash"/>
          </a:ln>
        </p:spPr>
        <p:txBody>
          <a:bodyPr wrap="square">
            <a:spAutoFit/>
          </a:bodyPr>
          <a:lstStyle/>
          <a:p>
            <a:r>
              <a:rPr lang="it-IT" sz="1200" b="1">
                <a:latin typeface="+mj-lt"/>
                <a:cs typeface="Segoe UI" panose="020B0502040204020203" pitchFamily="34" charset="0"/>
              </a:rPr>
              <a:t>«Feedback from Review»: </a:t>
            </a:r>
            <a:r>
              <a:rPr lang="en-US" sz="1200">
                <a:latin typeface="+mj-lt"/>
                <a:cs typeface="Segoe UI" panose="020B0502040204020203" pitchFamily="34" charset="0"/>
              </a:rPr>
              <a:t>you will find all the feedback provided by the Additional Manager (if present or other relevant stakeholder) during the Mid Year Check – In phase.</a:t>
            </a:r>
            <a:endParaRPr lang="it-IT" sz="1200">
              <a:latin typeface="+mj-lt"/>
              <a:cs typeface="Segoe UI" panose="020B0502040204020203" pitchFamily="34" charset="0"/>
            </a:endParaRPr>
          </a:p>
        </p:txBody>
      </p:sp>
      <p:sp>
        <p:nvSpPr>
          <p:cNvPr id="11" name="CasellaDiTesto 38">
            <a:extLst>
              <a:ext uri="{FF2B5EF4-FFF2-40B4-BE49-F238E27FC236}">
                <a16:creationId xmlns:a16="http://schemas.microsoft.com/office/drawing/2014/main" id="{DCD239ED-4DC9-D14C-1B17-B457DDF8A34B}"/>
              </a:ext>
            </a:extLst>
          </p:cNvPr>
          <p:cNvSpPr txBox="1"/>
          <p:nvPr/>
        </p:nvSpPr>
        <p:spPr>
          <a:xfrm>
            <a:off x="8723848" y="6004709"/>
            <a:ext cx="3066210" cy="461665"/>
          </a:xfrm>
          <a:prstGeom prst="rect">
            <a:avLst/>
          </a:prstGeom>
          <a:noFill/>
          <a:ln>
            <a:solidFill>
              <a:schemeClr val="bg2"/>
            </a:solidFill>
            <a:prstDash val="dash"/>
          </a:ln>
        </p:spPr>
        <p:txBody>
          <a:bodyPr wrap="square">
            <a:spAutoFit/>
          </a:bodyPr>
          <a:lstStyle/>
          <a:p>
            <a:r>
              <a:rPr lang="en-US" sz="1200">
                <a:latin typeface="+mj-lt"/>
                <a:cs typeface="Segoe UI" panose="020B0502040204020203" pitchFamily="34" charset="0"/>
              </a:rPr>
              <a:t>Click "</a:t>
            </a:r>
            <a:r>
              <a:rPr lang="en-US" sz="1200" b="1">
                <a:latin typeface="+mj-lt"/>
                <a:cs typeface="Segoe UI" panose="020B0502040204020203" pitchFamily="34" charset="0"/>
              </a:rPr>
              <a:t>Next</a:t>
            </a:r>
            <a:r>
              <a:rPr lang="en-US" sz="1200">
                <a:latin typeface="+mj-lt"/>
                <a:cs typeface="Segoe UI" panose="020B0502040204020203" pitchFamily="34" charset="0"/>
              </a:rPr>
              <a:t>" to move forward to the other sections.</a:t>
            </a:r>
            <a:endParaRPr lang="it-IT" sz="1200">
              <a:latin typeface="+mj-lt"/>
              <a:cs typeface="Segoe UI" panose="020B0502040204020203" pitchFamily="34" charset="0"/>
            </a:endParaRPr>
          </a:p>
        </p:txBody>
      </p:sp>
      <p:sp>
        <p:nvSpPr>
          <p:cNvPr id="22" name="Ovale 11">
            <a:extLst>
              <a:ext uri="{FF2B5EF4-FFF2-40B4-BE49-F238E27FC236}">
                <a16:creationId xmlns:a16="http://schemas.microsoft.com/office/drawing/2014/main" id="{5F301549-D65C-E697-FBAC-2D058C2F8790}"/>
              </a:ext>
            </a:extLst>
          </p:cNvPr>
          <p:cNvSpPr/>
          <p:nvPr/>
        </p:nvSpPr>
        <p:spPr>
          <a:xfrm>
            <a:off x="8226273" y="3779727"/>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23" name="Ovale 11">
            <a:extLst>
              <a:ext uri="{FF2B5EF4-FFF2-40B4-BE49-F238E27FC236}">
                <a16:creationId xmlns:a16="http://schemas.microsoft.com/office/drawing/2014/main" id="{097AA0C6-36C5-6B5B-BADC-8CFFB00BD5FA}"/>
              </a:ext>
            </a:extLst>
          </p:cNvPr>
          <p:cNvSpPr/>
          <p:nvPr/>
        </p:nvSpPr>
        <p:spPr>
          <a:xfrm>
            <a:off x="8226273" y="4887552"/>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24" name="Ovale 11">
            <a:extLst>
              <a:ext uri="{FF2B5EF4-FFF2-40B4-BE49-F238E27FC236}">
                <a16:creationId xmlns:a16="http://schemas.microsoft.com/office/drawing/2014/main" id="{1AA07B32-A34F-C393-550A-6A8A2C1963F8}"/>
              </a:ext>
            </a:extLst>
          </p:cNvPr>
          <p:cNvSpPr/>
          <p:nvPr/>
        </p:nvSpPr>
        <p:spPr>
          <a:xfrm>
            <a:off x="8226273" y="600470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5</a:t>
            </a:r>
          </a:p>
        </p:txBody>
      </p:sp>
      <p:pic>
        <p:nvPicPr>
          <p:cNvPr id="26" name="Picture 25">
            <a:extLst>
              <a:ext uri="{FF2B5EF4-FFF2-40B4-BE49-F238E27FC236}">
                <a16:creationId xmlns:a16="http://schemas.microsoft.com/office/drawing/2014/main" id="{59836294-6002-A7CD-347C-D327DD8DDF7D}"/>
              </a:ext>
            </a:extLst>
          </p:cNvPr>
          <p:cNvPicPr>
            <a:picLocks noChangeAspect="1"/>
          </p:cNvPicPr>
          <p:nvPr/>
        </p:nvPicPr>
        <p:blipFill>
          <a:blip r:embed="rId8"/>
          <a:stretch>
            <a:fillRect/>
          </a:stretch>
        </p:blipFill>
        <p:spPr>
          <a:xfrm>
            <a:off x="881163" y="1513921"/>
            <a:ext cx="5268021" cy="3739354"/>
          </a:xfrm>
          <a:prstGeom prst="rect">
            <a:avLst/>
          </a:prstGeom>
          <a:ln>
            <a:solidFill>
              <a:schemeClr val="accent6"/>
            </a:solidFill>
          </a:ln>
        </p:spPr>
      </p:pic>
      <p:sp>
        <p:nvSpPr>
          <p:cNvPr id="27" name="Rectangle 26">
            <a:extLst>
              <a:ext uri="{FF2B5EF4-FFF2-40B4-BE49-F238E27FC236}">
                <a16:creationId xmlns:a16="http://schemas.microsoft.com/office/drawing/2014/main" id="{CADEEE99-03D9-2D5E-D6AA-B3A59E98649B}"/>
              </a:ext>
            </a:extLst>
          </p:cNvPr>
          <p:cNvSpPr/>
          <p:nvPr/>
        </p:nvSpPr>
        <p:spPr>
          <a:xfrm>
            <a:off x="881163" y="2542463"/>
            <a:ext cx="857485" cy="19318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0C3E1503-B8F1-9415-B1D9-C77C6EDD6F10}"/>
              </a:ext>
            </a:extLst>
          </p:cNvPr>
          <p:cNvSpPr/>
          <p:nvPr/>
        </p:nvSpPr>
        <p:spPr>
          <a:xfrm>
            <a:off x="3184336" y="5028575"/>
            <a:ext cx="621372" cy="20609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2AC04C10-9A8A-394F-6B2A-B4A4A9B3BAFD}"/>
              </a:ext>
            </a:extLst>
          </p:cNvPr>
          <p:cNvSpPr/>
          <p:nvPr/>
        </p:nvSpPr>
        <p:spPr>
          <a:xfrm>
            <a:off x="2780627" y="2263910"/>
            <a:ext cx="825457" cy="20609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EC1731DC-0CCC-3302-B8B3-9680274D8C6F}"/>
              </a:ext>
            </a:extLst>
          </p:cNvPr>
          <p:cNvSpPr/>
          <p:nvPr/>
        </p:nvSpPr>
        <p:spPr>
          <a:xfrm>
            <a:off x="3639448" y="2263910"/>
            <a:ext cx="825457" cy="20609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e 11">
            <a:extLst>
              <a:ext uri="{FF2B5EF4-FFF2-40B4-BE49-F238E27FC236}">
                <a16:creationId xmlns:a16="http://schemas.microsoft.com/office/drawing/2014/main" id="{269357C8-3C6F-FD2F-5D56-3AE1A87A285D}"/>
              </a:ext>
            </a:extLst>
          </p:cNvPr>
          <p:cNvSpPr/>
          <p:nvPr/>
        </p:nvSpPr>
        <p:spPr>
          <a:xfrm>
            <a:off x="1603129" y="2366959"/>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20" name="Ovale 11">
            <a:extLst>
              <a:ext uri="{FF2B5EF4-FFF2-40B4-BE49-F238E27FC236}">
                <a16:creationId xmlns:a16="http://schemas.microsoft.com/office/drawing/2014/main" id="{D0561099-7A22-3AF1-6D01-5D4729107830}"/>
              </a:ext>
            </a:extLst>
          </p:cNvPr>
          <p:cNvSpPr/>
          <p:nvPr/>
        </p:nvSpPr>
        <p:spPr>
          <a:xfrm>
            <a:off x="2583463" y="2039359"/>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32" name="Ovale 11">
            <a:extLst>
              <a:ext uri="{FF2B5EF4-FFF2-40B4-BE49-F238E27FC236}">
                <a16:creationId xmlns:a16="http://schemas.microsoft.com/office/drawing/2014/main" id="{6D8C93B8-91B9-6FBC-B3B2-53F428E5D499}"/>
              </a:ext>
            </a:extLst>
          </p:cNvPr>
          <p:cNvSpPr/>
          <p:nvPr/>
        </p:nvSpPr>
        <p:spPr>
          <a:xfrm>
            <a:off x="4285763" y="2039359"/>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33" name="Ovale 11">
            <a:extLst>
              <a:ext uri="{FF2B5EF4-FFF2-40B4-BE49-F238E27FC236}">
                <a16:creationId xmlns:a16="http://schemas.microsoft.com/office/drawing/2014/main" id="{3DCEE976-C494-3DF4-661F-F34EB90B3B2C}"/>
              </a:ext>
            </a:extLst>
          </p:cNvPr>
          <p:cNvSpPr/>
          <p:nvPr/>
        </p:nvSpPr>
        <p:spPr>
          <a:xfrm>
            <a:off x="3533312" y="4723752"/>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36" name="Rectangle 35">
            <a:extLst>
              <a:ext uri="{FF2B5EF4-FFF2-40B4-BE49-F238E27FC236}">
                <a16:creationId xmlns:a16="http://schemas.microsoft.com/office/drawing/2014/main" id="{4A094687-DD31-18D3-A888-82B8D852C4A6}"/>
              </a:ext>
            </a:extLst>
          </p:cNvPr>
          <p:cNvSpPr/>
          <p:nvPr/>
        </p:nvSpPr>
        <p:spPr>
          <a:xfrm>
            <a:off x="5277135" y="3065899"/>
            <a:ext cx="756618" cy="128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600">
                <a:solidFill>
                  <a:schemeClr val="bg2">
                    <a:lumMod val="50000"/>
                  </a:schemeClr>
                </a:solidFill>
              </a:rPr>
              <a:t>Mario Rossi</a:t>
            </a:r>
          </a:p>
        </p:txBody>
      </p:sp>
      <p:sp>
        <p:nvSpPr>
          <p:cNvPr id="37" name="Rectangle 36">
            <a:extLst>
              <a:ext uri="{FF2B5EF4-FFF2-40B4-BE49-F238E27FC236}">
                <a16:creationId xmlns:a16="http://schemas.microsoft.com/office/drawing/2014/main" id="{B31E46DF-323B-5409-7BEB-C6202E193C22}"/>
              </a:ext>
            </a:extLst>
          </p:cNvPr>
          <p:cNvSpPr/>
          <p:nvPr/>
        </p:nvSpPr>
        <p:spPr>
          <a:xfrm>
            <a:off x="5283575" y="3631853"/>
            <a:ext cx="756618" cy="128828"/>
          </a:xfrm>
          <a:prstGeom prst="rect">
            <a:avLst/>
          </a:prstGeom>
          <a:solidFill>
            <a:srgbClr val="F6F7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600">
                <a:solidFill>
                  <a:schemeClr val="bg2">
                    <a:lumMod val="50000"/>
                  </a:schemeClr>
                </a:solidFill>
              </a:rPr>
              <a:t>Mario Rossi</a:t>
            </a:r>
          </a:p>
        </p:txBody>
      </p:sp>
      <p:sp>
        <p:nvSpPr>
          <p:cNvPr id="38" name="Rectangle 37">
            <a:extLst>
              <a:ext uri="{FF2B5EF4-FFF2-40B4-BE49-F238E27FC236}">
                <a16:creationId xmlns:a16="http://schemas.microsoft.com/office/drawing/2014/main" id="{DAEFC803-09DA-BA17-B740-A8B2FFC5122E}"/>
              </a:ext>
            </a:extLst>
          </p:cNvPr>
          <p:cNvSpPr/>
          <p:nvPr/>
        </p:nvSpPr>
        <p:spPr>
          <a:xfrm>
            <a:off x="5277135" y="4197876"/>
            <a:ext cx="756618" cy="128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600">
                <a:solidFill>
                  <a:schemeClr val="bg2">
                    <a:lumMod val="50000"/>
                  </a:schemeClr>
                </a:solidFill>
              </a:rPr>
              <a:t>Mario Rossi</a:t>
            </a:r>
          </a:p>
        </p:txBody>
      </p:sp>
      <p:sp>
        <p:nvSpPr>
          <p:cNvPr id="39" name="Rectangle 38">
            <a:extLst>
              <a:ext uri="{FF2B5EF4-FFF2-40B4-BE49-F238E27FC236}">
                <a16:creationId xmlns:a16="http://schemas.microsoft.com/office/drawing/2014/main" id="{3CD1985F-B3A6-1CA1-11DB-7ACC7E37A079}"/>
              </a:ext>
            </a:extLst>
          </p:cNvPr>
          <p:cNvSpPr/>
          <p:nvPr/>
        </p:nvSpPr>
        <p:spPr>
          <a:xfrm>
            <a:off x="1464989" y="1788274"/>
            <a:ext cx="756618" cy="128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40" name="Rectangle 39">
            <a:extLst>
              <a:ext uri="{FF2B5EF4-FFF2-40B4-BE49-F238E27FC236}">
                <a16:creationId xmlns:a16="http://schemas.microsoft.com/office/drawing/2014/main" id="{B1867B34-683D-1A03-641D-CF9C4B3E089F}"/>
              </a:ext>
            </a:extLst>
          </p:cNvPr>
          <p:cNvSpPr/>
          <p:nvPr/>
        </p:nvSpPr>
        <p:spPr>
          <a:xfrm>
            <a:off x="896527" y="1861116"/>
            <a:ext cx="756618" cy="128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Tree>
    <p:extLst>
      <p:ext uri="{BB962C8B-B14F-4D97-AF65-F5344CB8AC3E}">
        <p14:creationId xmlns:p14="http://schemas.microsoft.com/office/powerpoint/2010/main" val="3030057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883BA-E6B4-F69D-0D40-F31B4EE716A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47046E3-AB39-CCE0-4670-E19814CCD467}"/>
              </a:ext>
            </a:extLst>
          </p:cNvPr>
          <p:cNvGraphicFramePr>
            <a:graphicFrameLocks noChangeAspect="1"/>
          </p:cNvGraphicFramePr>
          <p:nvPr>
            <p:custDataLst>
              <p:tags r:id="rId1"/>
            </p:custDataLst>
            <p:extLst>
              <p:ext uri="{D42A27DB-BD31-4B8C-83A1-F6EECF244321}">
                <p14:modId xmlns:p14="http://schemas.microsoft.com/office/powerpoint/2010/main" val="39840472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647046E3-AB39-CCE0-4670-E19814CCD46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58EE117E-F5CE-75B6-8A2D-77C8E538F101}"/>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Self Evaluation (3/5)</a:t>
            </a:r>
          </a:p>
        </p:txBody>
      </p:sp>
      <p:sp>
        <p:nvSpPr>
          <p:cNvPr id="4" name="Segnaposto numero diapositiva 3">
            <a:extLst>
              <a:ext uri="{FF2B5EF4-FFF2-40B4-BE49-F238E27FC236}">
                <a16:creationId xmlns:a16="http://schemas.microsoft.com/office/drawing/2014/main" id="{996E90BB-F4F3-C781-FF9F-1880838D3189}"/>
              </a:ext>
            </a:extLst>
          </p:cNvPr>
          <p:cNvSpPr>
            <a:spLocks noGrp="1"/>
          </p:cNvSpPr>
          <p:nvPr>
            <p:ph type="sldNum" sz="quarter" idx="15"/>
          </p:nvPr>
        </p:nvSpPr>
        <p:spPr/>
        <p:txBody>
          <a:bodyPr/>
          <a:lstStyle/>
          <a:p>
            <a:fld id="{98BF7C3C-24CC-6140-8A22-738C44F1CFEB}" type="slidenum">
              <a:rPr lang="it-IT" smtClean="0"/>
              <a:pPr/>
              <a:t>6</a:t>
            </a:fld>
            <a:endParaRPr lang="it-IT"/>
          </a:p>
        </p:txBody>
      </p:sp>
      <p:sp>
        <p:nvSpPr>
          <p:cNvPr id="6" name="Segnaposto testo 5">
            <a:extLst>
              <a:ext uri="{FF2B5EF4-FFF2-40B4-BE49-F238E27FC236}">
                <a16:creationId xmlns:a16="http://schemas.microsoft.com/office/drawing/2014/main" id="{E93A81AC-7B69-F8AF-188C-80EEBDE92349}"/>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0EE89CE6-7A46-F653-7FEF-E18DD003B42E}"/>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E29DF1B9-B1EC-A7F9-2057-8EB0B66DD8CB}"/>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F86D3E6E-D6F7-2658-F0F1-FC2A12A65AC6}"/>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0BEF71BC-8350-F133-2D77-C2CB7C0DEB4A}"/>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377EFEB3-9175-1B60-82D2-F87D501F430E}"/>
              </a:ext>
            </a:extLst>
          </p:cNvPr>
          <p:cNvSpPr txBox="1"/>
          <p:nvPr/>
        </p:nvSpPr>
        <p:spPr>
          <a:xfrm>
            <a:off x="8696680" y="1402163"/>
            <a:ext cx="3066210" cy="2308324"/>
          </a:xfrm>
          <a:prstGeom prst="rect">
            <a:avLst/>
          </a:prstGeom>
          <a:noFill/>
          <a:ln>
            <a:solidFill>
              <a:schemeClr val="bg2"/>
            </a:solidFill>
            <a:prstDash val="dash"/>
          </a:ln>
        </p:spPr>
        <p:txBody>
          <a:bodyPr wrap="square">
            <a:spAutoFit/>
          </a:bodyPr>
          <a:lstStyle/>
          <a:p>
            <a:r>
              <a:rPr lang="en-US" sz="1200">
                <a:latin typeface="+mj-lt"/>
                <a:cs typeface="Segoe UI" panose="020B0502040204020203" pitchFamily="34" charset="0"/>
              </a:rPr>
              <a:t>In the section "</a:t>
            </a:r>
            <a:r>
              <a:rPr lang="en-US" sz="1200" b="1">
                <a:latin typeface="+mj-lt"/>
                <a:cs typeface="Segoe UI" panose="020B0502040204020203" pitchFamily="34" charset="0"/>
              </a:rPr>
              <a:t>Goals</a:t>
            </a:r>
            <a:r>
              <a:rPr lang="en-US" sz="1200">
                <a:latin typeface="+mj-lt"/>
                <a:cs typeface="Segoe UI" panose="020B0502040204020203" pitchFamily="34" charset="0"/>
              </a:rPr>
              <a:t>" you will find all the goals entered during the Goal Setting phase.</a:t>
            </a:r>
          </a:p>
          <a:p>
            <a:r>
              <a:rPr lang="en-US" sz="1200">
                <a:latin typeface="+mj-lt"/>
                <a:cs typeface="Segoe UI" panose="020B0502040204020203" pitchFamily="34" charset="0"/>
              </a:rPr>
              <a:t>During the Mid-Year Check - In is asked to:</a:t>
            </a:r>
            <a:endParaRPr lang="it-IT" sz="1200">
              <a:latin typeface="+mj-lt"/>
              <a:cs typeface="Segoe UI" panose="020B0502040204020203" pitchFamily="34" charset="0"/>
            </a:endParaRPr>
          </a:p>
          <a:p>
            <a:pPr marL="285750" indent="-285750">
              <a:buFont typeface="Arial" panose="020B0604020202020204" pitchFamily="34" charset="0"/>
              <a:buChar char="•"/>
            </a:pPr>
            <a:r>
              <a:rPr lang="en-US" sz="1200" b="1">
                <a:latin typeface="+mj-lt"/>
                <a:cs typeface="Segoe UI" panose="020B0502040204020203" pitchFamily="34" charset="0"/>
              </a:rPr>
              <a:t>update the "Status" of each individual goal</a:t>
            </a:r>
          </a:p>
          <a:p>
            <a:pPr marL="285750" indent="-285750">
              <a:buFont typeface="Arial" panose="020B0604020202020204" pitchFamily="34" charset="0"/>
              <a:buChar char="•"/>
            </a:pPr>
            <a:r>
              <a:rPr lang="en-US" sz="1200">
                <a:latin typeface="+mj-lt"/>
                <a:cs typeface="Segoe UI" panose="020B0502040204020203" pitchFamily="34" charset="0"/>
              </a:rPr>
              <a:t>verify that the sum of all the goals is 100%</a:t>
            </a:r>
          </a:p>
          <a:p>
            <a:pPr marL="285750" indent="-285750">
              <a:buFont typeface="Arial" panose="020B0604020202020204" pitchFamily="34" charset="0"/>
              <a:buChar char="•"/>
            </a:pPr>
            <a:r>
              <a:rPr lang="en-US" sz="1200">
                <a:latin typeface="+mj-lt"/>
                <a:cs typeface="Segoe UI" panose="020B0502040204020203" pitchFamily="34" charset="0"/>
              </a:rPr>
              <a:t>enter a comment about each goal in the "</a:t>
            </a:r>
            <a:r>
              <a:rPr lang="en-US" sz="1200" b="1">
                <a:latin typeface="+mj-lt"/>
                <a:cs typeface="Segoe UI" panose="020B0502040204020203" pitchFamily="34" charset="0"/>
              </a:rPr>
              <a:t>Comment</a:t>
            </a:r>
            <a:r>
              <a:rPr lang="en-US" sz="1200">
                <a:latin typeface="+mj-lt"/>
                <a:cs typeface="Segoe UI" panose="020B0502040204020203" pitchFamily="34" charset="0"/>
              </a:rPr>
              <a:t>" field and short recap in the “</a:t>
            </a:r>
            <a:r>
              <a:rPr lang="en-US" sz="1200" b="1">
                <a:latin typeface="+mj-lt"/>
                <a:cs typeface="Segoe UI" panose="020B0502040204020203" pitchFamily="34" charset="0"/>
              </a:rPr>
              <a:t>Employee Summary</a:t>
            </a:r>
            <a:r>
              <a:rPr lang="en-US" sz="1200">
                <a:latin typeface="+mj-lt"/>
                <a:cs typeface="Segoe UI" panose="020B0502040204020203" pitchFamily="34" charset="0"/>
              </a:rPr>
              <a:t>” </a:t>
            </a:r>
            <a:endParaRPr lang="it-IT" sz="1200">
              <a:latin typeface="+mj-lt"/>
              <a:cs typeface="Segoe UI" panose="020B0502040204020203" pitchFamily="34" charset="0"/>
            </a:endParaRPr>
          </a:p>
        </p:txBody>
      </p:sp>
      <p:sp>
        <p:nvSpPr>
          <p:cNvPr id="16" name="Ovale 11">
            <a:extLst>
              <a:ext uri="{FF2B5EF4-FFF2-40B4-BE49-F238E27FC236}">
                <a16:creationId xmlns:a16="http://schemas.microsoft.com/office/drawing/2014/main" id="{31A20B37-6952-982A-A7F0-A3AFF477EE2D}"/>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18" name="Ovale 11">
            <a:extLst>
              <a:ext uri="{FF2B5EF4-FFF2-40B4-BE49-F238E27FC236}">
                <a16:creationId xmlns:a16="http://schemas.microsoft.com/office/drawing/2014/main" id="{C05CCE6A-75A3-B7A4-51A4-DA9736EBCE8C}"/>
              </a:ext>
            </a:extLst>
          </p:cNvPr>
          <p:cNvSpPr/>
          <p:nvPr/>
        </p:nvSpPr>
        <p:spPr>
          <a:xfrm>
            <a:off x="8320170" y="381071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pic>
        <p:nvPicPr>
          <p:cNvPr id="34" name="Elemento grafico 36" descr="Utente con riempimento a tinta unita">
            <a:extLst>
              <a:ext uri="{FF2B5EF4-FFF2-40B4-BE49-F238E27FC236}">
                <a16:creationId xmlns:a16="http://schemas.microsoft.com/office/drawing/2014/main" id="{D535F443-2003-D206-6C0F-DC5FBA8A1AF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3BC4F062-2FE0-A561-A2DB-454DEC13B804}"/>
              </a:ext>
            </a:extLst>
          </p:cNvPr>
          <p:cNvSpPr txBox="1"/>
          <p:nvPr/>
        </p:nvSpPr>
        <p:spPr>
          <a:xfrm>
            <a:off x="10403001" y="435276"/>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err="1">
                <a:solidFill>
                  <a:schemeClr val="accent2"/>
                </a:solidFill>
                <a:latin typeface="CocoEng" pitchFamily="50" charset="0"/>
                <a:cs typeface="Segoe UI" panose="020B0502040204020203" pitchFamily="34" charset="0"/>
              </a:rPr>
              <a:t>Employee</a:t>
            </a:r>
            <a:endParaRPr lang="it-IT" sz="1600" b="1">
              <a:solidFill>
                <a:schemeClr val="accent2"/>
              </a:solidFill>
              <a:latin typeface="CocoEng" pitchFamily="50" charset="0"/>
              <a:cs typeface="Segoe UI" panose="020B0502040204020203" pitchFamily="34" charset="0"/>
            </a:endParaRPr>
          </a:p>
        </p:txBody>
      </p:sp>
      <p:pic>
        <p:nvPicPr>
          <p:cNvPr id="21" name="Picture 20">
            <a:extLst>
              <a:ext uri="{FF2B5EF4-FFF2-40B4-BE49-F238E27FC236}">
                <a16:creationId xmlns:a16="http://schemas.microsoft.com/office/drawing/2014/main" id="{E3BE8784-C685-C850-10E8-87201D4F0E43}"/>
              </a:ext>
            </a:extLst>
          </p:cNvPr>
          <p:cNvPicPr>
            <a:picLocks noChangeAspect="1"/>
          </p:cNvPicPr>
          <p:nvPr/>
        </p:nvPicPr>
        <p:blipFill>
          <a:blip r:embed="rId8"/>
          <a:stretch>
            <a:fillRect/>
          </a:stretch>
        </p:blipFill>
        <p:spPr>
          <a:xfrm>
            <a:off x="766294" y="1489123"/>
            <a:ext cx="4768693" cy="3733259"/>
          </a:xfrm>
          <a:prstGeom prst="rect">
            <a:avLst/>
          </a:prstGeom>
          <a:ln>
            <a:solidFill>
              <a:schemeClr val="accent6"/>
            </a:solidFill>
          </a:ln>
        </p:spPr>
      </p:pic>
      <p:pic>
        <p:nvPicPr>
          <p:cNvPr id="31" name="Picture 30">
            <a:extLst>
              <a:ext uri="{FF2B5EF4-FFF2-40B4-BE49-F238E27FC236}">
                <a16:creationId xmlns:a16="http://schemas.microsoft.com/office/drawing/2014/main" id="{D81FEA8B-DA5E-211D-202C-05C2E4EC5FDA}"/>
              </a:ext>
            </a:extLst>
          </p:cNvPr>
          <p:cNvPicPr>
            <a:picLocks noChangeAspect="1"/>
          </p:cNvPicPr>
          <p:nvPr/>
        </p:nvPicPr>
        <p:blipFill>
          <a:blip r:embed="rId9"/>
          <a:srcRect l="2387"/>
          <a:stretch/>
        </p:blipFill>
        <p:spPr>
          <a:xfrm>
            <a:off x="2434110" y="5222382"/>
            <a:ext cx="2966869" cy="1233318"/>
          </a:xfrm>
          <a:prstGeom prst="rect">
            <a:avLst/>
          </a:prstGeom>
          <a:ln>
            <a:solidFill>
              <a:schemeClr val="accent6"/>
            </a:solidFill>
          </a:ln>
        </p:spPr>
      </p:pic>
      <p:sp>
        <p:nvSpPr>
          <p:cNvPr id="40" name="Rectangle 39">
            <a:extLst>
              <a:ext uri="{FF2B5EF4-FFF2-40B4-BE49-F238E27FC236}">
                <a16:creationId xmlns:a16="http://schemas.microsoft.com/office/drawing/2014/main" id="{19D8BD88-AEC7-E05C-70C2-4DACF38F3677}"/>
              </a:ext>
            </a:extLst>
          </p:cNvPr>
          <p:cNvSpPr/>
          <p:nvPr/>
        </p:nvSpPr>
        <p:spPr>
          <a:xfrm>
            <a:off x="1233171" y="1796702"/>
            <a:ext cx="311090" cy="128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41" name="Rectangle 40">
            <a:extLst>
              <a:ext uri="{FF2B5EF4-FFF2-40B4-BE49-F238E27FC236}">
                <a16:creationId xmlns:a16="http://schemas.microsoft.com/office/drawing/2014/main" id="{0DE0C1C8-C39D-DC1C-38AC-B15B00F1C473}"/>
              </a:ext>
            </a:extLst>
          </p:cNvPr>
          <p:cNvSpPr/>
          <p:nvPr/>
        </p:nvSpPr>
        <p:spPr>
          <a:xfrm>
            <a:off x="838574" y="1861116"/>
            <a:ext cx="756618" cy="128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42" name="Rectangle 41">
            <a:extLst>
              <a:ext uri="{FF2B5EF4-FFF2-40B4-BE49-F238E27FC236}">
                <a16:creationId xmlns:a16="http://schemas.microsoft.com/office/drawing/2014/main" id="{36601587-B1E0-E69E-9C47-AADA564C361B}"/>
              </a:ext>
            </a:extLst>
          </p:cNvPr>
          <p:cNvSpPr/>
          <p:nvPr/>
        </p:nvSpPr>
        <p:spPr>
          <a:xfrm>
            <a:off x="2901344" y="2097229"/>
            <a:ext cx="756618" cy="128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600">
                <a:solidFill>
                  <a:schemeClr val="bg2">
                    <a:lumMod val="50000"/>
                  </a:schemeClr>
                </a:solidFill>
              </a:rPr>
              <a:t>Goal  # 1</a:t>
            </a:r>
          </a:p>
        </p:txBody>
      </p:sp>
      <p:sp>
        <p:nvSpPr>
          <p:cNvPr id="43" name="Rectangle 42">
            <a:extLst>
              <a:ext uri="{FF2B5EF4-FFF2-40B4-BE49-F238E27FC236}">
                <a16:creationId xmlns:a16="http://schemas.microsoft.com/office/drawing/2014/main" id="{9ECD32A7-4D46-A230-A17F-D29D74D85525}"/>
              </a:ext>
            </a:extLst>
          </p:cNvPr>
          <p:cNvSpPr/>
          <p:nvPr/>
        </p:nvSpPr>
        <p:spPr>
          <a:xfrm>
            <a:off x="2901344" y="2511255"/>
            <a:ext cx="1213458" cy="128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600">
                <a:solidFill>
                  <a:schemeClr val="bg2">
                    <a:lumMod val="50000"/>
                  </a:schemeClr>
                </a:solidFill>
              </a:rPr>
              <a:t>KPIs # 1</a:t>
            </a:r>
          </a:p>
        </p:txBody>
      </p:sp>
      <p:sp>
        <p:nvSpPr>
          <p:cNvPr id="44" name="Rectangle 43">
            <a:extLst>
              <a:ext uri="{FF2B5EF4-FFF2-40B4-BE49-F238E27FC236}">
                <a16:creationId xmlns:a16="http://schemas.microsoft.com/office/drawing/2014/main" id="{78052624-8734-D49C-547B-43E46D66AE52}"/>
              </a:ext>
            </a:extLst>
          </p:cNvPr>
          <p:cNvSpPr/>
          <p:nvPr/>
        </p:nvSpPr>
        <p:spPr>
          <a:xfrm>
            <a:off x="2901344" y="4972795"/>
            <a:ext cx="1464596" cy="128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600">
                <a:solidFill>
                  <a:schemeClr val="bg2">
                    <a:lumMod val="50000"/>
                  </a:schemeClr>
                </a:solidFill>
              </a:rPr>
              <a:t> Goal comment # 1</a:t>
            </a:r>
          </a:p>
        </p:txBody>
      </p:sp>
      <p:sp>
        <p:nvSpPr>
          <p:cNvPr id="45" name="Rectangle 44">
            <a:extLst>
              <a:ext uri="{FF2B5EF4-FFF2-40B4-BE49-F238E27FC236}">
                <a16:creationId xmlns:a16="http://schemas.microsoft.com/office/drawing/2014/main" id="{4CB9E503-26C0-F01B-E6A6-04870943DB65}"/>
              </a:ext>
            </a:extLst>
          </p:cNvPr>
          <p:cNvSpPr/>
          <p:nvPr/>
        </p:nvSpPr>
        <p:spPr>
          <a:xfrm>
            <a:off x="2908553" y="5636408"/>
            <a:ext cx="1464596" cy="128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600">
                <a:solidFill>
                  <a:schemeClr val="bg2">
                    <a:lumMod val="50000"/>
                  </a:schemeClr>
                </a:solidFill>
              </a:rPr>
              <a:t>General comment </a:t>
            </a:r>
          </a:p>
        </p:txBody>
      </p:sp>
      <p:sp>
        <p:nvSpPr>
          <p:cNvPr id="46" name="Rectangle 45">
            <a:extLst>
              <a:ext uri="{FF2B5EF4-FFF2-40B4-BE49-F238E27FC236}">
                <a16:creationId xmlns:a16="http://schemas.microsoft.com/office/drawing/2014/main" id="{F48C1C02-2FB3-4851-940C-7BACB7C01DF6}"/>
              </a:ext>
            </a:extLst>
          </p:cNvPr>
          <p:cNvSpPr/>
          <p:nvPr/>
        </p:nvSpPr>
        <p:spPr>
          <a:xfrm>
            <a:off x="838574" y="2575669"/>
            <a:ext cx="857485" cy="19318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46">
            <a:extLst>
              <a:ext uri="{FF2B5EF4-FFF2-40B4-BE49-F238E27FC236}">
                <a16:creationId xmlns:a16="http://schemas.microsoft.com/office/drawing/2014/main" id="{C936369D-22FA-FA50-B4BF-8FBE253A6269}"/>
              </a:ext>
            </a:extLst>
          </p:cNvPr>
          <p:cNvSpPr/>
          <p:nvPr/>
        </p:nvSpPr>
        <p:spPr>
          <a:xfrm>
            <a:off x="2498504" y="3565624"/>
            <a:ext cx="1770844" cy="17385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47">
            <a:extLst>
              <a:ext uri="{FF2B5EF4-FFF2-40B4-BE49-F238E27FC236}">
                <a16:creationId xmlns:a16="http://schemas.microsoft.com/office/drawing/2014/main" id="{9CF9E9B3-2CDD-0ED7-B126-4A0CBD1BBD8D}"/>
              </a:ext>
            </a:extLst>
          </p:cNvPr>
          <p:cNvSpPr/>
          <p:nvPr/>
        </p:nvSpPr>
        <p:spPr>
          <a:xfrm>
            <a:off x="2522472" y="4665018"/>
            <a:ext cx="386081" cy="28092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Rectangle 48">
            <a:extLst>
              <a:ext uri="{FF2B5EF4-FFF2-40B4-BE49-F238E27FC236}">
                <a16:creationId xmlns:a16="http://schemas.microsoft.com/office/drawing/2014/main" id="{F74B0DD5-A2D1-B3EA-E88B-F0A837E36C5D}"/>
              </a:ext>
            </a:extLst>
          </p:cNvPr>
          <p:cNvSpPr/>
          <p:nvPr/>
        </p:nvSpPr>
        <p:spPr>
          <a:xfrm>
            <a:off x="2522472" y="5263763"/>
            <a:ext cx="710127" cy="31433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a:extLst>
              <a:ext uri="{FF2B5EF4-FFF2-40B4-BE49-F238E27FC236}">
                <a16:creationId xmlns:a16="http://schemas.microsoft.com/office/drawing/2014/main" id="{74925E86-119A-C6B0-17A0-0EF5BC414E7A}"/>
              </a:ext>
            </a:extLst>
          </p:cNvPr>
          <p:cNvSpPr/>
          <p:nvPr/>
        </p:nvSpPr>
        <p:spPr>
          <a:xfrm>
            <a:off x="2888606" y="6252241"/>
            <a:ext cx="440933" cy="21469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2" name="Picture 51">
            <a:extLst>
              <a:ext uri="{FF2B5EF4-FFF2-40B4-BE49-F238E27FC236}">
                <a16:creationId xmlns:a16="http://schemas.microsoft.com/office/drawing/2014/main" id="{ECFEE1F4-BD73-25ED-1597-C597C7C6C540}"/>
              </a:ext>
            </a:extLst>
          </p:cNvPr>
          <p:cNvPicPr>
            <a:picLocks noChangeAspect="1"/>
          </p:cNvPicPr>
          <p:nvPr/>
        </p:nvPicPr>
        <p:blipFill>
          <a:blip r:embed="rId10"/>
          <a:srcRect l="3020" r="31867"/>
          <a:stretch/>
        </p:blipFill>
        <p:spPr>
          <a:xfrm>
            <a:off x="5301123" y="2992961"/>
            <a:ext cx="2804384" cy="3338750"/>
          </a:xfrm>
          <a:prstGeom prst="rect">
            <a:avLst/>
          </a:prstGeom>
          <a:ln>
            <a:solidFill>
              <a:schemeClr val="accent6"/>
            </a:solidFill>
          </a:ln>
        </p:spPr>
      </p:pic>
      <p:sp>
        <p:nvSpPr>
          <p:cNvPr id="53" name="Ovale 11">
            <a:extLst>
              <a:ext uri="{FF2B5EF4-FFF2-40B4-BE49-F238E27FC236}">
                <a16:creationId xmlns:a16="http://schemas.microsoft.com/office/drawing/2014/main" id="{246C986F-4291-813E-8381-7B68D4D934AA}"/>
              </a:ext>
            </a:extLst>
          </p:cNvPr>
          <p:cNvSpPr/>
          <p:nvPr/>
        </p:nvSpPr>
        <p:spPr>
          <a:xfrm>
            <a:off x="2011138" y="1533516"/>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54" name="Ovale 11">
            <a:extLst>
              <a:ext uri="{FF2B5EF4-FFF2-40B4-BE49-F238E27FC236}">
                <a16:creationId xmlns:a16="http://schemas.microsoft.com/office/drawing/2014/main" id="{CF405C7C-2E84-37DC-E7C4-577B9C8E176C}"/>
              </a:ext>
            </a:extLst>
          </p:cNvPr>
          <p:cNvSpPr/>
          <p:nvPr/>
        </p:nvSpPr>
        <p:spPr>
          <a:xfrm>
            <a:off x="5735638" y="2900206"/>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55" name="CasellaDiTesto 38">
            <a:extLst>
              <a:ext uri="{FF2B5EF4-FFF2-40B4-BE49-F238E27FC236}">
                <a16:creationId xmlns:a16="http://schemas.microsoft.com/office/drawing/2014/main" id="{ED203D1F-0948-8A66-BC9E-BDBF1696ACA6}"/>
              </a:ext>
            </a:extLst>
          </p:cNvPr>
          <p:cNvSpPr txBox="1"/>
          <p:nvPr/>
        </p:nvSpPr>
        <p:spPr>
          <a:xfrm>
            <a:off x="8696311" y="3824185"/>
            <a:ext cx="3066210" cy="2677656"/>
          </a:xfrm>
          <a:prstGeom prst="rect">
            <a:avLst/>
          </a:prstGeom>
          <a:noFill/>
          <a:ln>
            <a:solidFill>
              <a:schemeClr val="bg2"/>
            </a:solidFill>
            <a:prstDash val="dash"/>
          </a:ln>
        </p:spPr>
        <p:txBody>
          <a:bodyPr wrap="square">
            <a:spAutoFit/>
          </a:bodyPr>
          <a:lstStyle/>
          <a:p>
            <a:pPr fontAlgn="ctr"/>
            <a:r>
              <a:rPr lang="en-US" sz="1200">
                <a:latin typeface="+mj-lt"/>
                <a:cs typeface="Segoe UI" panose="020B0502040204020203" pitchFamily="34" charset="0"/>
              </a:rPr>
              <a:t>If it was not possible to enter goals during the Goal Setting window, the fields on the tab will be empty and therefore </a:t>
            </a:r>
            <a:r>
              <a:rPr lang="en-US" sz="1200" b="1">
                <a:latin typeface="+mj-lt"/>
                <a:cs typeface="Segoe UI" panose="020B0502040204020203" pitchFamily="34" charset="0"/>
              </a:rPr>
              <a:t>you will be able to enter all the details of the goals here by clicking </a:t>
            </a:r>
            <a:r>
              <a:rPr lang="en-US" sz="1200">
                <a:latin typeface="+mj-lt"/>
                <a:cs typeface="Segoe UI" panose="020B0502040204020203" pitchFamily="34" charset="0"/>
              </a:rPr>
              <a:t>“</a:t>
            </a:r>
            <a:r>
              <a:rPr lang="en-US" sz="1200" b="1">
                <a:latin typeface="+mj-lt"/>
                <a:cs typeface="Segoe UI" panose="020B0502040204020203" pitchFamily="34" charset="0"/>
              </a:rPr>
              <a:t>Add</a:t>
            </a:r>
            <a:r>
              <a:rPr lang="en-US" sz="1200">
                <a:latin typeface="+mj-lt"/>
                <a:cs typeface="Segoe UI" panose="020B0502040204020203" pitchFamily="34" charset="0"/>
              </a:rPr>
              <a:t>” </a:t>
            </a:r>
          </a:p>
          <a:p>
            <a:r>
              <a:rPr lang="it-IT" sz="1200" err="1">
                <a:latin typeface="+mj-lt"/>
                <a:cs typeface="Segoe UI" panose="020B0502040204020203" pitchFamily="34" charset="0"/>
              </a:rPr>
              <a:t>You</a:t>
            </a:r>
            <a:r>
              <a:rPr lang="it-IT" sz="1200">
                <a:latin typeface="+mj-lt"/>
                <a:cs typeface="Segoe UI" panose="020B0502040204020203" pitchFamily="34" charset="0"/>
              </a:rPr>
              <a:t> </a:t>
            </a:r>
            <a:r>
              <a:rPr lang="it-IT" sz="1200" err="1">
                <a:latin typeface="+mj-lt"/>
                <a:cs typeface="Segoe UI" panose="020B0502040204020203" pitchFamily="34" charset="0"/>
              </a:rPr>
              <a:t>have</a:t>
            </a:r>
            <a:r>
              <a:rPr lang="it-IT" sz="1200">
                <a:latin typeface="+mj-lt"/>
                <a:cs typeface="Segoe UI" panose="020B0502040204020203" pitchFamily="34" charset="0"/>
              </a:rPr>
              <a:t> to </a:t>
            </a:r>
            <a:r>
              <a:rPr lang="it-IT" sz="1200" err="1">
                <a:latin typeface="+mj-lt"/>
                <a:cs typeface="Segoe UI" panose="020B0502040204020203" pitchFamily="34" charset="0"/>
              </a:rPr>
              <a:t>fill</a:t>
            </a:r>
            <a:r>
              <a:rPr lang="it-IT" sz="1200">
                <a:latin typeface="+mj-lt"/>
                <a:cs typeface="Segoe UI" panose="020B0502040204020203" pitchFamily="34" charset="0"/>
              </a:rPr>
              <a:t> the following fields:</a:t>
            </a:r>
          </a:p>
          <a:p>
            <a:pPr marL="171450" indent="-171450">
              <a:buFont typeface="Arial" panose="020B0604020202020204" pitchFamily="34" charset="0"/>
              <a:buChar char="•"/>
            </a:pPr>
            <a:r>
              <a:rPr lang="it-IT" sz="1200" err="1">
                <a:latin typeface="+mj-lt"/>
                <a:cs typeface="Segoe UI" panose="020B0502040204020203" pitchFamily="34" charset="0"/>
              </a:rPr>
              <a:t>Category</a:t>
            </a:r>
            <a:r>
              <a:rPr lang="it-IT" sz="1200">
                <a:latin typeface="+mj-lt"/>
                <a:cs typeface="Segoe UI" panose="020B0502040204020203" pitchFamily="34" charset="0"/>
              </a:rPr>
              <a:t> (</a:t>
            </a:r>
            <a:r>
              <a:rPr lang="it-IT" sz="1200" err="1">
                <a:latin typeface="+mj-lt"/>
                <a:cs typeface="Segoe UI" panose="020B0502040204020203" pitchFamily="34" charset="0"/>
              </a:rPr>
              <a:t>Perfomance</a:t>
            </a:r>
            <a:r>
              <a:rPr lang="it-IT" sz="1200">
                <a:latin typeface="+mj-lt"/>
                <a:cs typeface="Segoe UI" panose="020B0502040204020203" pitchFamily="34" charset="0"/>
              </a:rPr>
              <a:t>/Development)</a:t>
            </a:r>
          </a:p>
          <a:p>
            <a:pPr marL="171450" indent="-171450">
              <a:buFont typeface="Arial" panose="020B0604020202020204" pitchFamily="34" charset="0"/>
              <a:buChar char="•"/>
            </a:pPr>
            <a:r>
              <a:rPr lang="it-IT" sz="1200">
                <a:latin typeface="+mj-lt"/>
                <a:cs typeface="Segoe UI" panose="020B0502040204020203" pitchFamily="34" charset="0"/>
              </a:rPr>
              <a:t>Goal (name)</a:t>
            </a:r>
          </a:p>
          <a:p>
            <a:pPr marL="171450" indent="-171450">
              <a:buFont typeface="Arial" panose="020B0604020202020204" pitchFamily="34" charset="0"/>
              <a:buChar char="•"/>
            </a:pPr>
            <a:r>
              <a:rPr lang="it-IT" sz="1200">
                <a:latin typeface="+mj-lt"/>
                <a:cs typeface="Segoe UI" panose="020B0502040204020203" pitchFamily="34" charset="0"/>
              </a:rPr>
              <a:t>KPI/Target</a:t>
            </a:r>
          </a:p>
          <a:p>
            <a:pPr marL="171450" indent="-171450">
              <a:buFont typeface="Arial" panose="020B0604020202020204" pitchFamily="34" charset="0"/>
              <a:buChar char="•"/>
            </a:pPr>
            <a:r>
              <a:rPr lang="it-IT" sz="1200">
                <a:latin typeface="+mj-lt"/>
                <a:cs typeface="Segoe UI" panose="020B0502040204020203" pitchFamily="34" charset="0"/>
              </a:rPr>
              <a:t>Due Date</a:t>
            </a:r>
          </a:p>
          <a:p>
            <a:pPr marL="171450" indent="-171450">
              <a:buFont typeface="Arial" panose="020B0604020202020204" pitchFamily="34" charset="0"/>
              <a:buChar char="•"/>
            </a:pPr>
            <a:r>
              <a:rPr lang="it-IT" sz="1200" err="1">
                <a:latin typeface="+mj-lt"/>
                <a:cs typeface="Segoe UI" panose="020B0502040204020203" pitchFamily="34" charset="0"/>
              </a:rPr>
              <a:t>Organizational</a:t>
            </a:r>
            <a:r>
              <a:rPr lang="it-IT" sz="1200">
                <a:latin typeface="+mj-lt"/>
                <a:cs typeface="Segoe UI" panose="020B0502040204020203" pitchFamily="34" charset="0"/>
              </a:rPr>
              <a:t> </a:t>
            </a:r>
            <a:r>
              <a:rPr lang="it-IT" sz="1200" err="1">
                <a:latin typeface="+mj-lt"/>
                <a:cs typeface="Segoe UI" panose="020B0502040204020203" pitchFamily="34" charset="0"/>
              </a:rPr>
              <a:t>Alignment</a:t>
            </a:r>
            <a:endParaRPr lang="it-IT" sz="1200">
              <a:latin typeface="+mj-lt"/>
              <a:cs typeface="Segoe UI" panose="020B0502040204020203" pitchFamily="34" charset="0"/>
            </a:endParaRPr>
          </a:p>
          <a:p>
            <a:pPr marL="171450" indent="-171450">
              <a:buFont typeface="Arial" panose="020B0604020202020204" pitchFamily="34" charset="0"/>
              <a:buChar char="•"/>
            </a:pPr>
            <a:r>
              <a:rPr lang="it-IT" sz="1200">
                <a:latin typeface="+mj-lt"/>
                <a:cs typeface="Segoe UI" panose="020B0502040204020203" pitchFamily="34" charset="0"/>
              </a:rPr>
              <a:t>Status</a:t>
            </a:r>
          </a:p>
          <a:p>
            <a:pPr marL="171450" indent="-171450">
              <a:buFont typeface="Arial" panose="020B0604020202020204" pitchFamily="34" charset="0"/>
              <a:buChar char="•"/>
            </a:pPr>
            <a:r>
              <a:rPr lang="it-IT" sz="1200" err="1">
                <a:latin typeface="+mj-lt"/>
                <a:cs typeface="Segoe UI" panose="020B0502040204020203" pitchFamily="34" charset="0"/>
              </a:rPr>
              <a:t>Weighting</a:t>
            </a:r>
            <a:endParaRPr lang="it-IT" sz="1200">
              <a:latin typeface="+mj-lt"/>
              <a:cs typeface="Segoe UI" panose="020B0502040204020203" pitchFamily="34" charset="0"/>
            </a:endParaRPr>
          </a:p>
        </p:txBody>
      </p:sp>
      <p:sp>
        <p:nvSpPr>
          <p:cNvPr id="56" name="Rectangle 55">
            <a:extLst>
              <a:ext uri="{FF2B5EF4-FFF2-40B4-BE49-F238E27FC236}">
                <a16:creationId xmlns:a16="http://schemas.microsoft.com/office/drawing/2014/main" id="{48DBA152-D911-BB49-9784-769990A8D3F0}"/>
              </a:ext>
            </a:extLst>
          </p:cNvPr>
          <p:cNvSpPr/>
          <p:nvPr/>
        </p:nvSpPr>
        <p:spPr>
          <a:xfrm>
            <a:off x="5301123" y="3018763"/>
            <a:ext cx="434515" cy="15587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49381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4B9F3-0A29-D621-8A2C-A191C608BECD}"/>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E448A1A-7A29-CA2A-9D80-11299E13785B}"/>
              </a:ext>
            </a:extLst>
          </p:cNvPr>
          <p:cNvGraphicFramePr>
            <a:graphicFrameLocks noChangeAspect="1"/>
          </p:cNvGraphicFramePr>
          <p:nvPr>
            <p:custDataLst>
              <p:tags r:id="rId1"/>
            </p:custDataLst>
            <p:extLst>
              <p:ext uri="{D42A27DB-BD31-4B8C-83A1-F6EECF244321}">
                <p14:modId xmlns:p14="http://schemas.microsoft.com/office/powerpoint/2010/main" val="35066871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EE448A1A-7A29-CA2A-9D80-11299E13785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190C41C3-8008-E27A-E7AE-4E13F24A9FC2}"/>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Self Evaluation (4/5)</a:t>
            </a:r>
          </a:p>
        </p:txBody>
      </p:sp>
      <p:sp>
        <p:nvSpPr>
          <p:cNvPr id="4" name="Segnaposto numero diapositiva 3">
            <a:extLst>
              <a:ext uri="{FF2B5EF4-FFF2-40B4-BE49-F238E27FC236}">
                <a16:creationId xmlns:a16="http://schemas.microsoft.com/office/drawing/2014/main" id="{A826B6C5-931C-094E-1F15-DE2BC26AFA40}"/>
              </a:ext>
            </a:extLst>
          </p:cNvPr>
          <p:cNvSpPr>
            <a:spLocks noGrp="1"/>
          </p:cNvSpPr>
          <p:nvPr>
            <p:ph type="sldNum" sz="quarter" idx="15"/>
          </p:nvPr>
        </p:nvSpPr>
        <p:spPr/>
        <p:txBody>
          <a:bodyPr/>
          <a:lstStyle/>
          <a:p>
            <a:fld id="{98BF7C3C-24CC-6140-8A22-738C44F1CFEB}" type="slidenum">
              <a:rPr lang="it-IT" smtClean="0"/>
              <a:pPr/>
              <a:t>7</a:t>
            </a:fld>
            <a:endParaRPr lang="it-IT"/>
          </a:p>
        </p:txBody>
      </p:sp>
      <p:sp>
        <p:nvSpPr>
          <p:cNvPr id="6" name="Segnaposto testo 5">
            <a:extLst>
              <a:ext uri="{FF2B5EF4-FFF2-40B4-BE49-F238E27FC236}">
                <a16:creationId xmlns:a16="http://schemas.microsoft.com/office/drawing/2014/main" id="{FF915803-EC07-E81F-BFC4-28EBCA9259F0}"/>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80917121-041A-3FE8-8F38-6D8B3A02CEE9}"/>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CC08CF75-D885-81D6-590C-E60C6C25FF46}"/>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4A396921-87CD-6B7F-A2E0-9FB222CA6F88}"/>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B86E7B28-3AB9-F678-3D87-1755BB88D213}"/>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9979384C-CF76-C1A2-967E-2A07471AEF07}"/>
              </a:ext>
            </a:extLst>
          </p:cNvPr>
          <p:cNvSpPr txBox="1"/>
          <p:nvPr/>
        </p:nvSpPr>
        <p:spPr>
          <a:xfrm>
            <a:off x="8696680" y="1402163"/>
            <a:ext cx="3066210" cy="1015663"/>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In the section "</a:t>
            </a:r>
            <a:r>
              <a:rPr lang="en-GB" sz="1200" b="1">
                <a:latin typeface="+mj-lt"/>
                <a:cs typeface="Segoe UI" panose="020B0502040204020203" pitchFamily="34" charset="0"/>
              </a:rPr>
              <a:t>Behaviours</a:t>
            </a:r>
            <a:r>
              <a:rPr lang="en-GB" sz="1200">
                <a:latin typeface="+mj-lt"/>
                <a:cs typeface="Segoe UI" panose="020B0502040204020203" pitchFamily="34" charset="0"/>
              </a:rPr>
              <a:t>" you can comment on each individual object in the "Employee Evaluation" column and enter an </a:t>
            </a:r>
            <a:r>
              <a:rPr lang="en-GB" sz="1200" b="1">
                <a:latin typeface="+mj-lt"/>
                <a:cs typeface="Segoe UI" panose="020B0502040204020203" pitchFamily="34" charset="0"/>
              </a:rPr>
              <a:t>overall comment in the  "Employee Summary“ </a:t>
            </a:r>
            <a:r>
              <a:rPr lang="en-GB" sz="1200">
                <a:latin typeface="+mj-lt"/>
                <a:cs typeface="Segoe UI" panose="020B0502040204020203" pitchFamily="34" charset="0"/>
              </a:rPr>
              <a:t>field</a:t>
            </a:r>
            <a:r>
              <a:rPr lang="en-GB" sz="1200" b="1">
                <a:latin typeface="+mj-lt"/>
                <a:cs typeface="Segoe UI" panose="020B0502040204020203" pitchFamily="34" charset="0"/>
              </a:rPr>
              <a:t> </a:t>
            </a:r>
            <a:r>
              <a:rPr lang="en-GB" sz="1200">
                <a:latin typeface="+mj-lt"/>
                <a:cs typeface="Segoe UI" panose="020B0502040204020203" pitchFamily="34" charset="0"/>
              </a:rPr>
              <a:t>(required).</a:t>
            </a:r>
          </a:p>
        </p:txBody>
      </p:sp>
      <p:sp>
        <p:nvSpPr>
          <p:cNvPr id="16" name="Ovale 11">
            <a:extLst>
              <a:ext uri="{FF2B5EF4-FFF2-40B4-BE49-F238E27FC236}">
                <a16:creationId xmlns:a16="http://schemas.microsoft.com/office/drawing/2014/main" id="{CB821C9D-6F68-2A8E-F782-A02FB41EBAE9}"/>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18" name="Ovale 11">
            <a:extLst>
              <a:ext uri="{FF2B5EF4-FFF2-40B4-BE49-F238E27FC236}">
                <a16:creationId xmlns:a16="http://schemas.microsoft.com/office/drawing/2014/main" id="{E76F8846-898B-D97B-7234-17BCE58015B6}"/>
              </a:ext>
            </a:extLst>
          </p:cNvPr>
          <p:cNvSpPr/>
          <p:nvPr/>
        </p:nvSpPr>
        <p:spPr>
          <a:xfrm>
            <a:off x="8226273" y="2522012"/>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pic>
        <p:nvPicPr>
          <p:cNvPr id="34" name="Elemento grafico 36" descr="Utente con riempimento a tinta unita">
            <a:extLst>
              <a:ext uri="{FF2B5EF4-FFF2-40B4-BE49-F238E27FC236}">
                <a16:creationId xmlns:a16="http://schemas.microsoft.com/office/drawing/2014/main" id="{0D6FB9FD-40DC-B269-7ED4-D8A9C2281CA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B8C812FF-2F7E-6580-3DA9-C83D23B2F929}"/>
              </a:ext>
            </a:extLst>
          </p:cNvPr>
          <p:cNvSpPr txBox="1"/>
          <p:nvPr/>
        </p:nvSpPr>
        <p:spPr>
          <a:xfrm>
            <a:off x="10403001" y="435276"/>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err="1">
                <a:solidFill>
                  <a:schemeClr val="accent2"/>
                </a:solidFill>
                <a:latin typeface="CocoEng" pitchFamily="50" charset="0"/>
                <a:cs typeface="Segoe UI" panose="020B0502040204020203" pitchFamily="34" charset="0"/>
              </a:rPr>
              <a:t>Employee</a:t>
            </a:r>
            <a:endParaRPr lang="it-IT" sz="1600" b="1">
              <a:solidFill>
                <a:schemeClr val="accent2"/>
              </a:solidFill>
              <a:latin typeface="CocoEng" pitchFamily="50" charset="0"/>
              <a:cs typeface="Segoe UI" panose="020B0502040204020203" pitchFamily="34" charset="0"/>
            </a:endParaRPr>
          </a:p>
        </p:txBody>
      </p:sp>
      <p:sp>
        <p:nvSpPr>
          <p:cNvPr id="55" name="CasellaDiTesto 38">
            <a:extLst>
              <a:ext uri="{FF2B5EF4-FFF2-40B4-BE49-F238E27FC236}">
                <a16:creationId xmlns:a16="http://schemas.microsoft.com/office/drawing/2014/main" id="{92411F7D-EDAD-1540-51A5-A48E6A8EFAF3}"/>
              </a:ext>
            </a:extLst>
          </p:cNvPr>
          <p:cNvSpPr txBox="1"/>
          <p:nvPr/>
        </p:nvSpPr>
        <p:spPr>
          <a:xfrm>
            <a:off x="8696680" y="2522012"/>
            <a:ext cx="3066210" cy="461665"/>
          </a:xfrm>
          <a:prstGeom prst="rect">
            <a:avLst/>
          </a:prstGeom>
          <a:noFill/>
          <a:ln>
            <a:solidFill>
              <a:schemeClr val="bg2"/>
            </a:solidFill>
            <a:prstDash val="dash"/>
          </a:ln>
        </p:spPr>
        <p:txBody>
          <a:bodyPr wrap="square">
            <a:spAutoFit/>
          </a:bodyPr>
          <a:lstStyle/>
          <a:p>
            <a:pPr fontAlgn="ctr"/>
            <a:r>
              <a:rPr lang="en-GB" sz="1200">
                <a:latin typeface="+mj-lt"/>
                <a:cs typeface="Segoe UI" panose="020B0502040204020203" pitchFamily="34" charset="0"/>
              </a:rPr>
              <a:t>Select "</a:t>
            </a:r>
            <a:r>
              <a:rPr lang="en-GB" sz="1200" b="1">
                <a:latin typeface="+mj-lt"/>
                <a:cs typeface="Segoe UI" panose="020B0502040204020203" pitchFamily="34" charset="0"/>
              </a:rPr>
              <a:t>Next</a:t>
            </a:r>
            <a:r>
              <a:rPr lang="en-GB" sz="1200">
                <a:latin typeface="+mj-lt"/>
                <a:cs typeface="Segoe UI" panose="020B0502040204020203" pitchFamily="34" charset="0"/>
              </a:rPr>
              <a:t>" to move forward to the other sections.</a:t>
            </a:r>
          </a:p>
        </p:txBody>
      </p:sp>
      <p:pic>
        <p:nvPicPr>
          <p:cNvPr id="8" name="Picture 7">
            <a:extLst>
              <a:ext uri="{FF2B5EF4-FFF2-40B4-BE49-F238E27FC236}">
                <a16:creationId xmlns:a16="http://schemas.microsoft.com/office/drawing/2014/main" id="{7C180A3A-654E-CC1E-6E9B-93B7F30D5D2B}"/>
              </a:ext>
            </a:extLst>
          </p:cNvPr>
          <p:cNvPicPr>
            <a:picLocks noChangeAspect="1"/>
          </p:cNvPicPr>
          <p:nvPr/>
        </p:nvPicPr>
        <p:blipFill>
          <a:blip r:embed="rId8"/>
          <a:stretch>
            <a:fillRect/>
          </a:stretch>
        </p:blipFill>
        <p:spPr>
          <a:xfrm>
            <a:off x="843567" y="1529590"/>
            <a:ext cx="4095158" cy="3475676"/>
          </a:xfrm>
          <a:prstGeom prst="rect">
            <a:avLst/>
          </a:prstGeom>
          <a:ln>
            <a:solidFill>
              <a:schemeClr val="accent6"/>
            </a:solidFill>
          </a:ln>
        </p:spPr>
      </p:pic>
      <p:sp>
        <p:nvSpPr>
          <p:cNvPr id="9" name="Rectangle 8">
            <a:extLst>
              <a:ext uri="{FF2B5EF4-FFF2-40B4-BE49-F238E27FC236}">
                <a16:creationId xmlns:a16="http://schemas.microsoft.com/office/drawing/2014/main" id="{CBA40E0E-FD67-0340-CD67-DCCA5DBFBE7D}"/>
              </a:ext>
            </a:extLst>
          </p:cNvPr>
          <p:cNvSpPr/>
          <p:nvPr/>
        </p:nvSpPr>
        <p:spPr>
          <a:xfrm>
            <a:off x="1418123" y="1909994"/>
            <a:ext cx="657721" cy="1119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10" name="Rectangle 9">
            <a:extLst>
              <a:ext uri="{FF2B5EF4-FFF2-40B4-BE49-F238E27FC236}">
                <a16:creationId xmlns:a16="http://schemas.microsoft.com/office/drawing/2014/main" id="{AE7D1F5D-750E-489F-C852-BCCE317CB0F5}"/>
              </a:ext>
            </a:extLst>
          </p:cNvPr>
          <p:cNvSpPr/>
          <p:nvPr/>
        </p:nvSpPr>
        <p:spPr>
          <a:xfrm>
            <a:off x="1518252" y="2018379"/>
            <a:ext cx="592081" cy="661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11" name="Rectangle 10">
            <a:extLst>
              <a:ext uri="{FF2B5EF4-FFF2-40B4-BE49-F238E27FC236}">
                <a16:creationId xmlns:a16="http://schemas.microsoft.com/office/drawing/2014/main" id="{EF43AD8F-A76B-E6CB-C72F-2D1EF6542411}"/>
              </a:ext>
            </a:extLst>
          </p:cNvPr>
          <p:cNvSpPr/>
          <p:nvPr/>
        </p:nvSpPr>
        <p:spPr>
          <a:xfrm>
            <a:off x="843567" y="2840716"/>
            <a:ext cx="857485" cy="19318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4CBDEF3A-0D26-E603-7E5C-0123DA542E29}"/>
              </a:ext>
            </a:extLst>
          </p:cNvPr>
          <p:cNvSpPr/>
          <p:nvPr/>
        </p:nvSpPr>
        <p:spPr>
          <a:xfrm>
            <a:off x="2708945" y="4799166"/>
            <a:ext cx="825457" cy="20609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8189D3A1-7D3A-D494-0B62-B8F249E18F83}"/>
              </a:ext>
            </a:extLst>
          </p:cNvPr>
          <p:cNvSpPr/>
          <p:nvPr/>
        </p:nvSpPr>
        <p:spPr>
          <a:xfrm>
            <a:off x="2417564" y="3669217"/>
            <a:ext cx="1551136" cy="75074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e 11">
            <a:extLst>
              <a:ext uri="{FF2B5EF4-FFF2-40B4-BE49-F238E27FC236}">
                <a16:creationId xmlns:a16="http://schemas.microsoft.com/office/drawing/2014/main" id="{68CD886E-54FC-CB27-4AA5-07312B9FAD35}"/>
              </a:ext>
            </a:extLst>
          </p:cNvPr>
          <p:cNvSpPr/>
          <p:nvPr/>
        </p:nvSpPr>
        <p:spPr>
          <a:xfrm>
            <a:off x="1545323" y="2643950"/>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22" name="Ovale 11">
            <a:extLst>
              <a:ext uri="{FF2B5EF4-FFF2-40B4-BE49-F238E27FC236}">
                <a16:creationId xmlns:a16="http://schemas.microsoft.com/office/drawing/2014/main" id="{4AFE5140-D788-3F8A-E857-F4D5DF35C917}"/>
              </a:ext>
            </a:extLst>
          </p:cNvPr>
          <p:cNvSpPr/>
          <p:nvPr/>
        </p:nvSpPr>
        <p:spPr>
          <a:xfrm>
            <a:off x="2551796" y="4610078"/>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24" name="Rectangle 23">
            <a:extLst>
              <a:ext uri="{FF2B5EF4-FFF2-40B4-BE49-F238E27FC236}">
                <a16:creationId xmlns:a16="http://schemas.microsoft.com/office/drawing/2014/main" id="{B031D2A4-7722-2C3B-9179-36F009DD28CF}"/>
              </a:ext>
            </a:extLst>
          </p:cNvPr>
          <p:cNvSpPr/>
          <p:nvPr/>
        </p:nvSpPr>
        <p:spPr>
          <a:xfrm>
            <a:off x="926171" y="2105935"/>
            <a:ext cx="592081" cy="967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2" name="Rectangle 1">
            <a:extLst>
              <a:ext uri="{FF2B5EF4-FFF2-40B4-BE49-F238E27FC236}">
                <a16:creationId xmlns:a16="http://schemas.microsoft.com/office/drawing/2014/main" id="{8B7A3475-2E99-AE0F-9E2A-7BCB9DB5C3ED}"/>
              </a:ext>
            </a:extLst>
          </p:cNvPr>
          <p:cNvSpPr/>
          <p:nvPr/>
        </p:nvSpPr>
        <p:spPr>
          <a:xfrm>
            <a:off x="7171614" y="3323774"/>
            <a:ext cx="522006" cy="88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21" name="Rectangle 20">
            <a:extLst>
              <a:ext uri="{FF2B5EF4-FFF2-40B4-BE49-F238E27FC236}">
                <a16:creationId xmlns:a16="http://schemas.microsoft.com/office/drawing/2014/main" id="{19B55D93-62C1-01EA-C7FD-1DB3F884741F}"/>
              </a:ext>
            </a:extLst>
          </p:cNvPr>
          <p:cNvSpPr/>
          <p:nvPr/>
        </p:nvSpPr>
        <p:spPr>
          <a:xfrm>
            <a:off x="6666293" y="3445940"/>
            <a:ext cx="522006" cy="88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23" name="Rectangle 22">
            <a:extLst>
              <a:ext uri="{FF2B5EF4-FFF2-40B4-BE49-F238E27FC236}">
                <a16:creationId xmlns:a16="http://schemas.microsoft.com/office/drawing/2014/main" id="{39F891A3-53D8-B6F9-FF78-A3F03449BCA7}"/>
              </a:ext>
            </a:extLst>
          </p:cNvPr>
          <p:cNvSpPr/>
          <p:nvPr/>
        </p:nvSpPr>
        <p:spPr>
          <a:xfrm>
            <a:off x="6597056" y="4356724"/>
            <a:ext cx="680553" cy="15332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e 11">
            <a:extLst>
              <a:ext uri="{FF2B5EF4-FFF2-40B4-BE49-F238E27FC236}">
                <a16:creationId xmlns:a16="http://schemas.microsoft.com/office/drawing/2014/main" id="{B32DF674-1E09-135F-B4E5-C2D208C4895C}"/>
              </a:ext>
            </a:extLst>
          </p:cNvPr>
          <p:cNvSpPr/>
          <p:nvPr/>
        </p:nvSpPr>
        <p:spPr>
          <a:xfrm>
            <a:off x="7298812" y="4159957"/>
            <a:ext cx="260003" cy="26000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pic>
        <p:nvPicPr>
          <p:cNvPr id="29" name="Picture 28">
            <a:extLst>
              <a:ext uri="{FF2B5EF4-FFF2-40B4-BE49-F238E27FC236}">
                <a16:creationId xmlns:a16="http://schemas.microsoft.com/office/drawing/2014/main" id="{2D02A5D2-C2CE-935C-E026-15ABF83C1ED1}"/>
              </a:ext>
            </a:extLst>
          </p:cNvPr>
          <p:cNvPicPr>
            <a:picLocks noChangeAspect="1"/>
          </p:cNvPicPr>
          <p:nvPr/>
        </p:nvPicPr>
        <p:blipFill>
          <a:blip r:embed="rId9"/>
          <a:stretch>
            <a:fillRect/>
          </a:stretch>
        </p:blipFill>
        <p:spPr>
          <a:xfrm>
            <a:off x="4485959" y="3498459"/>
            <a:ext cx="3652818" cy="2964572"/>
          </a:xfrm>
          <a:prstGeom prst="rect">
            <a:avLst/>
          </a:prstGeom>
          <a:ln>
            <a:solidFill>
              <a:schemeClr val="accent6"/>
            </a:solidFill>
          </a:ln>
        </p:spPr>
      </p:pic>
      <p:sp>
        <p:nvSpPr>
          <p:cNvPr id="30" name="Rectangle 29">
            <a:extLst>
              <a:ext uri="{FF2B5EF4-FFF2-40B4-BE49-F238E27FC236}">
                <a16:creationId xmlns:a16="http://schemas.microsoft.com/office/drawing/2014/main" id="{CAE21333-4ED5-3F64-8F62-A70C0FF7E8A2}"/>
              </a:ext>
            </a:extLst>
          </p:cNvPr>
          <p:cNvSpPr/>
          <p:nvPr/>
        </p:nvSpPr>
        <p:spPr>
          <a:xfrm>
            <a:off x="7138380" y="3400764"/>
            <a:ext cx="469912" cy="525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31" name="Rectangle 30">
            <a:extLst>
              <a:ext uri="{FF2B5EF4-FFF2-40B4-BE49-F238E27FC236}">
                <a16:creationId xmlns:a16="http://schemas.microsoft.com/office/drawing/2014/main" id="{FEEE8F2A-BA4E-F839-5F1F-16DEA5350B52}"/>
              </a:ext>
            </a:extLst>
          </p:cNvPr>
          <p:cNvSpPr/>
          <p:nvPr/>
        </p:nvSpPr>
        <p:spPr>
          <a:xfrm>
            <a:off x="6597057" y="3501933"/>
            <a:ext cx="469912" cy="525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32" name="Rectangle 31">
            <a:extLst>
              <a:ext uri="{FF2B5EF4-FFF2-40B4-BE49-F238E27FC236}">
                <a16:creationId xmlns:a16="http://schemas.microsoft.com/office/drawing/2014/main" id="{40917762-ED9A-629E-7A57-5A5E5501CB3A}"/>
              </a:ext>
            </a:extLst>
          </p:cNvPr>
          <p:cNvSpPr/>
          <p:nvPr/>
        </p:nvSpPr>
        <p:spPr>
          <a:xfrm>
            <a:off x="4463844" y="4770173"/>
            <a:ext cx="1141521" cy="15332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e 11">
            <a:extLst>
              <a:ext uri="{FF2B5EF4-FFF2-40B4-BE49-F238E27FC236}">
                <a16:creationId xmlns:a16="http://schemas.microsoft.com/office/drawing/2014/main" id="{FA147DF5-5E99-12D9-3709-29EBD774FEFD}"/>
              </a:ext>
            </a:extLst>
          </p:cNvPr>
          <p:cNvSpPr/>
          <p:nvPr/>
        </p:nvSpPr>
        <p:spPr>
          <a:xfrm>
            <a:off x="5643364" y="4539163"/>
            <a:ext cx="260003" cy="26000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36" name="Rectangle 35">
            <a:extLst>
              <a:ext uri="{FF2B5EF4-FFF2-40B4-BE49-F238E27FC236}">
                <a16:creationId xmlns:a16="http://schemas.microsoft.com/office/drawing/2014/main" id="{18AAA257-087B-36F2-FDE6-ADDFA59C71E6}"/>
              </a:ext>
            </a:extLst>
          </p:cNvPr>
          <p:cNvSpPr/>
          <p:nvPr/>
        </p:nvSpPr>
        <p:spPr>
          <a:xfrm>
            <a:off x="6096000" y="6299458"/>
            <a:ext cx="655134" cy="16357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e 11">
            <a:extLst>
              <a:ext uri="{FF2B5EF4-FFF2-40B4-BE49-F238E27FC236}">
                <a16:creationId xmlns:a16="http://schemas.microsoft.com/office/drawing/2014/main" id="{85C1F117-8B14-7F6D-1933-393CEDF428E6}"/>
              </a:ext>
            </a:extLst>
          </p:cNvPr>
          <p:cNvSpPr/>
          <p:nvPr/>
        </p:nvSpPr>
        <p:spPr>
          <a:xfrm>
            <a:off x="6775712" y="6062741"/>
            <a:ext cx="260003" cy="26000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26" name="Rectangle 25">
            <a:extLst>
              <a:ext uri="{FF2B5EF4-FFF2-40B4-BE49-F238E27FC236}">
                <a16:creationId xmlns:a16="http://schemas.microsoft.com/office/drawing/2014/main" id="{AEA969AA-2A68-3E99-2CBF-F5ED61042A94}"/>
              </a:ext>
            </a:extLst>
          </p:cNvPr>
          <p:cNvSpPr/>
          <p:nvPr/>
        </p:nvSpPr>
        <p:spPr>
          <a:xfrm>
            <a:off x="7468825" y="4174338"/>
            <a:ext cx="680553" cy="59583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CasellaDiTesto 38">
            <a:extLst>
              <a:ext uri="{FF2B5EF4-FFF2-40B4-BE49-F238E27FC236}">
                <a16:creationId xmlns:a16="http://schemas.microsoft.com/office/drawing/2014/main" id="{2EF65B69-8B1B-F1B2-3663-17C66F4F0E17}"/>
              </a:ext>
            </a:extLst>
          </p:cNvPr>
          <p:cNvSpPr txBox="1"/>
          <p:nvPr/>
        </p:nvSpPr>
        <p:spPr>
          <a:xfrm>
            <a:off x="8690615" y="3067738"/>
            <a:ext cx="3066210" cy="830997"/>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In the “</a:t>
            </a:r>
            <a:r>
              <a:rPr lang="en-GB" sz="1200" b="1">
                <a:latin typeface="+mj-lt"/>
                <a:cs typeface="Segoe UI" panose="020B0502040204020203" pitchFamily="34" charset="0"/>
              </a:rPr>
              <a:t>Supporting Documents</a:t>
            </a:r>
            <a:r>
              <a:rPr lang="en-GB" sz="1200">
                <a:latin typeface="+mj-lt"/>
                <a:cs typeface="Segoe UI" panose="020B0502040204020203" pitchFamily="34" charset="0"/>
              </a:rPr>
              <a:t>” section, if needed,  you can upload a document to support your evaluation and provide a comment about it.</a:t>
            </a:r>
          </a:p>
        </p:txBody>
      </p:sp>
      <p:sp>
        <p:nvSpPr>
          <p:cNvPr id="40" name="CasellaDiTesto 38">
            <a:extLst>
              <a:ext uri="{FF2B5EF4-FFF2-40B4-BE49-F238E27FC236}">
                <a16:creationId xmlns:a16="http://schemas.microsoft.com/office/drawing/2014/main" id="{B2B2CF0F-045D-44C9-6A73-AC34DADB7170}"/>
              </a:ext>
            </a:extLst>
          </p:cNvPr>
          <p:cNvSpPr txBox="1"/>
          <p:nvPr/>
        </p:nvSpPr>
        <p:spPr>
          <a:xfrm>
            <a:off x="8690615" y="3989455"/>
            <a:ext cx="3066210" cy="276999"/>
          </a:xfrm>
          <a:prstGeom prst="rect">
            <a:avLst/>
          </a:prstGeom>
          <a:noFill/>
          <a:ln>
            <a:solidFill>
              <a:schemeClr val="bg2"/>
            </a:solidFill>
            <a:prstDash val="dash"/>
          </a:ln>
        </p:spPr>
        <p:txBody>
          <a:bodyPr wrap="square">
            <a:spAutoFit/>
          </a:bodyPr>
          <a:lstStyle/>
          <a:p>
            <a:pPr fontAlgn="ctr"/>
            <a:r>
              <a:rPr lang="en-GB" sz="1200">
                <a:latin typeface="+mj-lt"/>
                <a:cs typeface="Segoe UI" panose="020B0502040204020203" pitchFamily="34" charset="0"/>
              </a:rPr>
              <a:t>Click “</a:t>
            </a:r>
            <a:r>
              <a:rPr lang="en-GB" sz="1200" b="1">
                <a:latin typeface="+mj-lt"/>
                <a:cs typeface="Segoe UI" panose="020B0502040204020203" pitchFamily="34" charset="0"/>
              </a:rPr>
              <a:t>Next</a:t>
            </a:r>
            <a:r>
              <a:rPr lang="en-GB" sz="1200">
                <a:latin typeface="+mj-lt"/>
                <a:cs typeface="Segoe UI" panose="020B0502040204020203" pitchFamily="34" charset="0"/>
              </a:rPr>
              <a:t>” to continue</a:t>
            </a:r>
          </a:p>
        </p:txBody>
      </p:sp>
      <p:sp>
        <p:nvSpPr>
          <p:cNvPr id="41" name="Ovale 11">
            <a:extLst>
              <a:ext uri="{FF2B5EF4-FFF2-40B4-BE49-F238E27FC236}">
                <a16:creationId xmlns:a16="http://schemas.microsoft.com/office/drawing/2014/main" id="{DC99E564-3DEC-92F3-D72D-787B9C90DCD9}"/>
              </a:ext>
            </a:extLst>
          </p:cNvPr>
          <p:cNvSpPr/>
          <p:nvPr/>
        </p:nvSpPr>
        <p:spPr>
          <a:xfrm>
            <a:off x="8226273" y="3071630"/>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42" name="Ovale 11">
            <a:extLst>
              <a:ext uri="{FF2B5EF4-FFF2-40B4-BE49-F238E27FC236}">
                <a16:creationId xmlns:a16="http://schemas.microsoft.com/office/drawing/2014/main" id="{164EA0EE-E52A-B8DE-746A-B6927D464D7D}"/>
              </a:ext>
            </a:extLst>
          </p:cNvPr>
          <p:cNvSpPr/>
          <p:nvPr/>
        </p:nvSpPr>
        <p:spPr>
          <a:xfrm>
            <a:off x="8226273" y="3947954"/>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Tree>
    <p:extLst>
      <p:ext uri="{BB962C8B-B14F-4D97-AF65-F5344CB8AC3E}">
        <p14:creationId xmlns:p14="http://schemas.microsoft.com/office/powerpoint/2010/main" val="1914068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35905-AA0A-6C82-DF8D-3C70A279F84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9A59044-D79B-9F72-5B3E-688DC7126308}"/>
              </a:ext>
            </a:extLst>
          </p:cNvPr>
          <p:cNvGraphicFramePr>
            <a:graphicFrameLocks noChangeAspect="1"/>
          </p:cNvGraphicFramePr>
          <p:nvPr>
            <p:custDataLst>
              <p:tags r:id="rId1"/>
            </p:custDataLst>
            <p:extLst>
              <p:ext uri="{D42A27DB-BD31-4B8C-83A1-F6EECF244321}">
                <p14:modId xmlns:p14="http://schemas.microsoft.com/office/powerpoint/2010/main" val="2785263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59A59044-D79B-9F72-5B3E-688DC71263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8EE496E7-F1D1-DB93-FBD7-64F8C744CEBF}"/>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Self Evaluation (1/5)</a:t>
            </a:r>
          </a:p>
        </p:txBody>
      </p:sp>
      <p:sp>
        <p:nvSpPr>
          <p:cNvPr id="4" name="Segnaposto numero diapositiva 3">
            <a:extLst>
              <a:ext uri="{FF2B5EF4-FFF2-40B4-BE49-F238E27FC236}">
                <a16:creationId xmlns:a16="http://schemas.microsoft.com/office/drawing/2014/main" id="{25B8D732-9B5A-C1CE-DF4E-1B35C48588DA}"/>
              </a:ext>
            </a:extLst>
          </p:cNvPr>
          <p:cNvSpPr>
            <a:spLocks noGrp="1"/>
          </p:cNvSpPr>
          <p:nvPr>
            <p:ph type="sldNum" sz="quarter" idx="15"/>
          </p:nvPr>
        </p:nvSpPr>
        <p:spPr/>
        <p:txBody>
          <a:bodyPr/>
          <a:lstStyle/>
          <a:p>
            <a:fld id="{98BF7C3C-24CC-6140-8A22-738C44F1CFEB}" type="slidenum">
              <a:rPr lang="it-IT" smtClean="0"/>
              <a:pPr/>
              <a:t>8</a:t>
            </a:fld>
            <a:endParaRPr lang="it-IT"/>
          </a:p>
        </p:txBody>
      </p:sp>
      <p:sp>
        <p:nvSpPr>
          <p:cNvPr id="6" name="Segnaposto testo 5">
            <a:extLst>
              <a:ext uri="{FF2B5EF4-FFF2-40B4-BE49-F238E27FC236}">
                <a16:creationId xmlns:a16="http://schemas.microsoft.com/office/drawing/2014/main" id="{2C87EB3A-FEC5-49DC-3105-E2FBE6969525}"/>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5F588A60-14C1-00E6-C07D-1A2E7770020E}"/>
              </a:ext>
            </a:extLst>
          </p:cNvPr>
          <p:cNvSpPr>
            <a:spLocks noGrp="1"/>
          </p:cNvSpPr>
          <p:nvPr>
            <p:ph type="ftr" sz="quarter" idx="14"/>
          </p:nvPr>
        </p:nvSpPr>
        <p:spPr/>
        <p:txBody>
          <a:bodyPr/>
          <a:lstStyle/>
          <a:p>
            <a:endParaRPr lang="it-IT"/>
          </a:p>
        </p:txBody>
      </p:sp>
      <p:pic>
        <p:nvPicPr>
          <p:cNvPr id="8" name="Picture 7">
            <a:extLst>
              <a:ext uri="{FF2B5EF4-FFF2-40B4-BE49-F238E27FC236}">
                <a16:creationId xmlns:a16="http://schemas.microsoft.com/office/drawing/2014/main" id="{3C400820-38FA-A437-1352-7FBD7DA331D8}"/>
              </a:ext>
            </a:extLst>
          </p:cNvPr>
          <p:cNvPicPr>
            <a:picLocks noChangeAspect="1"/>
          </p:cNvPicPr>
          <p:nvPr/>
        </p:nvPicPr>
        <p:blipFill>
          <a:blip r:embed="rId6"/>
          <a:stretch>
            <a:fillRect/>
          </a:stretch>
        </p:blipFill>
        <p:spPr>
          <a:xfrm>
            <a:off x="881054" y="1489123"/>
            <a:ext cx="2538288" cy="1396059"/>
          </a:xfrm>
          <a:prstGeom prst="rect">
            <a:avLst/>
          </a:prstGeom>
          <a:ln>
            <a:solidFill>
              <a:schemeClr val="accent6"/>
            </a:solidFill>
          </a:ln>
        </p:spPr>
      </p:pic>
      <p:sp>
        <p:nvSpPr>
          <p:cNvPr id="12" name="Rettangolo 3">
            <a:extLst>
              <a:ext uri="{FF2B5EF4-FFF2-40B4-BE49-F238E27FC236}">
                <a16:creationId xmlns:a16="http://schemas.microsoft.com/office/drawing/2014/main" id="{118C98F3-A46E-4130-B7EA-48F294C08A89}"/>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9F5C93C6-B0FB-184B-5837-08CB27907348}"/>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FCEDF281-C1E3-C173-DC09-4B6479B5B641}"/>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8DEAB50B-37B4-61DB-5B9B-29D5C3DF5A0C}"/>
              </a:ext>
            </a:extLst>
          </p:cNvPr>
          <p:cNvSpPr txBox="1"/>
          <p:nvPr/>
        </p:nvSpPr>
        <p:spPr>
          <a:xfrm>
            <a:off x="8696680" y="1402163"/>
            <a:ext cx="3066210" cy="830997"/>
          </a:xfrm>
          <a:prstGeom prst="rect">
            <a:avLst/>
          </a:prstGeom>
          <a:noFill/>
          <a:ln>
            <a:solidFill>
              <a:schemeClr val="bg2"/>
            </a:solidFill>
            <a:prstDash val="dash"/>
          </a:ln>
        </p:spPr>
        <p:txBody>
          <a:bodyPr wrap="square">
            <a:spAutoFit/>
          </a:bodyPr>
          <a:lstStyle/>
          <a:p>
            <a:r>
              <a:rPr lang="en-US" sz="1200">
                <a:latin typeface="+mj-lt"/>
                <a:cs typeface="Segoe UI" panose="020B0502040204020203" pitchFamily="34" charset="0"/>
              </a:rPr>
              <a:t>In the </a:t>
            </a:r>
            <a:r>
              <a:rPr lang="en-US" sz="1200" b="1">
                <a:latin typeface="+mj-lt"/>
                <a:cs typeface="Segoe UI" panose="020B0502040204020203" pitchFamily="34" charset="0"/>
              </a:rPr>
              <a:t>"Awaiting Your Action</a:t>
            </a:r>
            <a:r>
              <a:rPr lang="en-US" sz="1200">
                <a:latin typeface="+mj-lt"/>
                <a:cs typeface="Segoe UI" panose="020B0502040204020203" pitchFamily="34" charset="0"/>
              </a:rPr>
              <a:t>" section, click on the task "</a:t>
            </a:r>
            <a:r>
              <a:rPr lang="en-US" sz="1200" b="1">
                <a:latin typeface="+mj-lt"/>
                <a:cs typeface="Segoe UI" panose="020B0502040204020203" pitchFamily="34" charset="0"/>
              </a:rPr>
              <a:t>Self Evaluation Mid Year Check-In 2025: Name and Surname"</a:t>
            </a:r>
            <a:endParaRPr lang="it-IT" sz="1200" b="1">
              <a:latin typeface="+mj-lt"/>
              <a:cs typeface="Segoe UI" panose="020B0502040204020203" pitchFamily="34" charset="0"/>
            </a:endParaRPr>
          </a:p>
        </p:txBody>
      </p:sp>
      <p:sp>
        <p:nvSpPr>
          <p:cNvPr id="16" name="Ovale 11">
            <a:extLst>
              <a:ext uri="{FF2B5EF4-FFF2-40B4-BE49-F238E27FC236}">
                <a16:creationId xmlns:a16="http://schemas.microsoft.com/office/drawing/2014/main" id="{DDB67205-E4F9-C533-1DCC-48FD77F8E7A1}"/>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17" name="CasellaDiTesto 38">
            <a:extLst>
              <a:ext uri="{FF2B5EF4-FFF2-40B4-BE49-F238E27FC236}">
                <a16:creationId xmlns:a16="http://schemas.microsoft.com/office/drawing/2014/main" id="{4F9861A8-52B2-5424-DE1F-5887081F6168}"/>
              </a:ext>
            </a:extLst>
          </p:cNvPr>
          <p:cNvSpPr txBox="1"/>
          <p:nvPr/>
        </p:nvSpPr>
        <p:spPr>
          <a:xfrm>
            <a:off x="8696680" y="2544946"/>
            <a:ext cx="3066210" cy="461665"/>
          </a:xfrm>
          <a:prstGeom prst="rect">
            <a:avLst/>
          </a:prstGeom>
          <a:noFill/>
          <a:ln>
            <a:solidFill>
              <a:schemeClr val="bg2"/>
            </a:solidFill>
            <a:prstDash val="dash"/>
          </a:ln>
        </p:spPr>
        <p:txBody>
          <a:bodyPr wrap="square">
            <a:spAutoFit/>
          </a:bodyPr>
          <a:lstStyle/>
          <a:p>
            <a:r>
              <a:rPr lang="en-US" sz="1200">
                <a:latin typeface="+mj-lt"/>
                <a:cs typeface="Segoe UI" panose="020B0502040204020203" pitchFamily="34" charset="0"/>
              </a:rPr>
              <a:t>Select </a:t>
            </a:r>
            <a:r>
              <a:rPr lang="en-US" sz="1200" b="1">
                <a:latin typeface="+mj-lt"/>
                <a:cs typeface="Segoe UI" panose="020B0502040204020203" pitchFamily="34" charset="0"/>
              </a:rPr>
              <a:t>"Get Started" </a:t>
            </a:r>
            <a:r>
              <a:rPr lang="en-US" sz="1200">
                <a:latin typeface="+mj-lt"/>
                <a:cs typeface="Segoe UI" panose="020B0502040204020203" pitchFamily="34" charset="0"/>
              </a:rPr>
              <a:t>to start your evaluation.</a:t>
            </a:r>
            <a:endParaRPr lang="it-IT" sz="1200">
              <a:latin typeface="+mj-lt"/>
              <a:cs typeface="Segoe UI" panose="020B0502040204020203" pitchFamily="34" charset="0"/>
            </a:endParaRPr>
          </a:p>
        </p:txBody>
      </p:sp>
      <p:sp>
        <p:nvSpPr>
          <p:cNvPr id="18" name="Ovale 11">
            <a:extLst>
              <a:ext uri="{FF2B5EF4-FFF2-40B4-BE49-F238E27FC236}">
                <a16:creationId xmlns:a16="http://schemas.microsoft.com/office/drawing/2014/main" id="{7177ECEE-273B-6CB6-766A-F21962610A7C}"/>
              </a:ext>
            </a:extLst>
          </p:cNvPr>
          <p:cNvSpPr/>
          <p:nvPr/>
        </p:nvSpPr>
        <p:spPr>
          <a:xfrm>
            <a:off x="8226273" y="2573232"/>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19" name="Ovale 11">
            <a:extLst>
              <a:ext uri="{FF2B5EF4-FFF2-40B4-BE49-F238E27FC236}">
                <a16:creationId xmlns:a16="http://schemas.microsoft.com/office/drawing/2014/main" id="{2A1AD630-F88B-F2E9-BDBD-B0EDB635F457}"/>
              </a:ext>
            </a:extLst>
          </p:cNvPr>
          <p:cNvSpPr/>
          <p:nvPr/>
        </p:nvSpPr>
        <p:spPr>
          <a:xfrm>
            <a:off x="3193517" y="1446649"/>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pic>
        <p:nvPicPr>
          <p:cNvPr id="34" name="Elemento grafico 36" descr="Utente con riempimento a tinta unita">
            <a:extLst>
              <a:ext uri="{FF2B5EF4-FFF2-40B4-BE49-F238E27FC236}">
                <a16:creationId xmlns:a16="http://schemas.microsoft.com/office/drawing/2014/main" id="{F6FC1C6C-2F18-1062-1843-DFB33BB44BF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6A8EF4A0-62E0-480D-1BDD-5974E0026A3F}"/>
              </a:ext>
            </a:extLst>
          </p:cNvPr>
          <p:cNvSpPr txBox="1"/>
          <p:nvPr/>
        </p:nvSpPr>
        <p:spPr>
          <a:xfrm>
            <a:off x="10403001" y="435276"/>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err="1">
                <a:solidFill>
                  <a:schemeClr val="accent2"/>
                </a:solidFill>
                <a:latin typeface="CocoEng" pitchFamily="50" charset="0"/>
                <a:cs typeface="Segoe UI" panose="020B0502040204020203" pitchFamily="34" charset="0"/>
              </a:rPr>
              <a:t>Employee</a:t>
            </a:r>
            <a:endParaRPr lang="it-IT" sz="1600" b="1">
              <a:solidFill>
                <a:schemeClr val="accent2"/>
              </a:solidFill>
              <a:latin typeface="CocoEng" pitchFamily="50" charset="0"/>
              <a:cs typeface="Segoe UI" panose="020B0502040204020203" pitchFamily="34" charset="0"/>
            </a:endParaRPr>
          </a:p>
        </p:txBody>
      </p:sp>
      <p:pic>
        <p:nvPicPr>
          <p:cNvPr id="21" name="Picture 20">
            <a:extLst>
              <a:ext uri="{FF2B5EF4-FFF2-40B4-BE49-F238E27FC236}">
                <a16:creationId xmlns:a16="http://schemas.microsoft.com/office/drawing/2014/main" id="{B4DD7868-1059-47E7-B7DC-46A70AE04A92}"/>
              </a:ext>
            </a:extLst>
          </p:cNvPr>
          <p:cNvPicPr>
            <a:picLocks noChangeAspect="1"/>
          </p:cNvPicPr>
          <p:nvPr/>
        </p:nvPicPr>
        <p:blipFill>
          <a:blip r:embed="rId9"/>
          <a:srcRect l="-410" t="-686" r="2870" b="23744"/>
          <a:stretch/>
        </p:blipFill>
        <p:spPr>
          <a:xfrm>
            <a:off x="3675144" y="1489123"/>
            <a:ext cx="4229945" cy="2855892"/>
          </a:xfrm>
          <a:prstGeom prst="rect">
            <a:avLst/>
          </a:prstGeom>
          <a:ln>
            <a:solidFill>
              <a:schemeClr val="accent6"/>
            </a:solidFill>
          </a:ln>
        </p:spPr>
      </p:pic>
      <p:sp>
        <p:nvSpPr>
          <p:cNvPr id="20" name="Ovale 11">
            <a:extLst>
              <a:ext uri="{FF2B5EF4-FFF2-40B4-BE49-F238E27FC236}">
                <a16:creationId xmlns:a16="http://schemas.microsoft.com/office/drawing/2014/main" id="{D3E1EA20-D11B-227B-834B-00C88C2F2EFA}"/>
              </a:ext>
            </a:extLst>
          </p:cNvPr>
          <p:cNvSpPr/>
          <p:nvPr/>
        </p:nvSpPr>
        <p:spPr>
          <a:xfrm>
            <a:off x="4736033" y="3883797"/>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Tree>
    <p:extLst>
      <p:ext uri="{BB962C8B-B14F-4D97-AF65-F5344CB8AC3E}">
        <p14:creationId xmlns:p14="http://schemas.microsoft.com/office/powerpoint/2010/main" val="4049846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19335-A5A8-94E0-FC73-9313802DC79A}"/>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5907BD8-56E0-8106-DACC-1E65DF45BA1A}"/>
              </a:ext>
            </a:extLst>
          </p:cNvPr>
          <p:cNvGraphicFramePr>
            <a:graphicFrameLocks noChangeAspect="1"/>
          </p:cNvGraphicFramePr>
          <p:nvPr>
            <p:custDataLst>
              <p:tags r:id="rId1"/>
            </p:custDataLst>
            <p:extLst>
              <p:ext uri="{D42A27DB-BD31-4B8C-83A1-F6EECF244321}">
                <p14:modId xmlns:p14="http://schemas.microsoft.com/office/powerpoint/2010/main" val="5724711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A5907BD8-56E0-8106-DACC-1E65DF45BA1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1F81B978-4CCA-5E22-13BE-CA9795A78B4F}"/>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Self Evaluation (5/5)</a:t>
            </a:r>
          </a:p>
        </p:txBody>
      </p:sp>
      <p:sp>
        <p:nvSpPr>
          <p:cNvPr id="4" name="Segnaposto numero diapositiva 3">
            <a:extLst>
              <a:ext uri="{FF2B5EF4-FFF2-40B4-BE49-F238E27FC236}">
                <a16:creationId xmlns:a16="http://schemas.microsoft.com/office/drawing/2014/main" id="{EB7874A5-7FF4-51D1-D872-539F1EFC2096}"/>
              </a:ext>
            </a:extLst>
          </p:cNvPr>
          <p:cNvSpPr>
            <a:spLocks noGrp="1"/>
          </p:cNvSpPr>
          <p:nvPr>
            <p:ph type="sldNum" sz="quarter" idx="15"/>
          </p:nvPr>
        </p:nvSpPr>
        <p:spPr/>
        <p:txBody>
          <a:bodyPr/>
          <a:lstStyle/>
          <a:p>
            <a:fld id="{98BF7C3C-24CC-6140-8A22-738C44F1CFEB}" type="slidenum">
              <a:rPr lang="it-IT" smtClean="0"/>
              <a:pPr/>
              <a:t>9</a:t>
            </a:fld>
            <a:endParaRPr lang="it-IT"/>
          </a:p>
        </p:txBody>
      </p:sp>
      <p:sp>
        <p:nvSpPr>
          <p:cNvPr id="6" name="Segnaposto testo 5">
            <a:extLst>
              <a:ext uri="{FF2B5EF4-FFF2-40B4-BE49-F238E27FC236}">
                <a16:creationId xmlns:a16="http://schemas.microsoft.com/office/drawing/2014/main" id="{2518274C-8505-89AD-FE29-002F8A54DDF1}"/>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B71C3870-594F-9252-9075-DD8F828E665E}"/>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C8FEBE44-18DC-5B0F-D92A-B55A96687601}"/>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97505787-2D1C-D67C-C0A7-E261FAB14CE7}"/>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ACA17081-5433-7C55-A036-FC2065B885F3}"/>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7E685745-BF87-426D-8DA9-C93BCF595BF3}"/>
              </a:ext>
            </a:extLst>
          </p:cNvPr>
          <p:cNvSpPr txBox="1"/>
          <p:nvPr/>
        </p:nvSpPr>
        <p:spPr>
          <a:xfrm>
            <a:off x="8696680" y="1402163"/>
            <a:ext cx="3066210" cy="646331"/>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The last section </a:t>
            </a:r>
            <a:r>
              <a:rPr lang="en-GB" sz="1200" b="1">
                <a:latin typeface="+mj-lt"/>
                <a:cs typeface="Segoe UI" panose="020B0502040204020203" pitchFamily="34" charset="0"/>
              </a:rPr>
              <a:t>"Review and Submit</a:t>
            </a:r>
            <a:r>
              <a:rPr lang="en-GB" sz="1200">
                <a:latin typeface="+mj-lt"/>
                <a:cs typeface="Segoe UI" panose="020B0502040204020203" pitchFamily="34" charset="0"/>
              </a:rPr>
              <a:t>" summarizes all the changes made in the previous tabs.</a:t>
            </a:r>
          </a:p>
        </p:txBody>
      </p:sp>
      <p:sp>
        <p:nvSpPr>
          <p:cNvPr id="16" name="Ovale 11">
            <a:extLst>
              <a:ext uri="{FF2B5EF4-FFF2-40B4-BE49-F238E27FC236}">
                <a16:creationId xmlns:a16="http://schemas.microsoft.com/office/drawing/2014/main" id="{4B46C19D-F9CA-4FD1-C33D-CB813DF4B054}"/>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18" name="Ovale 11">
            <a:extLst>
              <a:ext uri="{FF2B5EF4-FFF2-40B4-BE49-F238E27FC236}">
                <a16:creationId xmlns:a16="http://schemas.microsoft.com/office/drawing/2014/main" id="{A6932447-1A9B-447B-6EF5-08A5AA79664E}"/>
              </a:ext>
            </a:extLst>
          </p:cNvPr>
          <p:cNvSpPr/>
          <p:nvPr/>
        </p:nvSpPr>
        <p:spPr>
          <a:xfrm>
            <a:off x="8226273" y="2323880"/>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pic>
        <p:nvPicPr>
          <p:cNvPr id="34" name="Elemento grafico 36" descr="Utente con riempimento a tinta unita">
            <a:extLst>
              <a:ext uri="{FF2B5EF4-FFF2-40B4-BE49-F238E27FC236}">
                <a16:creationId xmlns:a16="http://schemas.microsoft.com/office/drawing/2014/main" id="{394C4525-BCEE-E024-B865-F69E34322DD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0C0D064E-CA1C-A289-3BAD-FE44CF9F3073}"/>
              </a:ext>
            </a:extLst>
          </p:cNvPr>
          <p:cNvSpPr txBox="1"/>
          <p:nvPr/>
        </p:nvSpPr>
        <p:spPr>
          <a:xfrm>
            <a:off x="10403001" y="435276"/>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err="1">
                <a:solidFill>
                  <a:schemeClr val="accent2"/>
                </a:solidFill>
                <a:latin typeface="CocoEng" pitchFamily="50" charset="0"/>
                <a:cs typeface="Segoe UI" panose="020B0502040204020203" pitchFamily="34" charset="0"/>
              </a:rPr>
              <a:t>Employee</a:t>
            </a:r>
            <a:endParaRPr lang="it-IT" sz="1600" b="1">
              <a:solidFill>
                <a:schemeClr val="accent2"/>
              </a:solidFill>
              <a:latin typeface="CocoEng" pitchFamily="50" charset="0"/>
              <a:cs typeface="Segoe UI" panose="020B0502040204020203" pitchFamily="34" charset="0"/>
            </a:endParaRPr>
          </a:p>
        </p:txBody>
      </p:sp>
      <p:sp>
        <p:nvSpPr>
          <p:cNvPr id="55" name="CasellaDiTesto 38">
            <a:extLst>
              <a:ext uri="{FF2B5EF4-FFF2-40B4-BE49-F238E27FC236}">
                <a16:creationId xmlns:a16="http://schemas.microsoft.com/office/drawing/2014/main" id="{193CF9A1-393B-7729-007C-6A1AEC1643FF}"/>
              </a:ext>
            </a:extLst>
          </p:cNvPr>
          <p:cNvSpPr txBox="1"/>
          <p:nvPr/>
        </p:nvSpPr>
        <p:spPr>
          <a:xfrm>
            <a:off x="8696680" y="2323880"/>
            <a:ext cx="3066210" cy="461665"/>
          </a:xfrm>
          <a:prstGeom prst="rect">
            <a:avLst/>
          </a:prstGeom>
          <a:noFill/>
          <a:ln>
            <a:solidFill>
              <a:schemeClr val="bg2"/>
            </a:solidFill>
            <a:prstDash val="dash"/>
          </a:ln>
        </p:spPr>
        <p:txBody>
          <a:bodyPr wrap="square">
            <a:spAutoFit/>
          </a:bodyPr>
          <a:lstStyle/>
          <a:p>
            <a:pPr fontAlgn="ctr"/>
            <a:r>
              <a:rPr lang="en-GB" sz="1200">
                <a:latin typeface="+mj-lt"/>
                <a:cs typeface="Segoe UI" panose="020B0502040204020203" pitchFamily="34" charset="0"/>
              </a:rPr>
              <a:t>Click "</a:t>
            </a:r>
            <a:r>
              <a:rPr lang="en-GB" sz="1200" b="1">
                <a:latin typeface="+mj-lt"/>
                <a:cs typeface="Segoe UI" panose="020B0502040204020203" pitchFamily="34" charset="0"/>
              </a:rPr>
              <a:t>Submit</a:t>
            </a:r>
            <a:r>
              <a:rPr lang="en-GB" sz="1200">
                <a:latin typeface="+mj-lt"/>
                <a:cs typeface="Segoe UI" panose="020B0502040204020203" pitchFamily="34" charset="0"/>
              </a:rPr>
              <a:t>" to submit your self-assessment and close the task.</a:t>
            </a:r>
          </a:p>
        </p:txBody>
      </p:sp>
      <p:pic>
        <p:nvPicPr>
          <p:cNvPr id="8" name="Picture 7">
            <a:extLst>
              <a:ext uri="{FF2B5EF4-FFF2-40B4-BE49-F238E27FC236}">
                <a16:creationId xmlns:a16="http://schemas.microsoft.com/office/drawing/2014/main" id="{11788235-5E7B-B932-558C-89CD74EF7900}"/>
              </a:ext>
            </a:extLst>
          </p:cNvPr>
          <p:cNvPicPr>
            <a:picLocks noChangeAspect="1"/>
          </p:cNvPicPr>
          <p:nvPr/>
        </p:nvPicPr>
        <p:blipFill>
          <a:blip r:embed="rId8"/>
          <a:srcRect l="1866"/>
          <a:stretch/>
        </p:blipFill>
        <p:spPr>
          <a:xfrm>
            <a:off x="1056068" y="1430449"/>
            <a:ext cx="4198512" cy="4956503"/>
          </a:xfrm>
          <a:prstGeom prst="rect">
            <a:avLst/>
          </a:prstGeom>
          <a:ln>
            <a:solidFill>
              <a:schemeClr val="accent6"/>
            </a:solidFill>
          </a:ln>
        </p:spPr>
      </p:pic>
      <p:sp>
        <p:nvSpPr>
          <p:cNvPr id="29" name="Rectangle 28">
            <a:extLst>
              <a:ext uri="{FF2B5EF4-FFF2-40B4-BE49-F238E27FC236}">
                <a16:creationId xmlns:a16="http://schemas.microsoft.com/office/drawing/2014/main" id="{50596DF7-989E-7A2B-3E7D-0FF46E61E520}"/>
              </a:ext>
            </a:extLst>
          </p:cNvPr>
          <p:cNvSpPr/>
          <p:nvPr/>
        </p:nvSpPr>
        <p:spPr>
          <a:xfrm>
            <a:off x="1751937" y="1933684"/>
            <a:ext cx="849596" cy="1122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30" name="Rectangle 29">
            <a:extLst>
              <a:ext uri="{FF2B5EF4-FFF2-40B4-BE49-F238E27FC236}">
                <a16:creationId xmlns:a16="http://schemas.microsoft.com/office/drawing/2014/main" id="{2C51F82D-965D-51CD-49AA-3B3B4EA14C67}"/>
              </a:ext>
            </a:extLst>
          </p:cNvPr>
          <p:cNvSpPr/>
          <p:nvPr/>
        </p:nvSpPr>
        <p:spPr>
          <a:xfrm>
            <a:off x="1056068" y="2045192"/>
            <a:ext cx="849596" cy="1122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31" name="Rectangle 30">
            <a:extLst>
              <a:ext uri="{FF2B5EF4-FFF2-40B4-BE49-F238E27FC236}">
                <a16:creationId xmlns:a16="http://schemas.microsoft.com/office/drawing/2014/main" id="{530544FA-93B2-2B6E-8C77-248BA4E06805}"/>
              </a:ext>
            </a:extLst>
          </p:cNvPr>
          <p:cNvSpPr/>
          <p:nvPr/>
        </p:nvSpPr>
        <p:spPr>
          <a:xfrm>
            <a:off x="1094413" y="3852013"/>
            <a:ext cx="1438296" cy="19318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e 11">
            <a:extLst>
              <a:ext uri="{FF2B5EF4-FFF2-40B4-BE49-F238E27FC236}">
                <a16:creationId xmlns:a16="http://schemas.microsoft.com/office/drawing/2014/main" id="{2CCF7109-CB86-B593-3DE2-F8C7F25D3498}"/>
              </a:ext>
            </a:extLst>
          </p:cNvPr>
          <p:cNvSpPr/>
          <p:nvPr/>
        </p:nvSpPr>
        <p:spPr>
          <a:xfrm>
            <a:off x="2273933" y="3621004"/>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33" name="Rectangle 32">
            <a:extLst>
              <a:ext uri="{FF2B5EF4-FFF2-40B4-BE49-F238E27FC236}">
                <a16:creationId xmlns:a16="http://schemas.microsoft.com/office/drawing/2014/main" id="{DC0D420B-012C-FD40-DEA1-14DC6A9EC2C5}"/>
              </a:ext>
            </a:extLst>
          </p:cNvPr>
          <p:cNvSpPr/>
          <p:nvPr/>
        </p:nvSpPr>
        <p:spPr>
          <a:xfrm>
            <a:off x="3088766" y="6137101"/>
            <a:ext cx="825457" cy="20609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Ovale 11">
            <a:extLst>
              <a:ext uri="{FF2B5EF4-FFF2-40B4-BE49-F238E27FC236}">
                <a16:creationId xmlns:a16="http://schemas.microsoft.com/office/drawing/2014/main" id="{F718CFA6-7696-53FB-4BCA-94080AB06D1B}"/>
              </a:ext>
            </a:extLst>
          </p:cNvPr>
          <p:cNvSpPr/>
          <p:nvPr/>
        </p:nvSpPr>
        <p:spPr>
          <a:xfrm>
            <a:off x="3768479" y="5900384"/>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Tree>
    <p:extLst>
      <p:ext uri="{BB962C8B-B14F-4D97-AF65-F5344CB8AC3E}">
        <p14:creationId xmlns:p14="http://schemas.microsoft.com/office/powerpoint/2010/main" val="1415589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1E57C-C5AC-AC58-03E6-A4F0ECC971C8}"/>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9FEFE76-CB71-7CB9-738D-ABB688864A34}"/>
              </a:ext>
            </a:extLst>
          </p:cNvPr>
          <p:cNvGraphicFramePr>
            <a:graphicFrameLocks noChangeAspect="1"/>
          </p:cNvGraphicFramePr>
          <p:nvPr>
            <p:custDataLst>
              <p:tags r:id="rId1"/>
            </p:custDataLst>
            <p:extLst>
              <p:ext uri="{D42A27DB-BD31-4B8C-83A1-F6EECF244321}">
                <p14:modId xmlns:p14="http://schemas.microsoft.com/office/powerpoint/2010/main" val="1377719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3" name="think-cell data - do not delete" hidden="1">
                        <a:extLst>
                          <a:ext uri="{FF2B5EF4-FFF2-40B4-BE49-F238E27FC236}">
                            <a16:creationId xmlns:a16="http://schemas.microsoft.com/office/drawing/2014/main" id="{E9FEFE76-CB71-7CB9-738D-ABB688864A3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6" name="Segnaposto immagine 5">
            <a:extLst>
              <a:ext uri="{FF2B5EF4-FFF2-40B4-BE49-F238E27FC236}">
                <a16:creationId xmlns:a16="http://schemas.microsoft.com/office/drawing/2014/main" id="{5445F43B-4D9C-27AB-331C-59162E21AFEA}"/>
              </a:ext>
            </a:extLst>
          </p:cNvPr>
          <p:cNvPicPr>
            <a:picLocks noGrp="1" noChangeAspect="1"/>
          </p:cNvPicPr>
          <p:nvPr>
            <p:ph type="pic" sz="quarter" idx="11"/>
          </p:nvPr>
        </p:nvPicPr>
        <p:blipFill>
          <a:blip r:embed="rId6"/>
          <a:srcRect l="24934" r="24934"/>
          <a:stretch/>
        </p:blipFill>
        <p:spPr>
          <a:xfrm>
            <a:off x="6095999" y="0"/>
            <a:ext cx="6111325" cy="6858000"/>
          </a:xfrm>
        </p:spPr>
      </p:pic>
      <p:sp>
        <p:nvSpPr>
          <p:cNvPr id="5" name="Segnaposto testo 4">
            <a:extLst>
              <a:ext uri="{FF2B5EF4-FFF2-40B4-BE49-F238E27FC236}">
                <a16:creationId xmlns:a16="http://schemas.microsoft.com/office/drawing/2014/main" id="{CB850042-16BB-7DFB-3C1E-C0DB8E20BE71}"/>
              </a:ext>
            </a:extLst>
          </p:cNvPr>
          <p:cNvSpPr>
            <a:spLocks noGrp="1"/>
          </p:cNvSpPr>
          <p:nvPr>
            <p:ph type="body" sz="quarter" idx="20"/>
          </p:nvPr>
        </p:nvSpPr>
        <p:spPr/>
        <p:txBody>
          <a:bodyPr/>
          <a:lstStyle/>
          <a:p>
            <a:r>
              <a:rPr lang="it-IT" err="1"/>
              <a:t>Employee</a:t>
            </a:r>
            <a:r>
              <a:rPr lang="it-IT"/>
              <a:t> – Self Evaluation </a:t>
            </a:r>
          </a:p>
          <a:p>
            <a:r>
              <a:rPr lang="it-IT" b="1">
                <a:solidFill>
                  <a:schemeClr val="accent1"/>
                </a:solidFill>
              </a:rPr>
              <a:t>Manager – </a:t>
            </a:r>
            <a:r>
              <a:rPr lang="it-IT" b="1" err="1">
                <a:solidFill>
                  <a:schemeClr val="accent1"/>
                </a:solidFill>
              </a:rPr>
              <a:t>Get</a:t>
            </a:r>
            <a:r>
              <a:rPr lang="it-IT" b="1">
                <a:solidFill>
                  <a:schemeClr val="accent1"/>
                </a:solidFill>
              </a:rPr>
              <a:t> </a:t>
            </a:r>
            <a:r>
              <a:rPr lang="it-IT" b="1" err="1">
                <a:solidFill>
                  <a:schemeClr val="accent1"/>
                </a:solidFill>
              </a:rPr>
              <a:t>Additional</a:t>
            </a:r>
            <a:r>
              <a:rPr lang="it-IT" b="1">
                <a:solidFill>
                  <a:schemeClr val="accent1"/>
                </a:solidFill>
              </a:rPr>
              <a:t> Manager Evaluation</a:t>
            </a:r>
          </a:p>
          <a:p>
            <a:r>
              <a:rPr lang="it-IT" err="1"/>
              <a:t>Additional</a:t>
            </a:r>
            <a:r>
              <a:rPr lang="it-IT"/>
              <a:t> Manager – </a:t>
            </a:r>
            <a:r>
              <a:rPr lang="it-IT" err="1"/>
              <a:t>Additional</a:t>
            </a:r>
            <a:r>
              <a:rPr lang="it-IT"/>
              <a:t> Manager Evaluation</a:t>
            </a:r>
          </a:p>
          <a:p>
            <a:r>
              <a:rPr lang="it-IT"/>
              <a:t>Manager – Manager Evaluation &amp; To Do</a:t>
            </a:r>
          </a:p>
          <a:p>
            <a:r>
              <a:rPr lang="it-IT" err="1"/>
              <a:t>Employee</a:t>
            </a:r>
            <a:r>
              <a:rPr lang="it-IT"/>
              <a:t> – </a:t>
            </a:r>
            <a:r>
              <a:rPr lang="it-IT" err="1"/>
              <a:t>Acknowledgement</a:t>
            </a:r>
            <a:r>
              <a:rPr lang="it-IT"/>
              <a:t> </a:t>
            </a:r>
          </a:p>
          <a:p>
            <a:r>
              <a:rPr lang="it-IT" err="1"/>
              <a:t>FAQs</a:t>
            </a:r>
            <a:endParaRPr lang="it-IT"/>
          </a:p>
          <a:p>
            <a:endParaRPr lang="en-GB"/>
          </a:p>
        </p:txBody>
      </p:sp>
      <p:sp>
        <p:nvSpPr>
          <p:cNvPr id="11" name="Titolo 10">
            <a:extLst>
              <a:ext uri="{FF2B5EF4-FFF2-40B4-BE49-F238E27FC236}">
                <a16:creationId xmlns:a16="http://schemas.microsoft.com/office/drawing/2014/main" id="{A8725D95-D1F8-DD7B-9A16-6828CFA718A4}"/>
              </a:ext>
            </a:extLst>
          </p:cNvPr>
          <p:cNvSpPr>
            <a:spLocks noGrp="1"/>
          </p:cNvSpPr>
          <p:nvPr>
            <p:ph type="title"/>
          </p:nvPr>
        </p:nvSpPr>
        <p:spPr/>
        <p:txBody>
          <a:bodyPr vert="horz"/>
          <a:lstStyle/>
          <a:p>
            <a:r>
              <a:rPr lang="it-IT"/>
              <a:t>Agenda</a:t>
            </a:r>
          </a:p>
        </p:txBody>
      </p:sp>
      <p:sp>
        <p:nvSpPr>
          <p:cNvPr id="9" name="Segnaposto testo 8">
            <a:extLst>
              <a:ext uri="{FF2B5EF4-FFF2-40B4-BE49-F238E27FC236}">
                <a16:creationId xmlns:a16="http://schemas.microsoft.com/office/drawing/2014/main" id="{F8C74AF8-8DD1-3164-5386-F6C4B99E6248}"/>
              </a:ext>
            </a:extLst>
          </p:cNvPr>
          <p:cNvSpPr>
            <a:spLocks noGrp="1"/>
          </p:cNvSpPr>
          <p:nvPr>
            <p:ph type="body" sz="quarter" idx="13"/>
          </p:nvPr>
        </p:nvSpPr>
        <p:spPr/>
        <p:txBody>
          <a:bodyPr/>
          <a:lstStyle/>
          <a:p>
            <a:r>
              <a:rPr lang="it-IT"/>
              <a:t>ENGINEERING </a:t>
            </a:r>
            <a:r>
              <a:rPr lang="it-IT" b="0"/>
              <a:t>/ THE DIGITAL TRANSFORMATION COMPANY</a:t>
            </a:r>
          </a:p>
        </p:txBody>
      </p:sp>
      <p:sp>
        <p:nvSpPr>
          <p:cNvPr id="13" name="Segnaposto piè di pagina 12">
            <a:extLst>
              <a:ext uri="{FF2B5EF4-FFF2-40B4-BE49-F238E27FC236}">
                <a16:creationId xmlns:a16="http://schemas.microsoft.com/office/drawing/2014/main" id="{46841C5F-6296-5218-3F2A-80EE3F6A9B6B}"/>
              </a:ext>
            </a:extLst>
          </p:cNvPr>
          <p:cNvSpPr>
            <a:spLocks noGrp="1"/>
          </p:cNvSpPr>
          <p:nvPr>
            <p:ph type="ftr" sz="quarter" idx="17"/>
          </p:nvPr>
        </p:nvSpPr>
        <p:spPr/>
        <p:txBody>
          <a:bodyPr/>
          <a:lstStyle/>
          <a:p>
            <a:endParaRPr lang="it-IT"/>
          </a:p>
        </p:txBody>
      </p:sp>
      <p:sp>
        <p:nvSpPr>
          <p:cNvPr id="2" name="Segnaposto numero diapositiva 1">
            <a:extLst>
              <a:ext uri="{FF2B5EF4-FFF2-40B4-BE49-F238E27FC236}">
                <a16:creationId xmlns:a16="http://schemas.microsoft.com/office/drawing/2014/main" id="{09393E22-DF7A-8A07-EE74-2FDFE80B6B1C}"/>
              </a:ext>
            </a:extLst>
          </p:cNvPr>
          <p:cNvSpPr>
            <a:spLocks noGrp="1"/>
          </p:cNvSpPr>
          <p:nvPr>
            <p:ph type="sldNum" sz="quarter" idx="18"/>
          </p:nvPr>
        </p:nvSpPr>
        <p:spPr/>
        <p:txBody>
          <a:bodyPr/>
          <a:lstStyle/>
          <a:p>
            <a:fld id="{98BF7C3C-24CC-6140-8A22-738C44F1CFEB}" type="slidenum">
              <a:rPr lang="it-IT" smtClean="0"/>
              <a:pPr/>
              <a:t>10</a:t>
            </a:fld>
            <a:endParaRPr lang="it-IT"/>
          </a:p>
        </p:txBody>
      </p:sp>
    </p:spTree>
    <p:extLst>
      <p:ext uri="{BB962C8B-B14F-4D97-AF65-F5344CB8AC3E}">
        <p14:creationId xmlns:p14="http://schemas.microsoft.com/office/powerpoint/2010/main" val="4172541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87C7E-235A-BE33-7445-A48087148A8E}"/>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379D3ED-89F3-B39F-7F6F-E39AE61B795B}"/>
              </a:ext>
            </a:extLst>
          </p:cNvPr>
          <p:cNvGraphicFramePr>
            <a:graphicFrameLocks noChangeAspect="1"/>
          </p:cNvGraphicFramePr>
          <p:nvPr>
            <p:custDataLst>
              <p:tags r:id="rId1"/>
            </p:custDataLst>
            <p:extLst>
              <p:ext uri="{D42A27DB-BD31-4B8C-83A1-F6EECF244321}">
                <p14:modId xmlns:p14="http://schemas.microsoft.com/office/powerpoint/2010/main" val="11254028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2379D3ED-89F3-B39F-7F6F-E39AE61B795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FE76495B-232E-583E-9552-8A6F8E652B30}"/>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a:t>
            </a:r>
            <a:r>
              <a:rPr lang="it-IT" b="0" err="1"/>
              <a:t>Get</a:t>
            </a:r>
            <a:r>
              <a:rPr lang="it-IT" b="0"/>
              <a:t> </a:t>
            </a:r>
            <a:r>
              <a:rPr lang="it-IT" b="0" err="1"/>
              <a:t>Additional</a:t>
            </a:r>
            <a:r>
              <a:rPr lang="it-IT" b="0"/>
              <a:t> Manager Evaluation </a:t>
            </a:r>
          </a:p>
        </p:txBody>
      </p:sp>
      <p:sp>
        <p:nvSpPr>
          <p:cNvPr id="4" name="Segnaposto numero diapositiva 3">
            <a:extLst>
              <a:ext uri="{FF2B5EF4-FFF2-40B4-BE49-F238E27FC236}">
                <a16:creationId xmlns:a16="http://schemas.microsoft.com/office/drawing/2014/main" id="{E26FAB80-2532-DE0E-212D-22FF07AE41B0}"/>
              </a:ext>
            </a:extLst>
          </p:cNvPr>
          <p:cNvSpPr>
            <a:spLocks noGrp="1"/>
          </p:cNvSpPr>
          <p:nvPr>
            <p:ph type="sldNum" sz="quarter" idx="15"/>
          </p:nvPr>
        </p:nvSpPr>
        <p:spPr/>
        <p:txBody>
          <a:bodyPr/>
          <a:lstStyle/>
          <a:p>
            <a:fld id="{98BF7C3C-24CC-6140-8A22-738C44F1CFEB}" type="slidenum">
              <a:rPr lang="it-IT" smtClean="0"/>
              <a:pPr/>
              <a:t>11</a:t>
            </a:fld>
            <a:endParaRPr lang="it-IT"/>
          </a:p>
        </p:txBody>
      </p:sp>
      <p:sp>
        <p:nvSpPr>
          <p:cNvPr id="6" name="Segnaposto testo 5">
            <a:extLst>
              <a:ext uri="{FF2B5EF4-FFF2-40B4-BE49-F238E27FC236}">
                <a16:creationId xmlns:a16="http://schemas.microsoft.com/office/drawing/2014/main" id="{6403210A-59DD-B2B7-CC23-42A4383A4230}"/>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541EEAF8-6AD2-F93D-0A69-5A1B93192F61}"/>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E4061852-2B1F-8F53-539A-0FAE4AE7BEE7}"/>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A788C02A-CCB4-15CF-075E-D406AF30B6E6}"/>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AE2A3E6C-9775-571B-9371-4EE04A38D2DB}"/>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CBA77941-7F08-B997-CD5A-930E171A0C6C}"/>
              </a:ext>
            </a:extLst>
          </p:cNvPr>
          <p:cNvSpPr txBox="1"/>
          <p:nvPr/>
        </p:nvSpPr>
        <p:spPr>
          <a:xfrm>
            <a:off x="8696680" y="1402163"/>
            <a:ext cx="3066210" cy="830997"/>
          </a:xfrm>
          <a:prstGeom prst="rect">
            <a:avLst/>
          </a:prstGeom>
          <a:noFill/>
          <a:ln>
            <a:solidFill>
              <a:schemeClr val="bg2"/>
            </a:solidFill>
            <a:prstDash val="dash"/>
          </a:ln>
        </p:spPr>
        <p:txBody>
          <a:bodyPr wrap="square">
            <a:spAutoFit/>
          </a:bodyPr>
          <a:lstStyle/>
          <a:p>
            <a:r>
              <a:rPr lang="en-US" sz="1200">
                <a:latin typeface="+mj-lt"/>
                <a:cs typeface="Segoe UI" panose="020B0502040204020203" pitchFamily="34" charset="0"/>
              </a:rPr>
              <a:t>Once the employee has submitted the Self </a:t>
            </a:r>
            <a:r>
              <a:rPr lang="en-US" sz="1200" err="1">
                <a:latin typeface="+mj-lt"/>
                <a:cs typeface="Segoe UI" panose="020B0502040204020203" pitchFamily="34" charset="0"/>
              </a:rPr>
              <a:t>Evalution</a:t>
            </a:r>
            <a:r>
              <a:rPr lang="en-US" sz="1200">
                <a:latin typeface="+mj-lt"/>
                <a:cs typeface="Segoe UI" panose="020B0502040204020203" pitchFamily="34" charset="0"/>
              </a:rPr>
              <a:t> task, you will receive a task called “</a:t>
            </a:r>
            <a:r>
              <a:rPr lang="en-US" sz="1200" b="1">
                <a:latin typeface="+mj-lt"/>
                <a:cs typeface="Segoe UI" panose="020B0502040204020203" pitchFamily="34" charset="0"/>
              </a:rPr>
              <a:t>Get Additional Manager Evaluation</a:t>
            </a:r>
            <a:r>
              <a:rPr lang="en-US" sz="1200">
                <a:latin typeface="+mj-lt"/>
                <a:cs typeface="Segoe UI" panose="020B0502040204020203" pitchFamily="34" charset="0"/>
              </a:rPr>
              <a:t>” </a:t>
            </a:r>
            <a:endParaRPr lang="it-IT" sz="1200">
              <a:latin typeface="+mj-lt"/>
              <a:cs typeface="Segoe UI" panose="020B0502040204020203" pitchFamily="34" charset="0"/>
            </a:endParaRPr>
          </a:p>
        </p:txBody>
      </p:sp>
      <p:sp>
        <p:nvSpPr>
          <p:cNvPr id="16" name="Ovale 11">
            <a:extLst>
              <a:ext uri="{FF2B5EF4-FFF2-40B4-BE49-F238E27FC236}">
                <a16:creationId xmlns:a16="http://schemas.microsoft.com/office/drawing/2014/main" id="{62F7776C-0618-28A5-58C8-C94E51089998}"/>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17" name="CasellaDiTesto 38">
            <a:extLst>
              <a:ext uri="{FF2B5EF4-FFF2-40B4-BE49-F238E27FC236}">
                <a16:creationId xmlns:a16="http://schemas.microsoft.com/office/drawing/2014/main" id="{6958DDDA-1AA7-8920-FCA6-A230DD71B053}"/>
              </a:ext>
            </a:extLst>
          </p:cNvPr>
          <p:cNvSpPr txBox="1"/>
          <p:nvPr/>
        </p:nvSpPr>
        <p:spPr>
          <a:xfrm>
            <a:off x="8696680" y="2352166"/>
            <a:ext cx="3066210" cy="646331"/>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Choose from the drop-down menu or type in the name of the person you want to nominate as Additional Manager.</a:t>
            </a:r>
            <a:endParaRPr lang="it-IT" sz="1200">
              <a:latin typeface="+mj-lt"/>
              <a:cs typeface="Segoe UI" panose="020B0502040204020203" pitchFamily="34" charset="0"/>
            </a:endParaRPr>
          </a:p>
        </p:txBody>
      </p:sp>
      <p:sp>
        <p:nvSpPr>
          <p:cNvPr id="18" name="Ovale 11">
            <a:extLst>
              <a:ext uri="{FF2B5EF4-FFF2-40B4-BE49-F238E27FC236}">
                <a16:creationId xmlns:a16="http://schemas.microsoft.com/office/drawing/2014/main" id="{BB208DD5-667B-B2AE-7A95-CFA76FD0E973}"/>
              </a:ext>
            </a:extLst>
          </p:cNvPr>
          <p:cNvSpPr/>
          <p:nvPr/>
        </p:nvSpPr>
        <p:spPr>
          <a:xfrm>
            <a:off x="8226273" y="2380452"/>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pic>
        <p:nvPicPr>
          <p:cNvPr id="34" name="Elemento grafico 36" descr="Utente con riempimento a tinta unita">
            <a:extLst>
              <a:ext uri="{FF2B5EF4-FFF2-40B4-BE49-F238E27FC236}">
                <a16:creationId xmlns:a16="http://schemas.microsoft.com/office/drawing/2014/main" id="{13EEFBC9-82B7-4FDF-26ED-1B2FD243C12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1A501C4C-3345-F0E3-702A-A2F9648440F3}"/>
              </a:ext>
            </a:extLst>
          </p:cNvPr>
          <p:cNvSpPr txBox="1"/>
          <p:nvPr/>
        </p:nvSpPr>
        <p:spPr>
          <a:xfrm>
            <a:off x="10403001" y="435276"/>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a:solidFill>
                  <a:schemeClr val="accent3"/>
                </a:solidFill>
                <a:latin typeface="CocoEng" pitchFamily="50" charset="0"/>
                <a:cs typeface="Segoe UI" panose="020B0502040204020203" pitchFamily="34" charset="0"/>
              </a:rPr>
              <a:t>Manager</a:t>
            </a:r>
          </a:p>
        </p:txBody>
      </p:sp>
      <p:pic>
        <p:nvPicPr>
          <p:cNvPr id="11" name="Picture 10">
            <a:extLst>
              <a:ext uri="{FF2B5EF4-FFF2-40B4-BE49-F238E27FC236}">
                <a16:creationId xmlns:a16="http://schemas.microsoft.com/office/drawing/2014/main" id="{FED911F3-F5E5-E689-24CB-87C279E3F698}"/>
              </a:ext>
            </a:extLst>
          </p:cNvPr>
          <p:cNvPicPr>
            <a:picLocks noChangeAspect="1"/>
          </p:cNvPicPr>
          <p:nvPr/>
        </p:nvPicPr>
        <p:blipFill>
          <a:blip r:embed="rId8"/>
          <a:stretch>
            <a:fillRect/>
          </a:stretch>
        </p:blipFill>
        <p:spPr>
          <a:xfrm>
            <a:off x="794195" y="1489123"/>
            <a:ext cx="2338734" cy="1061944"/>
          </a:xfrm>
          <a:prstGeom prst="rect">
            <a:avLst/>
          </a:prstGeom>
          <a:ln>
            <a:solidFill>
              <a:schemeClr val="accent6"/>
            </a:solidFill>
          </a:ln>
        </p:spPr>
      </p:pic>
      <p:sp>
        <p:nvSpPr>
          <p:cNvPr id="28" name="Rectangle 27">
            <a:extLst>
              <a:ext uri="{FF2B5EF4-FFF2-40B4-BE49-F238E27FC236}">
                <a16:creationId xmlns:a16="http://schemas.microsoft.com/office/drawing/2014/main" id="{B5C27A23-7377-9CE7-E435-51759281C968}"/>
              </a:ext>
            </a:extLst>
          </p:cNvPr>
          <p:cNvSpPr/>
          <p:nvPr/>
        </p:nvSpPr>
        <p:spPr>
          <a:xfrm>
            <a:off x="2898946" y="3509628"/>
            <a:ext cx="948777" cy="16106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2" name="Picture 31">
            <a:extLst>
              <a:ext uri="{FF2B5EF4-FFF2-40B4-BE49-F238E27FC236}">
                <a16:creationId xmlns:a16="http://schemas.microsoft.com/office/drawing/2014/main" id="{F8242D33-1EED-744D-4309-242E9AB47A33}"/>
              </a:ext>
            </a:extLst>
          </p:cNvPr>
          <p:cNvPicPr>
            <a:picLocks noChangeAspect="1"/>
          </p:cNvPicPr>
          <p:nvPr/>
        </p:nvPicPr>
        <p:blipFill>
          <a:blip r:embed="rId9"/>
          <a:srcRect l="27367" r="35222"/>
          <a:stretch/>
        </p:blipFill>
        <p:spPr>
          <a:xfrm>
            <a:off x="3253999" y="1489123"/>
            <a:ext cx="2726922" cy="2266323"/>
          </a:xfrm>
          <a:prstGeom prst="rect">
            <a:avLst/>
          </a:prstGeom>
          <a:ln>
            <a:solidFill>
              <a:schemeClr val="accent6"/>
            </a:solidFill>
          </a:ln>
        </p:spPr>
      </p:pic>
      <p:sp>
        <p:nvSpPr>
          <p:cNvPr id="33" name="Rectangle 32">
            <a:extLst>
              <a:ext uri="{FF2B5EF4-FFF2-40B4-BE49-F238E27FC236}">
                <a16:creationId xmlns:a16="http://schemas.microsoft.com/office/drawing/2014/main" id="{86AB8144-A000-01DB-E8BE-3ACBBCF00312}"/>
              </a:ext>
            </a:extLst>
          </p:cNvPr>
          <p:cNvSpPr/>
          <p:nvPr/>
        </p:nvSpPr>
        <p:spPr>
          <a:xfrm>
            <a:off x="5059581" y="1760963"/>
            <a:ext cx="896233" cy="24676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6" name="Picture 35">
            <a:extLst>
              <a:ext uri="{FF2B5EF4-FFF2-40B4-BE49-F238E27FC236}">
                <a16:creationId xmlns:a16="http://schemas.microsoft.com/office/drawing/2014/main" id="{A2530E10-BE0C-9717-4CE3-080C637026C6}"/>
              </a:ext>
            </a:extLst>
          </p:cNvPr>
          <p:cNvPicPr>
            <a:picLocks noChangeAspect="1"/>
          </p:cNvPicPr>
          <p:nvPr/>
        </p:nvPicPr>
        <p:blipFill>
          <a:blip r:embed="rId10"/>
          <a:stretch>
            <a:fillRect/>
          </a:stretch>
        </p:blipFill>
        <p:spPr>
          <a:xfrm>
            <a:off x="6153965" y="1507556"/>
            <a:ext cx="1225609" cy="1754326"/>
          </a:xfrm>
          <a:prstGeom prst="rect">
            <a:avLst/>
          </a:prstGeom>
          <a:ln>
            <a:solidFill>
              <a:schemeClr val="accent6"/>
            </a:solidFill>
          </a:ln>
        </p:spPr>
      </p:pic>
      <p:sp>
        <p:nvSpPr>
          <p:cNvPr id="38" name="Rectangle 37">
            <a:extLst>
              <a:ext uri="{FF2B5EF4-FFF2-40B4-BE49-F238E27FC236}">
                <a16:creationId xmlns:a16="http://schemas.microsoft.com/office/drawing/2014/main" id="{97A5C2E7-7FFD-4956-15C3-9223C6BF13F7}"/>
              </a:ext>
            </a:extLst>
          </p:cNvPr>
          <p:cNvSpPr/>
          <p:nvPr/>
        </p:nvSpPr>
        <p:spPr>
          <a:xfrm>
            <a:off x="6422049" y="1574822"/>
            <a:ext cx="278516" cy="20839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0C14E9C0-F90F-3553-D07A-C9F3D3A2C48F}"/>
              </a:ext>
            </a:extLst>
          </p:cNvPr>
          <p:cNvSpPr/>
          <p:nvPr/>
        </p:nvSpPr>
        <p:spPr>
          <a:xfrm>
            <a:off x="6422048" y="2536498"/>
            <a:ext cx="957525" cy="31467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6BFFCDC1-9C1D-B5CA-C714-8240B19F5B1C}"/>
              </a:ext>
            </a:extLst>
          </p:cNvPr>
          <p:cNvSpPr/>
          <p:nvPr/>
        </p:nvSpPr>
        <p:spPr>
          <a:xfrm>
            <a:off x="3399897" y="3060714"/>
            <a:ext cx="2370844" cy="29738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a:extLst>
              <a:ext uri="{FF2B5EF4-FFF2-40B4-BE49-F238E27FC236}">
                <a16:creationId xmlns:a16="http://schemas.microsoft.com/office/drawing/2014/main" id="{1C50ACF3-45AA-DFAC-84C0-D5A3F8C9CB91}"/>
              </a:ext>
            </a:extLst>
          </p:cNvPr>
          <p:cNvSpPr/>
          <p:nvPr/>
        </p:nvSpPr>
        <p:spPr>
          <a:xfrm>
            <a:off x="3454746" y="3452680"/>
            <a:ext cx="711253" cy="29738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e 11">
            <a:extLst>
              <a:ext uri="{FF2B5EF4-FFF2-40B4-BE49-F238E27FC236}">
                <a16:creationId xmlns:a16="http://schemas.microsoft.com/office/drawing/2014/main" id="{903E0FFC-B672-29AB-7850-DCA4FDCA20D6}"/>
              </a:ext>
            </a:extLst>
          </p:cNvPr>
          <p:cNvSpPr/>
          <p:nvPr/>
        </p:nvSpPr>
        <p:spPr>
          <a:xfrm>
            <a:off x="2438326" y="1490061"/>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42" name="Ovale 11">
            <a:extLst>
              <a:ext uri="{FF2B5EF4-FFF2-40B4-BE49-F238E27FC236}">
                <a16:creationId xmlns:a16="http://schemas.microsoft.com/office/drawing/2014/main" id="{3004C332-7BC6-E869-0BBF-967E2B5968DA}"/>
              </a:ext>
            </a:extLst>
          </p:cNvPr>
          <p:cNvSpPr/>
          <p:nvPr/>
        </p:nvSpPr>
        <p:spPr>
          <a:xfrm>
            <a:off x="5365863" y="2918043"/>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43" name="Ovale 11">
            <a:extLst>
              <a:ext uri="{FF2B5EF4-FFF2-40B4-BE49-F238E27FC236}">
                <a16:creationId xmlns:a16="http://schemas.microsoft.com/office/drawing/2014/main" id="{51DC4FEA-DFB5-1B84-BB44-98CFD1BB5419}"/>
              </a:ext>
            </a:extLst>
          </p:cNvPr>
          <p:cNvSpPr/>
          <p:nvPr/>
        </p:nvSpPr>
        <p:spPr>
          <a:xfrm>
            <a:off x="3199281" y="3339973"/>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44" name="Ovale 11">
            <a:extLst>
              <a:ext uri="{FF2B5EF4-FFF2-40B4-BE49-F238E27FC236}">
                <a16:creationId xmlns:a16="http://schemas.microsoft.com/office/drawing/2014/main" id="{617D0BC0-3C96-15CF-0C8F-F11655C561C6}"/>
              </a:ext>
            </a:extLst>
          </p:cNvPr>
          <p:cNvSpPr/>
          <p:nvPr/>
        </p:nvSpPr>
        <p:spPr>
          <a:xfrm>
            <a:off x="7142740" y="1437495"/>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45" name="CasellaDiTesto 38">
            <a:extLst>
              <a:ext uri="{FF2B5EF4-FFF2-40B4-BE49-F238E27FC236}">
                <a16:creationId xmlns:a16="http://schemas.microsoft.com/office/drawing/2014/main" id="{33E090D3-6620-2503-B891-98223AE8810F}"/>
              </a:ext>
            </a:extLst>
          </p:cNvPr>
          <p:cNvSpPr txBox="1"/>
          <p:nvPr/>
        </p:nvSpPr>
        <p:spPr>
          <a:xfrm>
            <a:off x="8696680" y="3507417"/>
            <a:ext cx="3066210" cy="830997"/>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If your Employee does not need an additional manager, you can skip this task by clicking on the cog icon </a:t>
            </a:r>
            <a:r>
              <a:rPr lang="en-GB" sz="1200" b="1">
                <a:latin typeface="+mj-lt"/>
                <a:cs typeface="Segoe UI" panose="020B0502040204020203" pitchFamily="34" charset="0"/>
              </a:rPr>
              <a:t>“Skip this Task” </a:t>
            </a:r>
            <a:r>
              <a:rPr lang="en-GB" sz="1200">
                <a:latin typeface="+mj-lt"/>
                <a:cs typeface="Segoe UI" panose="020B0502040204020203" pitchFamily="34" charset="0"/>
              </a:rPr>
              <a:t>and click </a:t>
            </a:r>
            <a:r>
              <a:rPr lang="en-GB" sz="1200" b="1">
                <a:latin typeface="+mj-lt"/>
                <a:cs typeface="Segoe UI" panose="020B0502040204020203" pitchFamily="34" charset="0"/>
              </a:rPr>
              <a:t>“Submit”</a:t>
            </a:r>
          </a:p>
        </p:txBody>
      </p:sp>
      <p:sp>
        <p:nvSpPr>
          <p:cNvPr id="46" name="CasellaDiTesto 38">
            <a:extLst>
              <a:ext uri="{FF2B5EF4-FFF2-40B4-BE49-F238E27FC236}">
                <a16:creationId xmlns:a16="http://schemas.microsoft.com/office/drawing/2014/main" id="{C4B01707-1AC2-9361-09C7-9AD7B40B7E2D}"/>
              </a:ext>
            </a:extLst>
          </p:cNvPr>
          <p:cNvSpPr txBox="1"/>
          <p:nvPr/>
        </p:nvSpPr>
        <p:spPr>
          <a:xfrm>
            <a:off x="8696680" y="3101778"/>
            <a:ext cx="3066210" cy="276999"/>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Click “</a:t>
            </a:r>
            <a:r>
              <a:rPr lang="en-GB" sz="1200" b="1">
                <a:latin typeface="+mj-lt"/>
                <a:cs typeface="Segoe UI" panose="020B0502040204020203" pitchFamily="34" charset="0"/>
              </a:rPr>
              <a:t>Submit</a:t>
            </a:r>
            <a:r>
              <a:rPr lang="en-GB" sz="1200">
                <a:latin typeface="+mj-lt"/>
                <a:cs typeface="Segoe UI" panose="020B0502040204020203" pitchFamily="34" charset="0"/>
              </a:rPr>
              <a:t>” to send the request.</a:t>
            </a:r>
            <a:endParaRPr lang="it-IT" sz="1200">
              <a:latin typeface="+mj-lt"/>
              <a:cs typeface="Segoe UI" panose="020B0502040204020203" pitchFamily="34" charset="0"/>
            </a:endParaRPr>
          </a:p>
        </p:txBody>
      </p:sp>
      <p:sp>
        <p:nvSpPr>
          <p:cNvPr id="47" name="Ovale 11">
            <a:extLst>
              <a:ext uri="{FF2B5EF4-FFF2-40B4-BE49-F238E27FC236}">
                <a16:creationId xmlns:a16="http://schemas.microsoft.com/office/drawing/2014/main" id="{E7EFC8C8-257A-DED6-08EA-3F13E1C9DE1E}"/>
              </a:ext>
            </a:extLst>
          </p:cNvPr>
          <p:cNvSpPr/>
          <p:nvPr/>
        </p:nvSpPr>
        <p:spPr>
          <a:xfrm>
            <a:off x="8215610" y="3060277"/>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48" name="Ovale 11">
            <a:extLst>
              <a:ext uri="{FF2B5EF4-FFF2-40B4-BE49-F238E27FC236}">
                <a16:creationId xmlns:a16="http://schemas.microsoft.com/office/drawing/2014/main" id="{4DB7C837-3CDE-162F-5047-ECFCA7845455}"/>
              </a:ext>
            </a:extLst>
          </p:cNvPr>
          <p:cNvSpPr/>
          <p:nvPr/>
        </p:nvSpPr>
        <p:spPr>
          <a:xfrm>
            <a:off x="8223954" y="3539283"/>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pic>
        <p:nvPicPr>
          <p:cNvPr id="50" name="Picture 49">
            <a:extLst>
              <a:ext uri="{FF2B5EF4-FFF2-40B4-BE49-F238E27FC236}">
                <a16:creationId xmlns:a16="http://schemas.microsoft.com/office/drawing/2014/main" id="{6C6BCE4E-EAA8-639D-8E0A-0890696D730F}"/>
              </a:ext>
            </a:extLst>
          </p:cNvPr>
          <p:cNvPicPr>
            <a:picLocks noChangeAspect="1"/>
          </p:cNvPicPr>
          <p:nvPr/>
        </p:nvPicPr>
        <p:blipFill>
          <a:blip r:embed="rId11"/>
          <a:stretch>
            <a:fillRect/>
          </a:stretch>
        </p:blipFill>
        <p:spPr>
          <a:xfrm>
            <a:off x="812193" y="4140184"/>
            <a:ext cx="3252265" cy="1902072"/>
          </a:xfrm>
          <a:prstGeom prst="rect">
            <a:avLst/>
          </a:prstGeom>
          <a:ln>
            <a:solidFill>
              <a:schemeClr val="accent6"/>
            </a:solidFill>
          </a:ln>
        </p:spPr>
      </p:pic>
      <p:sp>
        <p:nvSpPr>
          <p:cNvPr id="52" name="Ovale 11">
            <a:extLst>
              <a:ext uri="{FF2B5EF4-FFF2-40B4-BE49-F238E27FC236}">
                <a16:creationId xmlns:a16="http://schemas.microsoft.com/office/drawing/2014/main" id="{AF5ABD40-3F08-2F26-DAAE-AFD8C778D42A}"/>
              </a:ext>
            </a:extLst>
          </p:cNvPr>
          <p:cNvSpPr/>
          <p:nvPr/>
        </p:nvSpPr>
        <p:spPr>
          <a:xfrm>
            <a:off x="3718743" y="4134799"/>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5</a:t>
            </a:r>
          </a:p>
        </p:txBody>
      </p:sp>
      <p:sp>
        <p:nvSpPr>
          <p:cNvPr id="53" name="CasellaDiTesto 38">
            <a:extLst>
              <a:ext uri="{FF2B5EF4-FFF2-40B4-BE49-F238E27FC236}">
                <a16:creationId xmlns:a16="http://schemas.microsoft.com/office/drawing/2014/main" id="{80BC6BCB-3809-BF4A-5D31-B5297221BBED}"/>
              </a:ext>
            </a:extLst>
          </p:cNvPr>
          <p:cNvSpPr txBox="1"/>
          <p:nvPr/>
        </p:nvSpPr>
        <p:spPr>
          <a:xfrm>
            <a:off x="8676004" y="4462399"/>
            <a:ext cx="3066210" cy="1200329"/>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To monitor whether the additional manager has given feedback, you can use the report "</a:t>
            </a:r>
            <a:r>
              <a:rPr lang="en-GB" sz="1200" b="1">
                <a:latin typeface="+mj-lt"/>
                <a:cs typeface="Segoe UI" panose="020B0502040204020203" pitchFamily="34" charset="0"/>
              </a:rPr>
              <a:t>Additional Manager Evaluation Status</a:t>
            </a:r>
            <a:r>
              <a:rPr lang="en-GB" sz="1200">
                <a:latin typeface="+mj-lt"/>
                <a:cs typeface="Segoe UI" panose="020B0502040204020203" pitchFamily="34" charset="0"/>
              </a:rPr>
              <a:t>" and select Mid Year Check - In 2025 and your supervisory organisation.</a:t>
            </a:r>
          </a:p>
        </p:txBody>
      </p:sp>
      <p:sp>
        <p:nvSpPr>
          <p:cNvPr id="54" name="Ovale 11">
            <a:extLst>
              <a:ext uri="{FF2B5EF4-FFF2-40B4-BE49-F238E27FC236}">
                <a16:creationId xmlns:a16="http://schemas.microsoft.com/office/drawing/2014/main" id="{66211222-6225-86FB-6DB3-0DAE05E19237}"/>
              </a:ext>
            </a:extLst>
          </p:cNvPr>
          <p:cNvSpPr/>
          <p:nvPr/>
        </p:nvSpPr>
        <p:spPr>
          <a:xfrm>
            <a:off x="8215610" y="446239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5</a:t>
            </a:r>
          </a:p>
        </p:txBody>
      </p:sp>
      <p:sp>
        <p:nvSpPr>
          <p:cNvPr id="2" name="TextBox 1">
            <a:extLst>
              <a:ext uri="{FF2B5EF4-FFF2-40B4-BE49-F238E27FC236}">
                <a16:creationId xmlns:a16="http://schemas.microsoft.com/office/drawing/2014/main" id="{86DB1279-7B38-C1DD-2604-C3650F72DE3E}"/>
              </a:ext>
            </a:extLst>
          </p:cNvPr>
          <p:cNvSpPr txBox="1"/>
          <p:nvPr/>
        </p:nvSpPr>
        <p:spPr>
          <a:xfrm>
            <a:off x="4620444" y="4408498"/>
            <a:ext cx="3379041" cy="1569660"/>
          </a:xfrm>
          <a:prstGeom prst="rect">
            <a:avLst/>
          </a:prstGeom>
          <a:solidFill>
            <a:schemeClr val="bg2"/>
          </a:solidFill>
        </p:spPr>
        <p:txBody>
          <a:bodyPr wrap="square" rtlCol="0">
            <a:spAutoFit/>
          </a:bodyPr>
          <a:lstStyle/>
          <a:p>
            <a:r>
              <a:rPr lang="en-GB" sz="1200" b="1">
                <a:solidFill>
                  <a:schemeClr val="accent1"/>
                </a:solidFill>
                <a:latin typeface="+mj-lt"/>
              </a:rPr>
              <a:t>Note</a:t>
            </a:r>
            <a:r>
              <a:rPr lang="en-GB" sz="1200">
                <a:solidFill>
                  <a:schemeClr val="accent1"/>
                </a:solidFill>
                <a:latin typeface="+mj-lt"/>
              </a:rPr>
              <a:t>: </a:t>
            </a:r>
            <a:r>
              <a:rPr lang="en-GB" sz="1200" b="1" i="0">
                <a:effectLst/>
                <a:latin typeface="+mj-lt"/>
              </a:rPr>
              <a:t>This task is not mandatory</a:t>
            </a:r>
            <a:r>
              <a:rPr lang="en-GB" sz="1200" b="0" i="0">
                <a:effectLst/>
                <a:latin typeface="+mj-lt"/>
              </a:rPr>
              <a:t>. Even if feedback is requested from the Additional Manager or the task is skipped, the </a:t>
            </a:r>
            <a:r>
              <a:rPr lang="en-GB" sz="1200" b="1" i="0">
                <a:effectLst/>
                <a:latin typeface="+mj-lt"/>
              </a:rPr>
              <a:t>Manager immediately receives the manager evaluation task</a:t>
            </a:r>
            <a:r>
              <a:rPr lang="en-GB" sz="1200" b="0" i="0">
                <a:effectLst/>
                <a:latin typeface="+mj-lt"/>
              </a:rPr>
              <a:t>. Therefore, the </a:t>
            </a:r>
            <a:r>
              <a:rPr lang="en-GB" sz="1200" b="1" i="0">
                <a:effectLst/>
                <a:latin typeface="+mj-lt"/>
              </a:rPr>
              <a:t>Manager does not need to wait for the Additional Manager's evaluation before proceeding with their own.</a:t>
            </a:r>
            <a:r>
              <a:rPr lang="en-GB" sz="1200" b="1"/>
              <a:t> </a:t>
            </a:r>
          </a:p>
        </p:txBody>
      </p:sp>
    </p:spTree>
    <p:extLst>
      <p:ext uri="{BB962C8B-B14F-4D97-AF65-F5344CB8AC3E}">
        <p14:creationId xmlns:p14="http://schemas.microsoft.com/office/powerpoint/2010/main" val="3328723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9C4E8-B671-46F2-DAFA-8FDC04B063B9}"/>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2D2A781-03C6-761A-8584-625245DF3B39}"/>
              </a:ext>
            </a:extLst>
          </p:cNvPr>
          <p:cNvGraphicFramePr>
            <a:graphicFrameLocks noChangeAspect="1"/>
          </p:cNvGraphicFramePr>
          <p:nvPr>
            <p:custDataLst>
              <p:tags r:id="rId1"/>
            </p:custDataLst>
            <p:extLst>
              <p:ext uri="{D42A27DB-BD31-4B8C-83A1-F6EECF244321}">
                <p14:modId xmlns:p14="http://schemas.microsoft.com/office/powerpoint/2010/main" val="34781186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3" name="think-cell data - do not delete" hidden="1">
                        <a:extLst>
                          <a:ext uri="{FF2B5EF4-FFF2-40B4-BE49-F238E27FC236}">
                            <a16:creationId xmlns:a16="http://schemas.microsoft.com/office/drawing/2014/main" id="{32D2A781-03C6-761A-8584-625245DF3B3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6" name="Segnaposto immagine 5">
            <a:extLst>
              <a:ext uri="{FF2B5EF4-FFF2-40B4-BE49-F238E27FC236}">
                <a16:creationId xmlns:a16="http://schemas.microsoft.com/office/drawing/2014/main" id="{022235FB-84B2-F4B8-B996-95185DDF545C}"/>
              </a:ext>
            </a:extLst>
          </p:cNvPr>
          <p:cNvPicPr>
            <a:picLocks noGrp="1" noChangeAspect="1"/>
          </p:cNvPicPr>
          <p:nvPr>
            <p:ph type="pic" sz="quarter" idx="11"/>
          </p:nvPr>
        </p:nvPicPr>
        <p:blipFill>
          <a:blip r:embed="rId6"/>
          <a:srcRect l="24934" r="24934"/>
          <a:stretch/>
        </p:blipFill>
        <p:spPr>
          <a:xfrm>
            <a:off x="6095999" y="0"/>
            <a:ext cx="6111325" cy="6858000"/>
          </a:xfrm>
        </p:spPr>
      </p:pic>
      <p:sp>
        <p:nvSpPr>
          <p:cNvPr id="5" name="Segnaposto testo 4">
            <a:extLst>
              <a:ext uri="{FF2B5EF4-FFF2-40B4-BE49-F238E27FC236}">
                <a16:creationId xmlns:a16="http://schemas.microsoft.com/office/drawing/2014/main" id="{7B3A181A-CE13-7453-2E8D-514240C9753A}"/>
              </a:ext>
            </a:extLst>
          </p:cNvPr>
          <p:cNvSpPr>
            <a:spLocks noGrp="1"/>
          </p:cNvSpPr>
          <p:nvPr>
            <p:ph type="body" sz="quarter" idx="20"/>
          </p:nvPr>
        </p:nvSpPr>
        <p:spPr/>
        <p:txBody>
          <a:bodyPr/>
          <a:lstStyle/>
          <a:p>
            <a:r>
              <a:rPr lang="it-IT" err="1"/>
              <a:t>Employee</a:t>
            </a:r>
            <a:r>
              <a:rPr lang="it-IT"/>
              <a:t> – Self Evaluation </a:t>
            </a:r>
          </a:p>
          <a:p>
            <a:r>
              <a:rPr lang="it-IT"/>
              <a:t>Manager – </a:t>
            </a:r>
            <a:r>
              <a:rPr lang="it-IT" err="1"/>
              <a:t>Get</a:t>
            </a:r>
            <a:r>
              <a:rPr lang="it-IT"/>
              <a:t> </a:t>
            </a:r>
            <a:r>
              <a:rPr lang="it-IT" err="1"/>
              <a:t>Additional</a:t>
            </a:r>
            <a:r>
              <a:rPr lang="it-IT"/>
              <a:t> Manager Evaluation</a:t>
            </a:r>
          </a:p>
          <a:p>
            <a:r>
              <a:rPr lang="it-IT" b="1" err="1">
                <a:solidFill>
                  <a:schemeClr val="accent1"/>
                </a:solidFill>
              </a:rPr>
              <a:t>Additional</a:t>
            </a:r>
            <a:r>
              <a:rPr lang="it-IT" b="1">
                <a:solidFill>
                  <a:schemeClr val="accent1"/>
                </a:solidFill>
              </a:rPr>
              <a:t> Manager – </a:t>
            </a:r>
            <a:r>
              <a:rPr lang="it-IT" b="1" err="1">
                <a:solidFill>
                  <a:schemeClr val="accent1"/>
                </a:solidFill>
              </a:rPr>
              <a:t>Additional</a:t>
            </a:r>
            <a:r>
              <a:rPr lang="it-IT" b="1">
                <a:solidFill>
                  <a:schemeClr val="accent1"/>
                </a:solidFill>
              </a:rPr>
              <a:t> Manager Evaluation</a:t>
            </a:r>
          </a:p>
          <a:p>
            <a:r>
              <a:rPr lang="it-IT"/>
              <a:t>Manager – Manager Evaluation &amp; To Do</a:t>
            </a:r>
          </a:p>
          <a:p>
            <a:r>
              <a:rPr lang="it-IT" err="1"/>
              <a:t>Employee</a:t>
            </a:r>
            <a:r>
              <a:rPr lang="it-IT"/>
              <a:t> – </a:t>
            </a:r>
            <a:r>
              <a:rPr lang="it-IT" err="1"/>
              <a:t>Acknowledgement</a:t>
            </a:r>
            <a:r>
              <a:rPr lang="it-IT"/>
              <a:t> </a:t>
            </a:r>
          </a:p>
          <a:p>
            <a:r>
              <a:rPr lang="it-IT" err="1"/>
              <a:t>FAQs</a:t>
            </a:r>
            <a:endParaRPr lang="it-IT"/>
          </a:p>
          <a:p>
            <a:endParaRPr lang="en-GB"/>
          </a:p>
        </p:txBody>
      </p:sp>
      <p:sp>
        <p:nvSpPr>
          <p:cNvPr id="11" name="Titolo 10">
            <a:extLst>
              <a:ext uri="{FF2B5EF4-FFF2-40B4-BE49-F238E27FC236}">
                <a16:creationId xmlns:a16="http://schemas.microsoft.com/office/drawing/2014/main" id="{A920615D-BAAC-724D-0CE8-56DC6677E650}"/>
              </a:ext>
            </a:extLst>
          </p:cNvPr>
          <p:cNvSpPr>
            <a:spLocks noGrp="1"/>
          </p:cNvSpPr>
          <p:nvPr>
            <p:ph type="title"/>
          </p:nvPr>
        </p:nvSpPr>
        <p:spPr/>
        <p:txBody>
          <a:bodyPr vert="horz"/>
          <a:lstStyle/>
          <a:p>
            <a:r>
              <a:rPr lang="it-IT"/>
              <a:t>Agenda</a:t>
            </a:r>
          </a:p>
        </p:txBody>
      </p:sp>
      <p:sp>
        <p:nvSpPr>
          <p:cNvPr id="9" name="Segnaposto testo 8">
            <a:extLst>
              <a:ext uri="{FF2B5EF4-FFF2-40B4-BE49-F238E27FC236}">
                <a16:creationId xmlns:a16="http://schemas.microsoft.com/office/drawing/2014/main" id="{B8748AC0-9CCD-77B3-6715-89ED9EB19784}"/>
              </a:ext>
            </a:extLst>
          </p:cNvPr>
          <p:cNvSpPr>
            <a:spLocks noGrp="1"/>
          </p:cNvSpPr>
          <p:nvPr>
            <p:ph type="body" sz="quarter" idx="13"/>
          </p:nvPr>
        </p:nvSpPr>
        <p:spPr/>
        <p:txBody>
          <a:bodyPr/>
          <a:lstStyle/>
          <a:p>
            <a:r>
              <a:rPr lang="it-IT"/>
              <a:t>ENGINEERING </a:t>
            </a:r>
            <a:r>
              <a:rPr lang="it-IT" b="0"/>
              <a:t>/ THE DIGITAL TRANSFORMATION COMPANY</a:t>
            </a:r>
          </a:p>
        </p:txBody>
      </p:sp>
      <p:sp>
        <p:nvSpPr>
          <p:cNvPr id="13" name="Segnaposto piè di pagina 12">
            <a:extLst>
              <a:ext uri="{FF2B5EF4-FFF2-40B4-BE49-F238E27FC236}">
                <a16:creationId xmlns:a16="http://schemas.microsoft.com/office/drawing/2014/main" id="{1A0C9FA4-F26F-3D4B-6BC5-126B2DF23A6F}"/>
              </a:ext>
            </a:extLst>
          </p:cNvPr>
          <p:cNvSpPr>
            <a:spLocks noGrp="1"/>
          </p:cNvSpPr>
          <p:nvPr>
            <p:ph type="ftr" sz="quarter" idx="17"/>
          </p:nvPr>
        </p:nvSpPr>
        <p:spPr/>
        <p:txBody>
          <a:bodyPr/>
          <a:lstStyle/>
          <a:p>
            <a:endParaRPr lang="it-IT"/>
          </a:p>
        </p:txBody>
      </p:sp>
      <p:sp>
        <p:nvSpPr>
          <p:cNvPr id="2" name="Segnaposto numero diapositiva 1">
            <a:extLst>
              <a:ext uri="{FF2B5EF4-FFF2-40B4-BE49-F238E27FC236}">
                <a16:creationId xmlns:a16="http://schemas.microsoft.com/office/drawing/2014/main" id="{09826C05-C9E2-F2F3-B6B1-EB8D8DF66130}"/>
              </a:ext>
            </a:extLst>
          </p:cNvPr>
          <p:cNvSpPr>
            <a:spLocks noGrp="1"/>
          </p:cNvSpPr>
          <p:nvPr>
            <p:ph type="sldNum" sz="quarter" idx="18"/>
          </p:nvPr>
        </p:nvSpPr>
        <p:spPr/>
        <p:txBody>
          <a:bodyPr/>
          <a:lstStyle/>
          <a:p>
            <a:fld id="{98BF7C3C-24CC-6140-8A22-738C44F1CFEB}" type="slidenum">
              <a:rPr lang="it-IT" smtClean="0"/>
              <a:pPr/>
              <a:t>12</a:t>
            </a:fld>
            <a:endParaRPr lang="it-IT"/>
          </a:p>
        </p:txBody>
      </p:sp>
    </p:spTree>
    <p:extLst>
      <p:ext uri="{BB962C8B-B14F-4D97-AF65-F5344CB8AC3E}">
        <p14:creationId xmlns:p14="http://schemas.microsoft.com/office/powerpoint/2010/main" val="1413812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F862B-C004-258F-E6E0-8007E12983DD}"/>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65F6B1A-0B15-27AE-8F6C-D527CEE958B4}"/>
              </a:ext>
            </a:extLst>
          </p:cNvPr>
          <p:cNvGraphicFramePr>
            <a:graphicFrameLocks noChangeAspect="1"/>
          </p:cNvGraphicFramePr>
          <p:nvPr>
            <p:custDataLst>
              <p:tags r:id="rId1"/>
            </p:custDataLst>
            <p:extLst>
              <p:ext uri="{D42A27DB-BD31-4B8C-83A1-F6EECF244321}">
                <p14:modId xmlns:p14="http://schemas.microsoft.com/office/powerpoint/2010/main" val="3622531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765F6B1A-0B15-27AE-8F6C-D527CEE958B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3E0E649C-E74B-3D23-BC24-4B04F1B5B800}"/>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a:t>
            </a:r>
            <a:r>
              <a:rPr lang="it-IT" b="0" err="1"/>
              <a:t>Additional</a:t>
            </a:r>
            <a:r>
              <a:rPr lang="it-IT" b="0"/>
              <a:t> Manager Evaluation (2/3)</a:t>
            </a:r>
          </a:p>
        </p:txBody>
      </p:sp>
      <p:sp>
        <p:nvSpPr>
          <p:cNvPr id="4" name="Segnaposto numero diapositiva 3">
            <a:extLst>
              <a:ext uri="{FF2B5EF4-FFF2-40B4-BE49-F238E27FC236}">
                <a16:creationId xmlns:a16="http://schemas.microsoft.com/office/drawing/2014/main" id="{49AF724C-39DB-004D-5F3C-60EE0BBB2725}"/>
              </a:ext>
            </a:extLst>
          </p:cNvPr>
          <p:cNvSpPr>
            <a:spLocks noGrp="1"/>
          </p:cNvSpPr>
          <p:nvPr>
            <p:ph type="sldNum" sz="quarter" idx="15"/>
          </p:nvPr>
        </p:nvSpPr>
        <p:spPr/>
        <p:txBody>
          <a:bodyPr/>
          <a:lstStyle/>
          <a:p>
            <a:fld id="{98BF7C3C-24CC-6140-8A22-738C44F1CFEB}" type="slidenum">
              <a:rPr lang="it-IT" smtClean="0"/>
              <a:pPr/>
              <a:t>13</a:t>
            </a:fld>
            <a:endParaRPr lang="it-IT"/>
          </a:p>
        </p:txBody>
      </p:sp>
      <p:sp>
        <p:nvSpPr>
          <p:cNvPr id="6" name="Segnaposto testo 5">
            <a:extLst>
              <a:ext uri="{FF2B5EF4-FFF2-40B4-BE49-F238E27FC236}">
                <a16:creationId xmlns:a16="http://schemas.microsoft.com/office/drawing/2014/main" id="{E9458BA3-40E8-5D74-714E-14AEE8891E35}"/>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54BC6F62-E6E0-3DA0-7751-1D89C83BF05E}"/>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1FAD4B24-726B-5B60-882A-7644FBCBAE04}"/>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98BA4F9E-75AC-4253-29AE-AB51B18AE725}"/>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38562AC2-DD03-8877-972E-1E65C701A616}"/>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52B6C490-14FC-DE7D-9568-BB408AF3A96D}"/>
              </a:ext>
            </a:extLst>
          </p:cNvPr>
          <p:cNvSpPr txBox="1"/>
          <p:nvPr/>
        </p:nvSpPr>
        <p:spPr>
          <a:xfrm>
            <a:off x="8696680" y="1402163"/>
            <a:ext cx="3066210" cy="1015663"/>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In the “</a:t>
            </a:r>
            <a:r>
              <a:rPr lang="en-GB" sz="1200" b="1">
                <a:latin typeface="+mj-lt"/>
                <a:cs typeface="Segoe UI" panose="020B0502040204020203" pitchFamily="34" charset="0"/>
              </a:rPr>
              <a:t>Goal</a:t>
            </a:r>
            <a:r>
              <a:rPr lang="en-GB" sz="1200">
                <a:latin typeface="+mj-lt"/>
                <a:cs typeface="Segoe UI" panose="020B0502040204020203" pitchFamily="34" charset="0"/>
              </a:rPr>
              <a:t>" section, you have to provide the </a:t>
            </a:r>
            <a:r>
              <a:rPr lang="en-GB" sz="1200" b="1">
                <a:latin typeface="+mj-lt"/>
                <a:cs typeface="Segoe UI" panose="020B0502040204020203" pitchFamily="34" charset="0"/>
              </a:rPr>
              <a:t>overall comment </a:t>
            </a:r>
            <a:r>
              <a:rPr lang="en-GB" sz="1200">
                <a:latin typeface="+mj-lt"/>
                <a:cs typeface="Segoe UI" panose="020B0502040204020203" pitchFamily="34" charset="0"/>
              </a:rPr>
              <a:t>about the employee's goals in the “</a:t>
            </a:r>
            <a:r>
              <a:rPr lang="en-GB" sz="1200" b="1">
                <a:latin typeface="+mj-lt"/>
                <a:cs typeface="Segoe UI" panose="020B0502040204020203" pitchFamily="34" charset="0"/>
              </a:rPr>
              <a:t>Additional manager summary</a:t>
            </a:r>
            <a:r>
              <a:rPr lang="en-GB" sz="1200">
                <a:latin typeface="+mj-lt"/>
                <a:cs typeface="Segoe UI" panose="020B0502040204020203" pitchFamily="34" charset="0"/>
              </a:rPr>
              <a:t>” section at the bottom.</a:t>
            </a:r>
          </a:p>
        </p:txBody>
      </p:sp>
      <p:sp>
        <p:nvSpPr>
          <p:cNvPr id="16" name="Ovale 11">
            <a:extLst>
              <a:ext uri="{FF2B5EF4-FFF2-40B4-BE49-F238E27FC236}">
                <a16:creationId xmlns:a16="http://schemas.microsoft.com/office/drawing/2014/main" id="{66762429-47B0-24EC-C75F-24133CD49E3E}"/>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pic>
        <p:nvPicPr>
          <p:cNvPr id="34" name="Elemento grafico 36" descr="Utente con riempimento a tinta unita">
            <a:extLst>
              <a:ext uri="{FF2B5EF4-FFF2-40B4-BE49-F238E27FC236}">
                <a16:creationId xmlns:a16="http://schemas.microsoft.com/office/drawing/2014/main" id="{6624EE89-8891-FDAF-F635-E7C0961753B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7E17E9F4-01E9-DF6C-C9A9-0CEC48E618A2}"/>
              </a:ext>
            </a:extLst>
          </p:cNvPr>
          <p:cNvSpPr txBox="1"/>
          <p:nvPr/>
        </p:nvSpPr>
        <p:spPr>
          <a:xfrm>
            <a:off x="10414992" y="428529"/>
            <a:ext cx="1198833" cy="584775"/>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err="1">
                <a:solidFill>
                  <a:schemeClr val="accent5"/>
                </a:solidFill>
                <a:latin typeface="CocoEng" pitchFamily="50" charset="0"/>
                <a:cs typeface="Segoe UI" panose="020B0502040204020203" pitchFamily="34" charset="0"/>
              </a:rPr>
              <a:t>Additional</a:t>
            </a:r>
            <a:r>
              <a:rPr lang="it-IT" sz="1600" b="1">
                <a:solidFill>
                  <a:schemeClr val="accent5"/>
                </a:solidFill>
                <a:latin typeface="CocoEng" pitchFamily="50" charset="0"/>
                <a:cs typeface="Segoe UI" panose="020B0502040204020203" pitchFamily="34" charset="0"/>
              </a:rPr>
              <a:t> Manager</a:t>
            </a:r>
          </a:p>
        </p:txBody>
      </p:sp>
      <p:sp>
        <p:nvSpPr>
          <p:cNvPr id="21" name="Rectangle 20">
            <a:extLst>
              <a:ext uri="{FF2B5EF4-FFF2-40B4-BE49-F238E27FC236}">
                <a16:creationId xmlns:a16="http://schemas.microsoft.com/office/drawing/2014/main" id="{7404C73E-57BD-A572-5AD7-0137CF26D748}"/>
              </a:ext>
            </a:extLst>
          </p:cNvPr>
          <p:cNvSpPr/>
          <p:nvPr/>
        </p:nvSpPr>
        <p:spPr>
          <a:xfrm>
            <a:off x="2468494" y="1678959"/>
            <a:ext cx="1497450" cy="1114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6" name="Picture 35">
            <a:extLst>
              <a:ext uri="{FF2B5EF4-FFF2-40B4-BE49-F238E27FC236}">
                <a16:creationId xmlns:a16="http://schemas.microsoft.com/office/drawing/2014/main" id="{EC60E6B3-CFCA-6055-FB6D-F8DEC590EF27}"/>
              </a:ext>
            </a:extLst>
          </p:cNvPr>
          <p:cNvPicPr>
            <a:picLocks noChangeAspect="1"/>
          </p:cNvPicPr>
          <p:nvPr/>
        </p:nvPicPr>
        <p:blipFill>
          <a:blip r:embed="rId8"/>
          <a:stretch>
            <a:fillRect/>
          </a:stretch>
        </p:blipFill>
        <p:spPr>
          <a:xfrm>
            <a:off x="818894" y="1463390"/>
            <a:ext cx="4858777" cy="2514579"/>
          </a:xfrm>
          <a:prstGeom prst="rect">
            <a:avLst/>
          </a:prstGeom>
          <a:ln>
            <a:solidFill>
              <a:schemeClr val="accent6"/>
            </a:solidFill>
          </a:ln>
        </p:spPr>
      </p:pic>
      <p:pic>
        <p:nvPicPr>
          <p:cNvPr id="38" name="Picture 37">
            <a:extLst>
              <a:ext uri="{FF2B5EF4-FFF2-40B4-BE49-F238E27FC236}">
                <a16:creationId xmlns:a16="http://schemas.microsoft.com/office/drawing/2014/main" id="{7A7EB567-7C0B-42EB-505C-0FEDF62932BF}"/>
              </a:ext>
            </a:extLst>
          </p:cNvPr>
          <p:cNvPicPr>
            <a:picLocks noChangeAspect="1"/>
          </p:cNvPicPr>
          <p:nvPr/>
        </p:nvPicPr>
        <p:blipFill>
          <a:blip r:embed="rId9"/>
          <a:stretch>
            <a:fillRect/>
          </a:stretch>
        </p:blipFill>
        <p:spPr>
          <a:xfrm>
            <a:off x="3263622" y="4043061"/>
            <a:ext cx="4858933" cy="2408129"/>
          </a:xfrm>
          <a:prstGeom prst="rect">
            <a:avLst/>
          </a:prstGeom>
          <a:ln>
            <a:solidFill>
              <a:schemeClr val="accent6"/>
            </a:solidFill>
          </a:ln>
        </p:spPr>
      </p:pic>
      <p:sp>
        <p:nvSpPr>
          <p:cNvPr id="39" name="CasellaDiTesto 38">
            <a:extLst>
              <a:ext uri="{FF2B5EF4-FFF2-40B4-BE49-F238E27FC236}">
                <a16:creationId xmlns:a16="http://schemas.microsoft.com/office/drawing/2014/main" id="{E61C06F3-DE1A-E76C-E11B-AFEE177E952A}"/>
              </a:ext>
            </a:extLst>
          </p:cNvPr>
          <p:cNvSpPr txBox="1"/>
          <p:nvPr/>
        </p:nvSpPr>
        <p:spPr>
          <a:xfrm>
            <a:off x="8696680" y="2512332"/>
            <a:ext cx="3066210" cy="276999"/>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Click “</a:t>
            </a:r>
            <a:r>
              <a:rPr lang="en-GB" sz="1200" b="1">
                <a:latin typeface="+mj-lt"/>
                <a:cs typeface="Segoe UI" panose="020B0502040204020203" pitchFamily="34" charset="0"/>
              </a:rPr>
              <a:t>Next</a:t>
            </a:r>
            <a:r>
              <a:rPr lang="en-GB" sz="1200">
                <a:latin typeface="+mj-lt"/>
                <a:cs typeface="Segoe UI" panose="020B0502040204020203" pitchFamily="34" charset="0"/>
              </a:rPr>
              <a:t>“ to continue.</a:t>
            </a:r>
          </a:p>
        </p:txBody>
      </p:sp>
      <p:sp>
        <p:nvSpPr>
          <p:cNvPr id="40" name="CasellaDiTesto 38">
            <a:extLst>
              <a:ext uri="{FF2B5EF4-FFF2-40B4-BE49-F238E27FC236}">
                <a16:creationId xmlns:a16="http://schemas.microsoft.com/office/drawing/2014/main" id="{77500BD5-0DD6-47F9-67E3-EB16D3CA31FA}"/>
              </a:ext>
            </a:extLst>
          </p:cNvPr>
          <p:cNvSpPr txBox="1"/>
          <p:nvPr/>
        </p:nvSpPr>
        <p:spPr>
          <a:xfrm>
            <a:off x="8696680" y="2879167"/>
            <a:ext cx="3066210" cy="1015663"/>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In the “</a:t>
            </a:r>
            <a:r>
              <a:rPr lang="en-GB" sz="1200" b="1">
                <a:latin typeface="+mj-lt"/>
                <a:cs typeface="Segoe UI" panose="020B0502040204020203" pitchFamily="34" charset="0"/>
              </a:rPr>
              <a:t>Behaviours</a:t>
            </a:r>
            <a:r>
              <a:rPr lang="en-GB" sz="1200">
                <a:latin typeface="+mj-lt"/>
                <a:cs typeface="Segoe UI" panose="020B0502040204020203" pitchFamily="34" charset="0"/>
              </a:rPr>
              <a:t>" section, you have to provide the </a:t>
            </a:r>
            <a:r>
              <a:rPr lang="en-GB" sz="1200" b="1">
                <a:latin typeface="+mj-lt"/>
                <a:cs typeface="Segoe UI" panose="020B0502040204020203" pitchFamily="34" charset="0"/>
              </a:rPr>
              <a:t>overall comment </a:t>
            </a:r>
            <a:r>
              <a:rPr lang="en-GB" sz="1200">
                <a:latin typeface="+mj-lt"/>
                <a:cs typeface="Segoe UI" panose="020B0502040204020203" pitchFamily="34" charset="0"/>
              </a:rPr>
              <a:t>about the employee’s behaviours in the “</a:t>
            </a:r>
            <a:r>
              <a:rPr lang="en-GB" sz="1200" b="1">
                <a:latin typeface="+mj-lt"/>
                <a:cs typeface="Segoe UI" panose="020B0502040204020203" pitchFamily="34" charset="0"/>
              </a:rPr>
              <a:t>Additional manager summary</a:t>
            </a:r>
            <a:r>
              <a:rPr lang="en-GB" sz="1200">
                <a:latin typeface="+mj-lt"/>
                <a:cs typeface="Segoe UI" panose="020B0502040204020203" pitchFamily="34" charset="0"/>
              </a:rPr>
              <a:t>” section at the bottom</a:t>
            </a:r>
          </a:p>
        </p:txBody>
      </p:sp>
      <p:sp>
        <p:nvSpPr>
          <p:cNvPr id="41" name="CasellaDiTesto 38">
            <a:extLst>
              <a:ext uri="{FF2B5EF4-FFF2-40B4-BE49-F238E27FC236}">
                <a16:creationId xmlns:a16="http://schemas.microsoft.com/office/drawing/2014/main" id="{C06EE7FF-3CD5-475F-0BD1-46596EE8B182}"/>
              </a:ext>
            </a:extLst>
          </p:cNvPr>
          <p:cNvSpPr txBox="1"/>
          <p:nvPr/>
        </p:nvSpPr>
        <p:spPr>
          <a:xfrm>
            <a:off x="8696680" y="3981834"/>
            <a:ext cx="3066210" cy="276999"/>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Click “</a:t>
            </a:r>
            <a:r>
              <a:rPr lang="en-GB" sz="1200" b="1">
                <a:latin typeface="+mj-lt"/>
                <a:cs typeface="Segoe UI" panose="020B0502040204020203" pitchFamily="34" charset="0"/>
              </a:rPr>
              <a:t>Next</a:t>
            </a:r>
            <a:r>
              <a:rPr lang="en-GB" sz="1200">
                <a:latin typeface="+mj-lt"/>
                <a:cs typeface="Segoe UI" panose="020B0502040204020203" pitchFamily="34" charset="0"/>
              </a:rPr>
              <a:t>“ to continue.</a:t>
            </a:r>
          </a:p>
        </p:txBody>
      </p:sp>
      <p:sp>
        <p:nvSpPr>
          <p:cNvPr id="9" name="Rectangle 8">
            <a:extLst>
              <a:ext uri="{FF2B5EF4-FFF2-40B4-BE49-F238E27FC236}">
                <a16:creationId xmlns:a16="http://schemas.microsoft.com/office/drawing/2014/main" id="{56F5428D-09D8-FD43-A89A-2679B1C4DFFF}"/>
              </a:ext>
            </a:extLst>
          </p:cNvPr>
          <p:cNvSpPr/>
          <p:nvPr/>
        </p:nvSpPr>
        <p:spPr>
          <a:xfrm>
            <a:off x="2471059" y="1704863"/>
            <a:ext cx="1612466" cy="4076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a:extLst>
              <a:ext uri="{FF2B5EF4-FFF2-40B4-BE49-F238E27FC236}">
                <a16:creationId xmlns:a16="http://schemas.microsoft.com/office/drawing/2014/main" id="{D5817DBF-6EE8-0A78-7421-63FEDC8220ED}"/>
              </a:ext>
            </a:extLst>
          </p:cNvPr>
          <p:cNvSpPr/>
          <p:nvPr/>
        </p:nvSpPr>
        <p:spPr>
          <a:xfrm>
            <a:off x="4590482" y="4299999"/>
            <a:ext cx="2001703" cy="1231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1E001457-A1D8-A9FC-0273-2EBFC9DE3236}"/>
              </a:ext>
            </a:extLst>
          </p:cNvPr>
          <p:cNvSpPr/>
          <p:nvPr/>
        </p:nvSpPr>
        <p:spPr>
          <a:xfrm>
            <a:off x="2431970" y="2309427"/>
            <a:ext cx="3245701" cy="1255112"/>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59BBA519-2A25-2C2B-FF5A-0C4C98FA8CA5}"/>
              </a:ext>
            </a:extLst>
          </p:cNvPr>
          <p:cNvSpPr/>
          <p:nvPr/>
        </p:nvSpPr>
        <p:spPr>
          <a:xfrm>
            <a:off x="4615930" y="4638342"/>
            <a:ext cx="3386501" cy="1164078"/>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FD7B04A7-A2D1-C3FD-5014-B8D5A489F87F}"/>
              </a:ext>
            </a:extLst>
          </p:cNvPr>
          <p:cNvSpPr/>
          <p:nvPr/>
        </p:nvSpPr>
        <p:spPr>
          <a:xfrm>
            <a:off x="2856800" y="3737997"/>
            <a:ext cx="545200" cy="215898"/>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74F0913E-9F6F-A9BB-76DE-60B25CA8BCC8}"/>
              </a:ext>
            </a:extLst>
          </p:cNvPr>
          <p:cNvSpPr/>
          <p:nvPr/>
        </p:nvSpPr>
        <p:spPr>
          <a:xfrm>
            <a:off x="892428" y="2757421"/>
            <a:ext cx="1390633" cy="215898"/>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e 11">
            <a:extLst>
              <a:ext uri="{FF2B5EF4-FFF2-40B4-BE49-F238E27FC236}">
                <a16:creationId xmlns:a16="http://schemas.microsoft.com/office/drawing/2014/main" id="{5090DFC9-170E-B27E-B5DC-9D9FDF1627BF}"/>
              </a:ext>
            </a:extLst>
          </p:cNvPr>
          <p:cNvSpPr/>
          <p:nvPr/>
        </p:nvSpPr>
        <p:spPr>
          <a:xfrm>
            <a:off x="2257843" y="2205043"/>
            <a:ext cx="297818" cy="2978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Segoe UI" panose="020B0502040204020203" pitchFamily="34" charset="0"/>
                <a:cs typeface="Segoe UI" panose="020B0502040204020203" pitchFamily="34" charset="0"/>
              </a:rPr>
              <a:t>1</a:t>
            </a:r>
          </a:p>
        </p:txBody>
      </p:sp>
      <p:sp>
        <p:nvSpPr>
          <p:cNvPr id="25" name="Ovale 11">
            <a:extLst>
              <a:ext uri="{FF2B5EF4-FFF2-40B4-BE49-F238E27FC236}">
                <a16:creationId xmlns:a16="http://schemas.microsoft.com/office/drawing/2014/main" id="{9D16E3FE-F352-4D98-2CBF-1211188D3785}"/>
              </a:ext>
            </a:extLst>
          </p:cNvPr>
          <p:cNvSpPr/>
          <p:nvPr/>
        </p:nvSpPr>
        <p:spPr>
          <a:xfrm>
            <a:off x="2707891" y="3533403"/>
            <a:ext cx="297818" cy="2978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Segoe UI" panose="020B0502040204020203" pitchFamily="34" charset="0"/>
                <a:cs typeface="Segoe UI" panose="020B0502040204020203" pitchFamily="34" charset="0"/>
              </a:rPr>
              <a:t>2</a:t>
            </a:r>
          </a:p>
        </p:txBody>
      </p:sp>
      <p:sp>
        <p:nvSpPr>
          <p:cNvPr id="26" name="Ovale 11">
            <a:extLst>
              <a:ext uri="{FF2B5EF4-FFF2-40B4-BE49-F238E27FC236}">
                <a16:creationId xmlns:a16="http://schemas.microsoft.com/office/drawing/2014/main" id="{730C628A-FB2A-99F4-AF14-62F959A5D09D}"/>
              </a:ext>
            </a:extLst>
          </p:cNvPr>
          <p:cNvSpPr/>
          <p:nvPr/>
        </p:nvSpPr>
        <p:spPr>
          <a:xfrm>
            <a:off x="4467021" y="4545265"/>
            <a:ext cx="297818" cy="2978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Segoe UI" panose="020B0502040204020203" pitchFamily="34" charset="0"/>
                <a:cs typeface="Segoe UI" panose="020B0502040204020203" pitchFamily="34" charset="0"/>
              </a:rPr>
              <a:t>3</a:t>
            </a:r>
          </a:p>
        </p:txBody>
      </p:sp>
      <p:sp>
        <p:nvSpPr>
          <p:cNvPr id="27" name="Ovale 11">
            <a:extLst>
              <a:ext uri="{FF2B5EF4-FFF2-40B4-BE49-F238E27FC236}">
                <a16:creationId xmlns:a16="http://schemas.microsoft.com/office/drawing/2014/main" id="{EABEF3A9-6179-ADE3-EC51-A290F2C2047D}"/>
              </a:ext>
            </a:extLst>
          </p:cNvPr>
          <p:cNvSpPr/>
          <p:nvPr/>
        </p:nvSpPr>
        <p:spPr>
          <a:xfrm>
            <a:off x="5544179" y="5983124"/>
            <a:ext cx="297818" cy="2978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Segoe UI" panose="020B0502040204020203" pitchFamily="34" charset="0"/>
                <a:cs typeface="Segoe UI" panose="020B0502040204020203" pitchFamily="34" charset="0"/>
              </a:rPr>
              <a:t>4</a:t>
            </a:r>
          </a:p>
        </p:txBody>
      </p:sp>
      <p:sp>
        <p:nvSpPr>
          <p:cNvPr id="28" name="Rectangle 27">
            <a:extLst>
              <a:ext uri="{FF2B5EF4-FFF2-40B4-BE49-F238E27FC236}">
                <a16:creationId xmlns:a16="http://schemas.microsoft.com/office/drawing/2014/main" id="{B8117CAE-EA5F-4AAB-7E0A-3AE5ECA0F6CC}"/>
              </a:ext>
            </a:extLst>
          </p:cNvPr>
          <p:cNvSpPr/>
          <p:nvPr/>
        </p:nvSpPr>
        <p:spPr>
          <a:xfrm>
            <a:off x="5132471" y="6158754"/>
            <a:ext cx="545200" cy="215898"/>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14F4CE41-39CB-371B-1CA3-EA4396512749}"/>
              </a:ext>
            </a:extLst>
          </p:cNvPr>
          <p:cNvSpPr/>
          <p:nvPr/>
        </p:nvSpPr>
        <p:spPr>
          <a:xfrm>
            <a:off x="3217219" y="5480385"/>
            <a:ext cx="1278587" cy="215898"/>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a:extLst>
              <a:ext uri="{FF2B5EF4-FFF2-40B4-BE49-F238E27FC236}">
                <a16:creationId xmlns:a16="http://schemas.microsoft.com/office/drawing/2014/main" id="{4A335B47-AB0E-1E24-CA8C-EF21713F7AD0}"/>
              </a:ext>
            </a:extLst>
          </p:cNvPr>
          <p:cNvSpPr/>
          <p:nvPr/>
        </p:nvSpPr>
        <p:spPr>
          <a:xfrm>
            <a:off x="2922561" y="2613544"/>
            <a:ext cx="723007" cy="11981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a:extLst>
              <a:ext uri="{FF2B5EF4-FFF2-40B4-BE49-F238E27FC236}">
                <a16:creationId xmlns:a16="http://schemas.microsoft.com/office/drawing/2014/main" id="{E157D177-8531-EEA4-65F1-BD1447334200}"/>
              </a:ext>
            </a:extLst>
          </p:cNvPr>
          <p:cNvSpPr/>
          <p:nvPr/>
        </p:nvSpPr>
        <p:spPr>
          <a:xfrm>
            <a:off x="4970081" y="4942121"/>
            <a:ext cx="723007" cy="11981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Ovale 11">
            <a:extLst>
              <a:ext uri="{FF2B5EF4-FFF2-40B4-BE49-F238E27FC236}">
                <a16:creationId xmlns:a16="http://schemas.microsoft.com/office/drawing/2014/main" id="{63A905A5-00C8-DF47-5652-15492D1DD6DF}"/>
              </a:ext>
            </a:extLst>
          </p:cNvPr>
          <p:cNvSpPr/>
          <p:nvPr/>
        </p:nvSpPr>
        <p:spPr>
          <a:xfrm>
            <a:off x="8251510" y="2437105"/>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60" name="Ovale 11">
            <a:extLst>
              <a:ext uri="{FF2B5EF4-FFF2-40B4-BE49-F238E27FC236}">
                <a16:creationId xmlns:a16="http://schemas.microsoft.com/office/drawing/2014/main" id="{35B0EF71-C15D-6796-7F0F-1F4F3DEC3709}"/>
              </a:ext>
            </a:extLst>
          </p:cNvPr>
          <p:cNvSpPr/>
          <p:nvPr/>
        </p:nvSpPr>
        <p:spPr>
          <a:xfrm>
            <a:off x="8251510" y="2865370"/>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61" name="Ovale 11">
            <a:extLst>
              <a:ext uri="{FF2B5EF4-FFF2-40B4-BE49-F238E27FC236}">
                <a16:creationId xmlns:a16="http://schemas.microsoft.com/office/drawing/2014/main" id="{BFC3997F-D960-4EE5-A46E-AE08DC6D2567}"/>
              </a:ext>
            </a:extLst>
          </p:cNvPr>
          <p:cNvSpPr/>
          <p:nvPr/>
        </p:nvSpPr>
        <p:spPr>
          <a:xfrm>
            <a:off x="8224848" y="3880896"/>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Tree>
    <p:extLst>
      <p:ext uri="{BB962C8B-B14F-4D97-AF65-F5344CB8AC3E}">
        <p14:creationId xmlns:p14="http://schemas.microsoft.com/office/powerpoint/2010/main" val="2094631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8A372-46CC-FBC5-24F0-7EEBC632083B}"/>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8B647CE-7F05-0CF0-8C44-AAE10281943F}"/>
              </a:ext>
            </a:extLst>
          </p:cNvPr>
          <p:cNvGraphicFramePr>
            <a:graphicFrameLocks noChangeAspect="1"/>
          </p:cNvGraphicFramePr>
          <p:nvPr>
            <p:custDataLst>
              <p:tags r:id="rId1"/>
            </p:custDataLst>
            <p:extLst>
              <p:ext uri="{D42A27DB-BD31-4B8C-83A1-F6EECF244321}">
                <p14:modId xmlns:p14="http://schemas.microsoft.com/office/powerpoint/2010/main" val="20223322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E8B647CE-7F05-0CF0-8C44-AAE10281943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964E219B-0E42-72BE-E1DC-F0FBC33E7A56}"/>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a:t>
            </a:r>
            <a:r>
              <a:rPr lang="it-IT" b="0" err="1"/>
              <a:t>Additional</a:t>
            </a:r>
            <a:r>
              <a:rPr lang="it-IT" b="0"/>
              <a:t> Manager Evaluation (1/3)</a:t>
            </a:r>
          </a:p>
        </p:txBody>
      </p:sp>
      <p:sp>
        <p:nvSpPr>
          <p:cNvPr id="4" name="Segnaposto numero diapositiva 3">
            <a:extLst>
              <a:ext uri="{FF2B5EF4-FFF2-40B4-BE49-F238E27FC236}">
                <a16:creationId xmlns:a16="http://schemas.microsoft.com/office/drawing/2014/main" id="{7BE6F298-8D9D-C7CD-775E-7EC439104BAB}"/>
              </a:ext>
            </a:extLst>
          </p:cNvPr>
          <p:cNvSpPr>
            <a:spLocks noGrp="1"/>
          </p:cNvSpPr>
          <p:nvPr>
            <p:ph type="sldNum" sz="quarter" idx="15"/>
          </p:nvPr>
        </p:nvSpPr>
        <p:spPr/>
        <p:txBody>
          <a:bodyPr/>
          <a:lstStyle/>
          <a:p>
            <a:fld id="{98BF7C3C-24CC-6140-8A22-738C44F1CFEB}" type="slidenum">
              <a:rPr lang="it-IT" smtClean="0"/>
              <a:pPr/>
              <a:t>14</a:t>
            </a:fld>
            <a:endParaRPr lang="it-IT"/>
          </a:p>
        </p:txBody>
      </p:sp>
      <p:sp>
        <p:nvSpPr>
          <p:cNvPr id="6" name="Segnaposto testo 5">
            <a:extLst>
              <a:ext uri="{FF2B5EF4-FFF2-40B4-BE49-F238E27FC236}">
                <a16:creationId xmlns:a16="http://schemas.microsoft.com/office/drawing/2014/main" id="{1539C1D1-F0B9-B10B-63B4-DDBA2D84FB2A}"/>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7C6A948C-E61F-41FF-1A6E-D00E8E37830F}"/>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556B8B2B-481A-1494-9AFE-9CD224DF52D6}"/>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A28D0F3D-DBFE-74B3-82B2-80A8E17D8501}"/>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C8E077B3-F664-198A-D636-A8D0F0B69928}"/>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070A8253-C045-546B-C7FE-2A4E1665D74D}"/>
              </a:ext>
            </a:extLst>
          </p:cNvPr>
          <p:cNvSpPr txBox="1"/>
          <p:nvPr/>
        </p:nvSpPr>
        <p:spPr>
          <a:xfrm>
            <a:off x="8696680" y="1402163"/>
            <a:ext cx="3066210" cy="1384995"/>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Log in to Workday via single sign-on to access your personal dashboard.</a:t>
            </a:r>
          </a:p>
          <a:p>
            <a:r>
              <a:rPr lang="en-GB" sz="1200">
                <a:latin typeface="+mj-lt"/>
                <a:cs typeface="Segoe UI" panose="020B0502040204020203" pitchFamily="34" charset="0"/>
              </a:rPr>
              <a:t>In the "Awaiting Your Action" section, click on “</a:t>
            </a:r>
            <a:r>
              <a:rPr lang="en-GB" sz="1200" b="1">
                <a:latin typeface="+mj-lt"/>
                <a:cs typeface="Segoe UI" panose="020B0502040204020203" pitchFamily="34" charset="0"/>
              </a:rPr>
              <a:t>Complete Get Additional Manager Evaluation”.</a:t>
            </a:r>
          </a:p>
          <a:p>
            <a:r>
              <a:rPr lang="en-GB" sz="1200">
                <a:latin typeface="+mj-lt"/>
                <a:cs typeface="Segoe UI" panose="020B0502040204020203" pitchFamily="34" charset="0"/>
              </a:rPr>
              <a:t>Click</a:t>
            </a:r>
            <a:r>
              <a:rPr lang="en-GB" sz="1200" b="1">
                <a:latin typeface="+mj-lt"/>
                <a:cs typeface="Segoe UI" panose="020B0502040204020203" pitchFamily="34" charset="0"/>
              </a:rPr>
              <a:t> “Get Started“ </a:t>
            </a:r>
            <a:r>
              <a:rPr lang="en-GB" sz="1200">
                <a:latin typeface="+mj-lt"/>
                <a:cs typeface="Segoe UI" panose="020B0502040204020203" pitchFamily="34" charset="0"/>
              </a:rPr>
              <a:t>to start with the evaluation. </a:t>
            </a:r>
          </a:p>
        </p:txBody>
      </p:sp>
      <p:sp>
        <p:nvSpPr>
          <p:cNvPr id="16" name="Ovale 11">
            <a:extLst>
              <a:ext uri="{FF2B5EF4-FFF2-40B4-BE49-F238E27FC236}">
                <a16:creationId xmlns:a16="http://schemas.microsoft.com/office/drawing/2014/main" id="{2E452DCC-EBBE-5CA9-02C9-BB02AAB5709E}"/>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pic>
        <p:nvPicPr>
          <p:cNvPr id="34" name="Elemento grafico 36" descr="Utente con riempimento a tinta unita">
            <a:extLst>
              <a:ext uri="{FF2B5EF4-FFF2-40B4-BE49-F238E27FC236}">
                <a16:creationId xmlns:a16="http://schemas.microsoft.com/office/drawing/2014/main" id="{FCA6C914-D82A-EB7F-397D-1CBAF11D7CA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EF31F422-0A28-5C5E-2DD6-2129C67D2D61}"/>
              </a:ext>
            </a:extLst>
          </p:cNvPr>
          <p:cNvSpPr txBox="1"/>
          <p:nvPr/>
        </p:nvSpPr>
        <p:spPr>
          <a:xfrm>
            <a:off x="10414992" y="428529"/>
            <a:ext cx="1198833" cy="584775"/>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err="1">
                <a:solidFill>
                  <a:schemeClr val="accent5"/>
                </a:solidFill>
                <a:latin typeface="CocoEng" pitchFamily="50" charset="0"/>
                <a:cs typeface="Segoe UI" panose="020B0502040204020203" pitchFamily="34" charset="0"/>
              </a:rPr>
              <a:t>Additional</a:t>
            </a:r>
            <a:r>
              <a:rPr lang="it-IT" sz="1600" b="1">
                <a:solidFill>
                  <a:schemeClr val="accent5"/>
                </a:solidFill>
                <a:latin typeface="CocoEng" pitchFamily="50" charset="0"/>
                <a:cs typeface="Segoe UI" panose="020B0502040204020203" pitchFamily="34" charset="0"/>
              </a:rPr>
              <a:t> Manager</a:t>
            </a:r>
          </a:p>
        </p:txBody>
      </p:sp>
      <p:pic>
        <p:nvPicPr>
          <p:cNvPr id="20" name="Picture 19">
            <a:extLst>
              <a:ext uri="{FF2B5EF4-FFF2-40B4-BE49-F238E27FC236}">
                <a16:creationId xmlns:a16="http://schemas.microsoft.com/office/drawing/2014/main" id="{80270F00-C9BF-DD8E-400B-6FF843783956}"/>
              </a:ext>
            </a:extLst>
          </p:cNvPr>
          <p:cNvPicPr>
            <a:picLocks noChangeAspect="1"/>
          </p:cNvPicPr>
          <p:nvPr/>
        </p:nvPicPr>
        <p:blipFill>
          <a:blip r:embed="rId8"/>
          <a:stretch>
            <a:fillRect/>
          </a:stretch>
        </p:blipFill>
        <p:spPr>
          <a:xfrm>
            <a:off x="812554" y="1489123"/>
            <a:ext cx="1959168" cy="936483"/>
          </a:xfrm>
          <a:prstGeom prst="rect">
            <a:avLst/>
          </a:prstGeom>
          <a:ln>
            <a:solidFill>
              <a:schemeClr val="accent6"/>
            </a:solidFill>
          </a:ln>
        </p:spPr>
      </p:pic>
      <p:pic>
        <p:nvPicPr>
          <p:cNvPr id="55" name="Picture 54">
            <a:extLst>
              <a:ext uri="{FF2B5EF4-FFF2-40B4-BE49-F238E27FC236}">
                <a16:creationId xmlns:a16="http://schemas.microsoft.com/office/drawing/2014/main" id="{E090EF2E-B53B-2DB5-EE15-0B65A95EA44A}"/>
              </a:ext>
            </a:extLst>
          </p:cNvPr>
          <p:cNvPicPr>
            <a:picLocks noChangeAspect="1"/>
          </p:cNvPicPr>
          <p:nvPr/>
        </p:nvPicPr>
        <p:blipFill>
          <a:blip r:embed="rId9"/>
          <a:srcRect r="15292"/>
          <a:stretch/>
        </p:blipFill>
        <p:spPr>
          <a:xfrm>
            <a:off x="2771722" y="1489860"/>
            <a:ext cx="3541818" cy="2370942"/>
          </a:xfrm>
          <a:prstGeom prst="rect">
            <a:avLst/>
          </a:prstGeom>
          <a:ln>
            <a:solidFill>
              <a:schemeClr val="accent6"/>
            </a:solidFill>
          </a:ln>
        </p:spPr>
      </p:pic>
      <p:sp>
        <p:nvSpPr>
          <p:cNvPr id="19" name="Ovale 11">
            <a:extLst>
              <a:ext uri="{FF2B5EF4-FFF2-40B4-BE49-F238E27FC236}">
                <a16:creationId xmlns:a16="http://schemas.microsoft.com/office/drawing/2014/main" id="{2CE7D622-F6BF-7442-7B6F-9473D1579306}"/>
              </a:ext>
            </a:extLst>
          </p:cNvPr>
          <p:cNvSpPr/>
          <p:nvPr/>
        </p:nvSpPr>
        <p:spPr>
          <a:xfrm>
            <a:off x="2509503" y="1499239"/>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pic>
        <p:nvPicPr>
          <p:cNvPr id="49" name="Picture 48">
            <a:extLst>
              <a:ext uri="{FF2B5EF4-FFF2-40B4-BE49-F238E27FC236}">
                <a16:creationId xmlns:a16="http://schemas.microsoft.com/office/drawing/2014/main" id="{907AC306-DCFD-078C-4FF4-446669B04B7D}"/>
              </a:ext>
            </a:extLst>
          </p:cNvPr>
          <p:cNvPicPr>
            <a:picLocks noChangeAspect="1"/>
          </p:cNvPicPr>
          <p:nvPr/>
        </p:nvPicPr>
        <p:blipFill>
          <a:blip r:embed="rId10"/>
          <a:stretch>
            <a:fillRect/>
          </a:stretch>
        </p:blipFill>
        <p:spPr>
          <a:xfrm>
            <a:off x="3866784" y="3429000"/>
            <a:ext cx="4104440" cy="2914200"/>
          </a:xfrm>
          <a:prstGeom prst="rect">
            <a:avLst/>
          </a:prstGeom>
        </p:spPr>
      </p:pic>
      <p:sp>
        <p:nvSpPr>
          <p:cNvPr id="56" name="Ovale 11">
            <a:extLst>
              <a:ext uri="{FF2B5EF4-FFF2-40B4-BE49-F238E27FC236}">
                <a16:creationId xmlns:a16="http://schemas.microsoft.com/office/drawing/2014/main" id="{06F617DA-7268-012F-EF86-D5CB002324A1}"/>
              </a:ext>
            </a:extLst>
          </p:cNvPr>
          <p:cNvSpPr/>
          <p:nvPr/>
        </p:nvSpPr>
        <p:spPr>
          <a:xfrm>
            <a:off x="4875714" y="4774401"/>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57" name="Rectangle 56">
            <a:extLst>
              <a:ext uri="{FF2B5EF4-FFF2-40B4-BE49-F238E27FC236}">
                <a16:creationId xmlns:a16="http://schemas.microsoft.com/office/drawing/2014/main" id="{1CC13F83-0578-DD24-F086-9339FFDB7C87}"/>
              </a:ext>
            </a:extLst>
          </p:cNvPr>
          <p:cNvSpPr/>
          <p:nvPr/>
        </p:nvSpPr>
        <p:spPr>
          <a:xfrm>
            <a:off x="3866784" y="4870792"/>
            <a:ext cx="1138353" cy="29738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ctangle 57">
            <a:extLst>
              <a:ext uri="{FF2B5EF4-FFF2-40B4-BE49-F238E27FC236}">
                <a16:creationId xmlns:a16="http://schemas.microsoft.com/office/drawing/2014/main" id="{7F50DE32-3577-47E0-793E-EDB5066F7717}"/>
              </a:ext>
            </a:extLst>
          </p:cNvPr>
          <p:cNvSpPr/>
          <p:nvPr/>
        </p:nvSpPr>
        <p:spPr>
          <a:xfrm>
            <a:off x="2805929" y="3527824"/>
            <a:ext cx="871187" cy="29738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CasellaDiTesto 38">
            <a:extLst>
              <a:ext uri="{FF2B5EF4-FFF2-40B4-BE49-F238E27FC236}">
                <a16:creationId xmlns:a16="http://schemas.microsoft.com/office/drawing/2014/main" id="{4AFA11DB-C369-EDDB-618F-32C6C8DF9061}"/>
              </a:ext>
            </a:extLst>
          </p:cNvPr>
          <p:cNvSpPr txBox="1"/>
          <p:nvPr/>
        </p:nvSpPr>
        <p:spPr>
          <a:xfrm>
            <a:off x="8696680" y="2877878"/>
            <a:ext cx="3066210" cy="1569660"/>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The template is divided into several sections:</a:t>
            </a:r>
          </a:p>
          <a:p>
            <a:pPr marL="171450" indent="-171450">
              <a:buFont typeface="Arial" panose="020B0604020202020204" pitchFamily="34" charset="0"/>
              <a:buChar char="•"/>
            </a:pPr>
            <a:r>
              <a:rPr lang="en-GB" sz="1200">
                <a:latin typeface="+mj-lt"/>
                <a:cs typeface="Segoe UI" panose="020B0502040204020203" pitchFamily="34" charset="0"/>
              </a:rPr>
              <a:t>Feedback</a:t>
            </a:r>
          </a:p>
          <a:p>
            <a:pPr marL="171450" indent="-171450">
              <a:buFont typeface="Arial" panose="020B0604020202020204" pitchFamily="34" charset="0"/>
              <a:buChar char="•"/>
            </a:pPr>
            <a:r>
              <a:rPr lang="en-GB" sz="1200">
                <a:latin typeface="+mj-lt"/>
                <a:cs typeface="Segoe UI" panose="020B0502040204020203" pitchFamily="34" charset="0"/>
              </a:rPr>
              <a:t>Goals</a:t>
            </a:r>
          </a:p>
          <a:p>
            <a:pPr marL="171450" indent="-171450">
              <a:buFont typeface="Arial" panose="020B0604020202020204" pitchFamily="34" charset="0"/>
              <a:buChar char="•"/>
            </a:pPr>
            <a:r>
              <a:rPr lang="en-GB" sz="1200">
                <a:latin typeface="+mj-lt"/>
                <a:cs typeface="Segoe UI" panose="020B0502040204020203" pitchFamily="34" charset="0"/>
              </a:rPr>
              <a:t>Behaviours</a:t>
            </a:r>
          </a:p>
          <a:p>
            <a:pPr marL="171450" indent="-171450">
              <a:buFont typeface="Arial" panose="020B0604020202020204" pitchFamily="34" charset="0"/>
              <a:buChar char="•"/>
            </a:pPr>
            <a:r>
              <a:rPr lang="en-GB" sz="1200">
                <a:latin typeface="+mj-lt"/>
                <a:cs typeface="Segoe UI" panose="020B0502040204020203" pitchFamily="34" charset="0"/>
              </a:rPr>
              <a:t>Supporting Documents</a:t>
            </a:r>
          </a:p>
          <a:p>
            <a:pPr marL="171450" indent="-171450">
              <a:buFont typeface="Arial" panose="020B0604020202020204" pitchFamily="34" charset="0"/>
              <a:buChar char="•"/>
            </a:pPr>
            <a:r>
              <a:rPr lang="en-GB" sz="1200">
                <a:latin typeface="+mj-lt"/>
                <a:cs typeface="Segoe UI" panose="020B0502040204020203" pitchFamily="34" charset="0"/>
              </a:rPr>
              <a:t>Overall</a:t>
            </a:r>
          </a:p>
          <a:p>
            <a:pPr marL="171450" indent="-171450">
              <a:buFont typeface="Arial" panose="020B0604020202020204" pitchFamily="34" charset="0"/>
              <a:buChar char="•"/>
            </a:pPr>
            <a:r>
              <a:rPr lang="en-GB" sz="1200">
                <a:latin typeface="+mj-lt"/>
                <a:cs typeface="Segoe UI" panose="020B0502040204020203" pitchFamily="34" charset="0"/>
              </a:rPr>
              <a:t>Review and Submit</a:t>
            </a:r>
          </a:p>
        </p:txBody>
      </p:sp>
      <p:sp>
        <p:nvSpPr>
          <p:cNvPr id="63" name="CasellaDiTesto 38">
            <a:extLst>
              <a:ext uri="{FF2B5EF4-FFF2-40B4-BE49-F238E27FC236}">
                <a16:creationId xmlns:a16="http://schemas.microsoft.com/office/drawing/2014/main" id="{34885707-D9FC-2DF6-D7F2-195A741A6434}"/>
              </a:ext>
            </a:extLst>
          </p:cNvPr>
          <p:cNvSpPr txBox="1"/>
          <p:nvPr/>
        </p:nvSpPr>
        <p:spPr>
          <a:xfrm>
            <a:off x="8723848" y="4538258"/>
            <a:ext cx="3066210" cy="646331"/>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In the “</a:t>
            </a:r>
            <a:r>
              <a:rPr lang="en-GB" sz="1200" b="1">
                <a:latin typeface="+mj-lt"/>
                <a:cs typeface="Segoe UI" panose="020B0502040204020203" pitchFamily="34" charset="0"/>
              </a:rPr>
              <a:t>Feedback</a:t>
            </a:r>
            <a:r>
              <a:rPr lang="en-GB" sz="1200">
                <a:latin typeface="+mj-lt"/>
                <a:cs typeface="Segoe UI" panose="020B0502040204020203" pitchFamily="34" charset="0"/>
              </a:rPr>
              <a:t>” section you can find all the feedback received by the employee over the past year.</a:t>
            </a:r>
          </a:p>
        </p:txBody>
      </p:sp>
      <p:sp>
        <p:nvSpPr>
          <p:cNvPr id="64" name="CasellaDiTesto 38">
            <a:extLst>
              <a:ext uri="{FF2B5EF4-FFF2-40B4-BE49-F238E27FC236}">
                <a16:creationId xmlns:a16="http://schemas.microsoft.com/office/drawing/2014/main" id="{4CF4FAFB-216B-49DF-A7E4-997927E55383}"/>
              </a:ext>
            </a:extLst>
          </p:cNvPr>
          <p:cNvSpPr txBox="1"/>
          <p:nvPr/>
        </p:nvSpPr>
        <p:spPr>
          <a:xfrm>
            <a:off x="8696680" y="5267190"/>
            <a:ext cx="3066210" cy="276999"/>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Click “</a:t>
            </a:r>
            <a:r>
              <a:rPr lang="en-GB" sz="1200" b="1">
                <a:latin typeface="+mj-lt"/>
                <a:cs typeface="Segoe UI" panose="020B0502040204020203" pitchFamily="34" charset="0"/>
              </a:rPr>
              <a:t>Next</a:t>
            </a:r>
            <a:r>
              <a:rPr lang="en-GB" sz="1200">
                <a:latin typeface="+mj-lt"/>
                <a:cs typeface="Segoe UI" panose="020B0502040204020203" pitchFamily="34" charset="0"/>
              </a:rPr>
              <a:t>“ to continue.</a:t>
            </a:r>
          </a:p>
        </p:txBody>
      </p:sp>
      <p:sp>
        <p:nvSpPr>
          <p:cNvPr id="65" name="Ovale 11">
            <a:extLst>
              <a:ext uri="{FF2B5EF4-FFF2-40B4-BE49-F238E27FC236}">
                <a16:creationId xmlns:a16="http://schemas.microsoft.com/office/drawing/2014/main" id="{B5ED4255-9D43-30CD-D5D6-42027E040FB2}"/>
              </a:ext>
            </a:extLst>
          </p:cNvPr>
          <p:cNvSpPr/>
          <p:nvPr/>
        </p:nvSpPr>
        <p:spPr>
          <a:xfrm>
            <a:off x="8226273" y="2877878"/>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66" name="Ovale 11">
            <a:extLst>
              <a:ext uri="{FF2B5EF4-FFF2-40B4-BE49-F238E27FC236}">
                <a16:creationId xmlns:a16="http://schemas.microsoft.com/office/drawing/2014/main" id="{A991702C-579C-FDCA-DE5E-0E7FDD68EA23}"/>
              </a:ext>
            </a:extLst>
          </p:cNvPr>
          <p:cNvSpPr/>
          <p:nvPr/>
        </p:nvSpPr>
        <p:spPr>
          <a:xfrm>
            <a:off x="8226273" y="4538258"/>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67" name="Ovale 11">
            <a:extLst>
              <a:ext uri="{FF2B5EF4-FFF2-40B4-BE49-F238E27FC236}">
                <a16:creationId xmlns:a16="http://schemas.microsoft.com/office/drawing/2014/main" id="{00323F40-3800-9FAA-F523-975559005E3D}"/>
              </a:ext>
            </a:extLst>
          </p:cNvPr>
          <p:cNvSpPr/>
          <p:nvPr/>
        </p:nvSpPr>
        <p:spPr>
          <a:xfrm>
            <a:off x="8226273" y="5221235"/>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68" name="Ovale 11">
            <a:extLst>
              <a:ext uri="{FF2B5EF4-FFF2-40B4-BE49-F238E27FC236}">
                <a16:creationId xmlns:a16="http://schemas.microsoft.com/office/drawing/2014/main" id="{1420B116-1C60-9105-C0DC-D2C2CDEBF255}"/>
              </a:ext>
            </a:extLst>
          </p:cNvPr>
          <p:cNvSpPr/>
          <p:nvPr/>
        </p:nvSpPr>
        <p:spPr>
          <a:xfrm>
            <a:off x="6575759" y="3429000"/>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69" name="Ovale 11">
            <a:extLst>
              <a:ext uri="{FF2B5EF4-FFF2-40B4-BE49-F238E27FC236}">
                <a16:creationId xmlns:a16="http://schemas.microsoft.com/office/drawing/2014/main" id="{17FDF18C-1D69-A07D-36B4-40E641236ACB}"/>
              </a:ext>
            </a:extLst>
          </p:cNvPr>
          <p:cNvSpPr/>
          <p:nvPr/>
        </p:nvSpPr>
        <p:spPr>
          <a:xfrm>
            <a:off x="5936036" y="5833635"/>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70" name="Rectangle 69">
            <a:extLst>
              <a:ext uri="{FF2B5EF4-FFF2-40B4-BE49-F238E27FC236}">
                <a16:creationId xmlns:a16="http://schemas.microsoft.com/office/drawing/2014/main" id="{064B8453-5969-6E5A-4C53-32D54E0305D0}"/>
              </a:ext>
            </a:extLst>
          </p:cNvPr>
          <p:cNvSpPr/>
          <p:nvPr/>
        </p:nvSpPr>
        <p:spPr>
          <a:xfrm>
            <a:off x="5655479" y="6083166"/>
            <a:ext cx="473142" cy="22370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50372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E79B1-757E-32EA-C006-FD142F9B02FF}"/>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99A14DA-75A7-831C-FE1D-7F41D199F5AA}"/>
              </a:ext>
            </a:extLst>
          </p:cNvPr>
          <p:cNvGraphicFramePr>
            <a:graphicFrameLocks noChangeAspect="1"/>
          </p:cNvGraphicFramePr>
          <p:nvPr>
            <p:custDataLst>
              <p:tags r:id="rId1"/>
            </p:custDataLst>
            <p:extLst>
              <p:ext uri="{D42A27DB-BD31-4B8C-83A1-F6EECF244321}">
                <p14:modId xmlns:p14="http://schemas.microsoft.com/office/powerpoint/2010/main" val="31918190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C99A14DA-75A7-831C-FE1D-7F41D199F5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9BD40431-2F04-46E0-2F1F-A531756410A4}"/>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a:t>
            </a:r>
            <a:r>
              <a:rPr lang="it-IT" b="0" err="1"/>
              <a:t>Additional</a:t>
            </a:r>
            <a:r>
              <a:rPr lang="it-IT" b="0"/>
              <a:t> Manager Evaluation (3/3)</a:t>
            </a:r>
          </a:p>
        </p:txBody>
      </p:sp>
      <p:sp>
        <p:nvSpPr>
          <p:cNvPr id="4" name="Segnaposto numero diapositiva 3">
            <a:extLst>
              <a:ext uri="{FF2B5EF4-FFF2-40B4-BE49-F238E27FC236}">
                <a16:creationId xmlns:a16="http://schemas.microsoft.com/office/drawing/2014/main" id="{304B5C4C-3FD0-2876-A045-65C749BDDB3C}"/>
              </a:ext>
            </a:extLst>
          </p:cNvPr>
          <p:cNvSpPr>
            <a:spLocks noGrp="1"/>
          </p:cNvSpPr>
          <p:nvPr>
            <p:ph type="sldNum" sz="quarter" idx="15"/>
          </p:nvPr>
        </p:nvSpPr>
        <p:spPr/>
        <p:txBody>
          <a:bodyPr/>
          <a:lstStyle/>
          <a:p>
            <a:fld id="{98BF7C3C-24CC-6140-8A22-738C44F1CFEB}" type="slidenum">
              <a:rPr lang="it-IT" smtClean="0"/>
              <a:pPr/>
              <a:t>15</a:t>
            </a:fld>
            <a:endParaRPr lang="it-IT"/>
          </a:p>
        </p:txBody>
      </p:sp>
      <p:sp>
        <p:nvSpPr>
          <p:cNvPr id="6" name="Segnaposto testo 5">
            <a:extLst>
              <a:ext uri="{FF2B5EF4-FFF2-40B4-BE49-F238E27FC236}">
                <a16:creationId xmlns:a16="http://schemas.microsoft.com/office/drawing/2014/main" id="{2333FD8C-067B-EC11-BFD4-9357DD142EA8}"/>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7013171C-BBEB-678C-E8A0-FF02A2172755}"/>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7FD1B73B-FB60-98EC-34D4-D3AF453A41F7}"/>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0BB5CB15-E958-411E-19D9-4BFC6F98DFE2}"/>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1A638E68-5424-29B3-74A2-07288E2326B2}"/>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2436EFC7-495B-04D9-4CA5-B5D09CD73996}"/>
              </a:ext>
            </a:extLst>
          </p:cNvPr>
          <p:cNvSpPr txBox="1"/>
          <p:nvPr/>
        </p:nvSpPr>
        <p:spPr>
          <a:xfrm>
            <a:off x="8696680" y="1402163"/>
            <a:ext cx="3066210" cy="830997"/>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In the “</a:t>
            </a:r>
            <a:r>
              <a:rPr lang="en-GB" sz="1200" b="1">
                <a:latin typeface="+mj-lt"/>
                <a:cs typeface="Segoe UI" panose="020B0502040204020203" pitchFamily="34" charset="0"/>
              </a:rPr>
              <a:t>Supporting Documents</a:t>
            </a:r>
            <a:r>
              <a:rPr lang="en-GB" sz="1200">
                <a:latin typeface="+mj-lt"/>
                <a:cs typeface="Segoe UI" panose="020B0502040204020203" pitchFamily="34" charset="0"/>
              </a:rPr>
              <a:t>" section, you can upload a document to support the evaluation and provide a comment on it, if necessary. </a:t>
            </a:r>
          </a:p>
        </p:txBody>
      </p:sp>
      <p:sp>
        <p:nvSpPr>
          <p:cNvPr id="16" name="Ovale 11">
            <a:extLst>
              <a:ext uri="{FF2B5EF4-FFF2-40B4-BE49-F238E27FC236}">
                <a16:creationId xmlns:a16="http://schemas.microsoft.com/office/drawing/2014/main" id="{49B02783-B72E-B826-EEAB-978B3021A2B5}"/>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pic>
        <p:nvPicPr>
          <p:cNvPr id="34" name="Elemento grafico 36" descr="Utente con riempimento a tinta unita">
            <a:extLst>
              <a:ext uri="{FF2B5EF4-FFF2-40B4-BE49-F238E27FC236}">
                <a16:creationId xmlns:a16="http://schemas.microsoft.com/office/drawing/2014/main" id="{75F9FEB0-692F-FD35-2A95-DF9745C2E9E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6B5C85D0-FD0C-76DF-F589-D9D23FB62B03}"/>
              </a:ext>
            </a:extLst>
          </p:cNvPr>
          <p:cNvSpPr txBox="1"/>
          <p:nvPr/>
        </p:nvSpPr>
        <p:spPr>
          <a:xfrm>
            <a:off x="10414992" y="428529"/>
            <a:ext cx="1198833" cy="584775"/>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err="1">
                <a:solidFill>
                  <a:schemeClr val="accent5"/>
                </a:solidFill>
                <a:latin typeface="CocoEng" pitchFamily="50" charset="0"/>
                <a:cs typeface="Segoe UI" panose="020B0502040204020203" pitchFamily="34" charset="0"/>
              </a:rPr>
              <a:t>Additional</a:t>
            </a:r>
            <a:r>
              <a:rPr lang="it-IT" sz="1600" b="1">
                <a:solidFill>
                  <a:schemeClr val="accent5"/>
                </a:solidFill>
                <a:latin typeface="CocoEng" pitchFamily="50" charset="0"/>
                <a:cs typeface="Segoe UI" panose="020B0502040204020203" pitchFamily="34" charset="0"/>
              </a:rPr>
              <a:t> Manager</a:t>
            </a:r>
          </a:p>
        </p:txBody>
      </p:sp>
      <p:sp>
        <p:nvSpPr>
          <p:cNvPr id="39" name="CasellaDiTesto 38">
            <a:extLst>
              <a:ext uri="{FF2B5EF4-FFF2-40B4-BE49-F238E27FC236}">
                <a16:creationId xmlns:a16="http://schemas.microsoft.com/office/drawing/2014/main" id="{88D6C94F-FAD3-D788-BCE6-367EF1171657}"/>
              </a:ext>
            </a:extLst>
          </p:cNvPr>
          <p:cNvSpPr txBox="1"/>
          <p:nvPr/>
        </p:nvSpPr>
        <p:spPr>
          <a:xfrm>
            <a:off x="8696680" y="2320164"/>
            <a:ext cx="3066210" cy="276999"/>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Click “</a:t>
            </a:r>
            <a:r>
              <a:rPr lang="en-GB" sz="1200" b="1">
                <a:latin typeface="+mj-lt"/>
                <a:cs typeface="Segoe UI" panose="020B0502040204020203" pitchFamily="34" charset="0"/>
              </a:rPr>
              <a:t>Next</a:t>
            </a:r>
            <a:r>
              <a:rPr lang="en-GB" sz="1200">
                <a:latin typeface="+mj-lt"/>
                <a:cs typeface="Segoe UI" panose="020B0502040204020203" pitchFamily="34" charset="0"/>
              </a:rPr>
              <a:t>“ to continue.</a:t>
            </a:r>
          </a:p>
        </p:txBody>
      </p:sp>
      <p:pic>
        <p:nvPicPr>
          <p:cNvPr id="42" name="Picture 41">
            <a:extLst>
              <a:ext uri="{FF2B5EF4-FFF2-40B4-BE49-F238E27FC236}">
                <a16:creationId xmlns:a16="http://schemas.microsoft.com/office/drawing/2014/main" id="{7529AAE7-920F-EE9B-4B6C-63DB65A6FE41}"/>
              </a:ext>
            </a:extLst>
          </p:cNvPr>
          <p:cNvPicPr>
            <a:picLocks noChangeAspect="1"/>
          </p:cNvPicPr>
          <p:nvPr/>
        </p:nvPicPr>
        <p:blipFill>
          <a:blip r:embed="rId8"/>
          <a:stretch>
            <a:fillRect/>
          </a:stretch>
        </p:blipFill>
        <p:spPr>
          <a:xfrm>
            <a:off x="815438" y="1438928"/>
            <a:ext cx="3859139" cy="2664051"/>
          </a:xfrm>
          <a:prstGeom prst="rect">
            <a:avLst/>
          </a:prstGeom>
        </p:spPr>
      </p:pic>
      <p:pic>
        <p:nvPicPr>
          <p:cNvPr id="58" name="Picture 57">
            <a:extLst>
              <a:ext uri="{FF2B5EF4-FFF2-40B4-BE49-F238E27FC236}">
                <a16:creationId xmlns:a16="http://schemas.microsoft.com/office/drawing/2014/main" id="{F8710DF4-E381-63B9-7B22-1C7AB19474E6}"/>
              </a:ext>
            </a:extLst>
          </p:cNvPr>
          <p:cNvPicPr>
            <a:picLocks noChangeAspect="1"/>
          </p:cNvPicPr>
          <p:nvPr/>
        </p:nvPicPr>
        <p:blipFill>
          <a:blip r:embed="rId9"/>
          <a:stretch>
            <a:fillRect/>
          </a:stretch>
        </p:blipFill>
        <p:spPr>
          <a:xfrm>
            <a:off x="4147243" y="1430449"/>
            <a:ext cx="3897513" cy="2664051"/>
          </a:xfrm>
          <a:prstGeom prst="rect">
            <a:avLst/>
          </a:prstGeom>
          <a:ln>
            <a:solidFill>
              <a:schemeClr val="accent6"/>
            </a:solidFill>
          </a:ln>
        </p:spPr>
      </p:pic>
      <p:pic>
        <p:nvPicPr>
          <p:cNvPr id="61" name="Picture 60">
            <a:extLst>
              <a:ext uri="{FF2B5EF4-FFF2-40B4-BE49-F238E27FC236}">
                <a16:creationId xmlns:a16="http://schemas.microsoft.com/office/drawing/2014/main" id="{A95F0A81-C9B6-266F-0275-B50797BBE793}"/>
              </a:ext>
            </a:extLst>
          </p:cNvPr>
          <p:cNvPicPr>
            <a:picLocks noChangeAspect="1"/>
          </p:cNvPicPr>
          <p:nvPr/>
        </p:nvPicPr>
        <p:blipFill>
          <a:blip r:embed="rId10"/>
          <a:stretch>
            <a:fillRect/>
          </a:stretch>
        </p:blipFill>
        <p:spPr>
          <a:xfrm>
            <a:off x="3177040" y="4155813"/>
            <a:ext cx="2708959" cy="2358198"/>
          </a:xfrm>
          <a:prstGeom prst="rect">
            <a:avLst/>
          </a:prstGeom>
        </p:spPr>
      </p:pic>
      <p:sp>
        <p:nvSpPr>
          <p:cNvPr id="19" name="Rectangle 18">
            <a:extLst>
              <a:ext uri="{FF2B5EF4-FFF2-40B4-BE49-F238E27FC236}">
                <a16:creationId xmlns:a16="http://schemas.microsoft.com/office/drawing/2014/main" id="{02549B51-DB25-D70C-B644-0D1A0A461544}"/>
              </a:ext>
            </a:extLst>
          </p:cNvPr>
          <p:cNvSpPr/>
          <p:nvPr/>
        </p:nvSpPr>
        <p:spPr>
          <a:xfrm>
            <a:off x="834688" y="2858804"/>
            <a:ext cx="973949" cy="192406"/>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e 11">
            <a:extLst>
              <a:ext uri="{FF2B5EF4-FFF2-40B4-BE49-F238E27FC236}">
                <a16:creationId xmlns:a16="http://schemas.microsoft.com/office/drawing/2014/main" id="{EF5B6719-1293-584D-3BC8-5BE236A0F865}"/>
              </a:ext>
            </a:extLst>
          </p:cNvPr>
          <p:cNvSpPr/>
          <p:nvPr/>
        </p:nvSpPr>
        <p:spPr>
          <a:xfrm>
            <a:off x="1692419" y="2630900"/>
            <a:ext cx="297818" cy="2978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Segoe UI" panose="020B0502040204020203" pitchFamily="34" charset="0"/>
                <a:cs typeface="Segoe UI" panose="020B0502040204020203" pitchFamily="34" charset="0"/>
              </a:rPr>
              <a:t>1</a:t>
            </a:r>
          </a:p>
        </p:txBody>
      </p:sp>
      <p:sp>
        <p:nvSpPr>
          <p:cNvPr id="62" name="Rectangle 61">
            <a:extLst>
              <a:ext uri="{FF2B5EF4-FFF2-40B4-BE49-F238E27FC236}">
                <a16:creationId xmlns:a16="http://schemas.microsoft.com/office/drawing/2014/main" id="{D4B833FD-8D4A-13C9-1CBF-73276BA4166A}"/>
              </a:ext>
            </a:extLst>
          </p:cNvPr>
          <p:cNvSpPr/>
          <p:nvPr/>
        </p:nvSpPr>
        <p:spPr>
          <a:xfrm>
            <a:off x="4175939" y="3514705"/>
            <a:ext cx="973949" cy="192406"/>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62">
            <a:extLst>
              <a:ext uri="{FF2B5EF4-FFF2-40B4-BE49-F238E27FC236}">
                <a16:creationId xmlns:a16="http://schemas.microsoft.com/office/drawing/2014/main" id="{0496DD84-C50A-F782-B025-E4214F8A2284}"/>
              </a:ext>
            </a:extLst>
          </p:cNvPr>
          <p:cNvSpPr/>
          <p:nvPr/>
        </p:nvSpPr>
        <p:spPr>
          <a:xfrm>
            <a:off x="3177040" y="5965259"/>
            <a:ext cx="973949" cy="192406"/>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ectangle 63">
            <a:extLst>
              <a:ext uri="{FF2B5EF4-FFF2-40B4-BE49-F238E27FC236}">
                <a16:creationId xmlns:a16="http://schemas.microsoft.com/office/drawing/2014/main" id="{F5E6D218-21E2-384C-4842-478B09A7DFB5}"/>
              </a:ext>
            </a:extLst>
          </p:cNvPr>
          <p:cNvSpPr/>
          <p:nvPr/>
        </p:nvSpPr>
        <p:spPr>
          <a:xfrm>
            <a:off x="2428051" y="3882844"/>
            <a:ext cx="449903" cy="192406"/>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Ovale 11">
            <a:extLst>
              <a:ext uri="{FF2B5EF4-FFF2-40B4-BE49-F238E27FC236}">
                <a16:creationId xmlns:a16="http://schemas.microsoft.com/office/drawing/2014/main" id="{35BC8611-BC27-06C6-4D55-63AA0887BC3E}"/>
              </a:ext>
            </a:extLst>
          </p:cNvPr>
          <p:cNvSpPr/>
          <p:nvPr/>
        </p:nvSpPr>
        <p:spPr>
          <a:xfrm>
            <a:off x="2760384" y="3642388"/>
            <a:ext cx="297818" cy="2978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Segoe UI" panose="020B0502040204020203" pitchFamily="34" charset="0"/>
                <a:cs typeface="Segoe UI" panose="020B0502040204020203" pitchFamily="34" charset="0"/>
              </a:rPr>
              <a:t>2</a:t>
            </a:r>
          </a:p>
        </p:txBody>
      </p:sp>
      <p:sp>
        <p:nvSpPr>
          <p:cNvPr id="66" name="Rectangle 65">
            <a:extLst>
              <a:ext uri="{FF2B5EF4-FFF2-40B4-BE49-F238E27FC236}">
                <a16:creationId xmlns:a16="http://schemas.microsoft.com/office/drawing/2014/main" id="{7B833315-27CE-454A-BEF3-0D91712AE2C4}"/>
              </a:ext>
            </a:extLst>
          </p:cNvPr>
          <p:cNvSpPr/>
          <p:nvPr/>
        </p:nvSpPr>
        <p:spPr>
          <a:xfrm>
            <a:off x="6383032" y="3851364"/>
            <a:ext cx="630151" cy="223886"/>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Ovale 11">
            <a:extLst>
              <a:ext uri="{FF2B5EF4-FFF2-40B4-BE49-F238E27FC236}">
                <a16:creationId xmlns:a16="http://schemas.microsoft.com/office/drawing/2014/main" id="{470771BD-951E-0BE2-BABE-28022C5A7ED4}"/>
              </a:ext>
            </a:extLst>
          </p:cNvPr>
          <p:cNvSpPr/>
          <p:nvPr/>
        </p:nvSpPr>
        <p:spPr>
          <a:xfrm>
            <a:off x="6715365" y="3610908"/>
            <a:ext cx="297818" cy="2978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Segoe UI" panose="020B0502040204020203" pitchFamily="34" charset="0"/>
                <a:cs typeface="Segoe UI" panose="020B0502040204020203" pitchFamily="34" charset="0"/>
              </a:rPr>
              <a:t>4</a:t>
            </a:r>
          </a:p>
        </p:txBody>
      </p:sp>
      <p:sp>
        <p:nvSpPr>
          <p:cNvPr id="68" name="Ovale 11">
            <a:extLst>
              <a:ext uri="{FF2B5EF4-FFF2-40B4-BE49-F238E27FC236}">
                <a16:creationId xmlns:a16="http://schemas.microsoft.com/office/drawing/2014/main" id="{185F704F-5D34-67E8-DBAD-71FC8DBB80AD}"/>
              </a:ext>
            </a:extLst>
          </p:cNvPr>
          <p:cNvSpPr/>
          <p:nvPr/>
        </p:nvSpPr>
        <p:spPr>
          <a:xfrm>
            <a:off x="4982084" y="3387220"/>
            <a:ext cx="297818" cy="2978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Segoe UI" panose="020B0502040204020203" pitchFamily="34" charset="0"/>
                <a:cs typeface="Segoe UI" panose="020B0502040204020203" pitchFamily="34" charset="0"/>
              </a:rPr>
              <a:t>3</a:t>
            </a:r>
          </a:p>
        </p:txBody>
      </p:sp>
      <p:sp>
        <p:nvSpPr>
          <p:cNvPr id="71" name="Ovale 11">
            <a:extLst>
              <a:ext uri="{FF2B5EF4-FFF2-40B4-BE49-F238E27FC236}">
                <a16:creationId xmlns:a16="http://schemas.microsoft.com/office/drawing/2014/main" id="{7623652B-E9E0-CB55-E91E-E7529D31894B}"/>
              </a:ext>
            </a:extLst>
          </p:cNvPr>
          <p:cNvSpPr/>
          <p:nvPr/>
        </p:nvSpPr>
        <p:spPr>
          <a:xfrm>
            <a:off x="5012761" y="6084143"/>
            <a:ext cx="297818" cy="2978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Segoe UI" panose="020B0502040204020203" pitchFamily="34" charset="0"/>
                <a:cs typeface="Segoe UI" panose="020B0502040204020203" pitchFamily="34" charset="0"/>
              </a:rPr>
              <a:t>5</a:t>
            </a:r>
          </a:p>
        </p:txBody>
      </p:sp>
      <p:sp>
        <p:nvSpPr>
          <p:cNvPr id="72" name="Rectangle 71">
            <a:extLst>
              <a:ext uri="{FF2B5EF4-FFF2-40B4-BE49-F238E27FC236}">
                <a16:creationId xmlns:a16="http://schemas.microsoft.com/office/drawing/2014/main" id="{61BEAF58-CE5D-76BA-EC56-63A801FBEAB0}"/>
              </a:ext>
            </a:extLst>
          </p:cNvPr>
          <p:cNvSpPr/>
          <p:nvPr/>
        </p:nvSpPr>
        <p:spPr>
          <a:xfrm>
            <a:off x="4531519" y="6294365"/>
            <a:ext cx="630151" cy="223886"/>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CasellaDiTesto 38">
            <a:extLst>
              <a:ext uri="{FF2B5EF4-FFF2-40B4-BE49-F238E27FC236}">
                <a16:creationId xmlns:a16="http://schemas.microsoft.com/office/drawing/2014/main" id="{32BBD90F-20C9-71AC-4728-FA0537D1B533}"/>
              </a:ext>
            </a:extLst>
          </p:cNvPr>
          <p:cNvSpPr txBox="1"/>
          <p:nvPr/>
        </p:nvSpPr>
        <p:spPr>
          <a:xfrm>
            <a:off x="8696680" y="2705132"/>
            <a:ext cx="3066210" cy="646331"/>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In the “</a:t>
            </a:r>
            <a:r>
              <a:rPr lang="en-GB" sz="1200" b="1">
                <a:latin typeface="+mj-lt"/>
                <a:cs typeface="Segoe UI" panose="020B0502040204020203" pitchFamily="34" charset="0"/>
              </a:rPr>
              <a:t>Overall</a:t>
            </a:r>
            <a:r>
              <a:rPr lang="en-GB" sz="1200">
                <a:latin typeface="+mj-lt"/>
                <a:cs typeface="Segoe UI" panose="020B0502040204020203" pitchFamily="34" charset="0"/>
              </a:rPr>
              <a:t>” you have to provide an </a:t>
            </a:r>
            <a:r>
              <a:rPr lang="en-GB" sz="1200" b="1">
                <a:latin typeface="+mj-lt"/>
                <a:cs typeface="Segoe UI" panose="020B0502040204020203" pitchFamily="34" charset="0"/>
              </a:rPr>
              <a:t>overall comment </a:t>
            </a:r>
            <a:r>
              <a:rPr lang="en-GB" sz="1200">
                <a:latin typeface="+mj-lt"/>
                <a:cs typeface="Segoe UI" panose="020B0502040204020203" pitchFamily="34" charset="0"/>
              </a:rPr>
              <a:t>about Employee’s evaluation.</a:t>
            </a:r>
          </a:p>
        </p:txBody>
      </p:sp>
      <p:sp>
        <p:nvSpPr>
          <p:cNvPr id="75" name="CasellaDiTesto 38">
            <a:extLst>
              <a:ext uri="{FF2B5EF4-FFF2-40B4-BE49-F238E27FC236}">
                <a16:creationId xmlns:a16="http://schemas.microsoft.com/office/drawing/2014/main" id="{BF012160-B659-AD05-ACE3-4D4D7D2C24E8}"/>
              </a:ext>
            </a:extLst>
          </p:cNvPr>
          <p:cNvSpPr txBox="1"/>
          <p:nvPr/>
        </p:nvSpPr>
        <p:spPr>
          <a:xfrm>
            <a:off x="8696680" y="3438649"/>
            <a:ext cx="3066210" cy="276999"/>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Click “</a:t>
            </a:r>
            <a:r>
              <a:rPr lang="en-GB" sz="1200" b="1">
                <a:latin typeface="+mj-lt"/>
                <a:cs typeface="Segoe UI" panose="020B0502040204020203" pitchFamily="34" charset="0"/>
              </a:rPr>
              <a:t>Next</a:t>
            </a:r>
            <a:r>
              <a:rPr lang="en-GB" sz="1200">
                <a:latin typeface="+mj-lt"/>
                <a:cs typeface="Segoe UI" panose="020B0502040204020203" pitchFamily="34" charset="0"/>
              </a:rPr>
              <a:t>“ to continue.</a:t>
            </a:r>
          </a:p>
        </p:txBody>
      </p:sp>
      <p:sp>
        <p:nvSpPr>
          <p:cNvPr id="76" name="CasellaDiTesto 38">
            <a:extLst>
              <a:ext uri="{FF2B5EF4-FFF2-40B4-BE49-F238E27FC236}">
                <a16:creationId xmlns:a16="http://schemas.microsoft.com/office/drawing/2014/main" id="{E24F4428-FE36-5BDD-5991-29B442545F65}"/>
              </a:ext>
            </a:extLst>
          </p:cNvPr>
          <p:cNvSpPr txBox="1"/>
          <p:nvPr/>
        </p:nvSpPr>
        <p:spPr>
          <a:xfrm>
            <a:off x="8696680" y="3821657"/>
            <a:ext cx="3066210" cy="1015663"/>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In the “</a:t>
            </a:r>
            <a:r>
              <a:rPr lang="en-GB" sz="1200" b="1">
                <a:latin typeface="+mj-lt"/>
                <a:cs typeface="Segoe UI" panose="020B0502040204020203" pitchFamily="34" charset="0"/>
              </a:rPr>
              <a:t>Review and Submit</a:t>
            </a:r>
            <a:r>
              <a:rPr lang="en-GB" sz="1200">
                <a:latin typeface="+mj-lt"/>
                <a:cs typeface="Segoe UI" panose="020B0502040204020203" pitchFamily="34" charset="0"/>
              </a:rPr>
              <a:t>” section you can review the evaluation.</a:t>
            </a:r>
          </a:p>
          <a:p>
            <a:endParaRPr lang="en-GB" sz="1200">
              <a:latin typeface="+mj-lt"/>
              <a:cs typeface="Segoe UI" panose="020B0502040204020203" pitchFamily="34" charset="0"/>
            </a:endParaRPr>
          </a:p>
          <a:p>
            <a:r>
              <a:rPr lang="en-GB" sz="1200">
                <a:latin typeface="+mj-lt"/>
                <a:cs typeface="Segoe UI" panose="020B0502040204020203" pitchFamily="34" charset="0"/>
              </a:rPr>
              <a:t>Click "</a:t>
            </a:r>
            <a:r>
              <a:rPr lang="en-GB" sz="1200" b="1">
                <a:latin typeface="+mj-lt"/>
                <a:cs typeface="Segoe UI" panose="020B0502040204020203" pitchFamily="34" charset="0"/>
              </a:rPr>
              <a:t>Submit</a:t>
            </a:r>
            <a:r>
              <a:rPr lang="en-GB" sz="1200">
                <a:latin typeface="+mj-lt"/>
                <a:cs typeface="Segoe UI" panose="020B0502040204020203" pitchFamily="34" charset="0"/>
              </a:rPr>
              <a:t>" to submit the evaluation and close the task.</a:t>
            </a:r>
          </a:p>
        </p:txBody>
      </p:sp>
      <p:sp>
        <p:nvSpPr>
          <p:cNvPr id="77" name="Ovale 11">
            <a:extLst>
              <a:ext uri="{FF2B5EF4-FFF2-40B4-BE49-F238E27FC236}">
                <a16:creationId xmlns:a16="http://schemas.microsoft.com/office/drawing/2014/main" id="{254D6697-13E0-6F33-7450-F36FEC14C81F}"/>
              </a:ext>
            </a:extLst>
          </p:cNvPr>
          <p:cNvSpPr/>
          <p:nvPr/>
        </p:nvSpPr>
        <p:spPr>
          <a:xfrm>
            <a:off x="8226273" y="2242500"/>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78" name="Ovale 11">
            <a:extLst>
              <a:ext uri="{FF2B5EF4-FFF2-40B4-BE49-F238E27FC236}">
                <a16:creationId xmlns:a16="http://schemas.microsoft.com/office/drawing/2014/main" id="{6D0319F2-639F-3A85-8FF6-5F07F0EAD3BA}"/>
              </a:ext>
            </a:extLst>
          </p:cNvPr>
          <p:cNvSpPr/>
          <p:nvPr/>
        </p:nvSpPr>
        <p:spPr>
          <a:xfrm>
            <a:off x="8227429" y="2705132"/>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79" name="Ovale 11">
            <a:extLst>
              <a:ext uri="{FF2B5EF4-FFF2-40B4-BE49-F238E27FC236}">
                <a16:creationId xmlns:a16="http://schemas.microsoft.com/office/drawing/2014/main" id="{1302FC37-5ACC-8317-FE93-1FAF76AC3BA2}"/>
              </a:ext>
            </a:extLst>
          </p:cNvPr>
          <p:cNvSpPr/>
          <p:nvPr/>
        </p:nvSpPr>
        <p:spPr>
          <a:xfrm>
            <a:off x="8226273" y="3408004"/>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80" name="Ovale 11">
            <a:extLst>
              <a:ext uri="{FF2B5EF4-FFF2-40B4-BE49-F238E27FC236}">
                <a16:creationId xmlns:a16="http://schemas.microsoft.com/office/drawing/2014/main" id="{A566C000-5977-3E78-94C0-A295F800C826}"/>
              </a:ext>
            </a:extLst>
          </p:cNvPr>
          <p:cNvSpPr/>
          <p:nvPr/>
        </p:nvSpPr>
        <p:spPr>
          <a:xfrm>
            <a:off x="8226273" y="3870636"/>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5</a:t>
            </a:r>
          </a:p>
        </p:txBody>
      </p:sp>
    </p:spTree>
    <p:extLst>
      <p:ext uri="{BB962C8B-B14F-4D97-AF65-F5344CB8AC3E}">
        <p14:creationId xmlns:p14="http://schemas.microsoft.com/office/powerpoint/2010/main" val="2398728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DE363-C968-53B5-D665-9B59A98BD730}"/>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C41D01C-8BCC-3FAB-16DF-7370EB1DBAF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3" name="think-cell data - do not delete" hidden="1">
                        <a:extLst>
                          <a:ext uri="{FF2B5EF4-FFF2-40B4-BE49-F238E27FC236}">
                            <a16:creationId xmlns:a16="http://schemas.microsoft.com/office/drawing/2014/main" id="{CC41D01C-8BCC-3FAB-16DF-7370EB1DBAF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6" name="Segnaposto immagine 5">
            <a:extLst>
              <a:ext uri="{FF2B5EF4-FFF2-40B4-BE49-F238E27FC236}">
                <a16:creationId xmlns:a16="http://schemas.microsoft.com/office/drawing/2014/main" id="{5011919D-BEFF-E8F2-4DD3-2F623D94B078}"/>
              </a:ext>
            </a:extLst>
          </p:cNvPr>
          <p:cNvPicPr>
            <a:picLocks noGrp="1" noChangeAspect="1"/>
          </p:cNvPicPr>
          <p:nvPr>
            <p:ph type="pic" sz="quarter" idx="11"/>
          </p:nvPr>
        </p:nvPicPr>
        <p:blipFill>
          <a:blip r:embed="rId6"/>
          <a:srcRect l="24934" r="24934"/>
          <a:stretch/>
        </p:blipFill>
        <p:spPr>
          <a:xfrm>
            <a:off x="6095999" y="0"/>
            <a:ext cx="6111325" cy="6858000"/>
          </a:xfrm>
        </p:spPr>
      </p:pic>
      <p:sp>
        <p:nvSpPr>
          <p:cNvPr id="5" name="Segnaposto testo 4">
            <a:extLst>
              <a:ext uri="{FF2B5EF4-FFF2-40B4-BE49-F238E27FC236}">
                <a16:creationId xmlns:a16="http://schemas.microsoft.com/office/drawing/2014/main" id="{DFB00FB5-1D92-693A-1B6C-5D9C6E588492}"/>
              </a:ext>
            </a:extLst>
          </p:cNvPr>
          <p:cNvSpPr>
            <a:spLocks noGrp="1"/>
          </p:cNvSpPr>
          <p:nvPr>
            <p:ph type="body" sz="quarter" idx="20"/>
          </p:nvPr>
        </p:nvSpPr>
        <p:spPr/>
        <p:txBody>
          <a:bodyPr/>
          <a:lstStyle/>
          <a:p>
            <a:r>
              <a:rPr lang="it-IT" err="1"/>
              <a:t>Employee</a:t>
            </a:r>
            <a:r>
              <a:rPr lang="it-IT"/>
              <a:t> – Self Evaluation </a:t>
            </a:r>
          </a:p>
          <a:p>
            <a:r>
              <a:rPr lang="it-IT"/>
              <a:t>Manager – </a:t>
            </a:r>
            <a:r>
              <a:rPr lang="it-IT" err="1"/>
              <a:t>Get</a:t>
            </a:r>
            <a:r>
              <a:rPr lang="it-IT"/>
              <a:t> </a:t>
            </a:r>
            <a:r>
              <a:rPr lang="it-IT" err="1"/>
              <a:t>Additional</a:t>
            </a:r>
            <a:r>
              <a:rPr lang="it-IT"/>
              <a:t> Manager Evaluation</a:t>
            </a:r>
          </a:p>
          <a:p>
            <a:r>
              <a:rPr lang="it-IT" err="1"/>
              <a:t>Additional</a:t>
            </a:r>
            <a:r>
              <a:rPr lang="it-IT"/>
              <a:t> Manager – </a:t>
            </a:r>
            <a:r>
              <a:rPr lang="it-IT" err="1"/>
              <a:t>Additional</a:t>
            </a:r>
            <a:r>
              <a:rPr lang="it-IT"/>
              <a:t> Manager Evaluation</a:t>
            </a:r>
          </a:p>
          <a:p>
            <a:r>
              <a:rPr lang="it-IT" b="1">
                <a:solidFill>
                  <a:schemeClr val="accent1"/>
                </a:solidFill>
              </a:rPr>
              <a:t>Manager – Manager Evaluation &amp; To Do</a:t>
            </a:r>
          </a:p>
          <a:p>
            <a:r>
              <a:rPr lang="it-IT" err="1"/>
              <a:t>Employee</a:t>
            </a:r>
            <a:r>
              <a:rPr lang="it-IT"/>
              <a:t> – </a:t>
            </a:r>
            <a:r>
              <a:rPr lang="it-IT" err="1"/>
              <a:t>Acknowledgement</a:t>
            </a:r>
            <a:r>
              <a:rPr lang="it-IT"/>
              <a:t> </a:t>
            </a:r>
          </a:p>
          <a:p>
            <a:r>
              <a:rPr lang="it-IT" err="1"/>
              <a:t>FAQs</a:t>
            </a:r>
            <a:endParaRPr lang="it-IT"/>
          </a:p>
          <a:p>
            <a:endParaRPr lang="en-GB"/>
          </a:p>
        </p:txBody>
      </p:sp>
      <p:sp>
        <p:nvSpPr>
          <p:cNvPr id="11" name="Titolo 10">
            <a:extLst>
              <a:ext uri="{FF2B5EF4-FFF2-40B4-BE49-F238E27FC236}">
                <a16:creationId xmlns:a16="http://schemas.microsoft.com/office/drawing/2014/main" id="{3A339A9C-83BB-CCF3-A163-FC18B6DFEFCB}"/>
              </a:ext>
            </a:extLst>
          </p:cNvPr>
          <p:cNvSpPr>
            <a:spLocks noGrp="1"/>
          </p:cNvSpPr>
          <p:nvPr>
            <p:ph type="title"/>
          </p:nvPr>
        </p:nvSpPr>
        <p:spPr/>
        <p:txBody>
          <a:bodyPr vert="horz"/>
          <a:lstStyle/>
          <a:p>
            <a:r>
              <a:rPr lang="it-IT"/>
              <a:t>Agenda</a:t>
            </a:r>
          </a:p>
        </p:txBody>
      </p:sp>
      <p:sp>
        <p:nvSpPr>
          <p:cNvPr id="9" name="Segnaposto testo 8">
            <a:extLst>
              <a:ext uri="{FF2B5EF4-FFF2-40B4-BE49-F238E27FC236}">
                <a16:creationId xmlns:a16="http://schemas.microsoft.com/office/drawing/2014/main" id="{91FF5FE9-21C7-1B46-2642-4B3CA6106680}"/>
              </a:ext>
            </a:extLst>
          </p:cNvPr>
          <p:cNvSpPr>
            <a:spLocks noGrp="1"/>
          </p:cNvSpPr>
          <p:nvPr>
            <p:ph type="body" sz="quarter" idx="13"/>
          </p:nvPr>
        </p:nvSpPr>
        <p:spPr/>
        <p:txBody>
          <a:bodyPr/>
          <a:lstStyle/>
          <a:p>
            <a:r>
              <a:rPr lang="it-IT"/>
              <a:t>ENGINEERING </a:t>
            </a:r>
            <a:r>
              <a:rPr lang="it-IT" b="0"/>
              <a:t>/ THE DIGITAL TRANSFORMATION COMPANY</a:t>
            </a:r>
          </a:p>
        </p:txBody>
      </p:sp>
      <p:sp>
        <p:nvSpPr>
          <p:cNvPr id="13" name="Segnaposto piè di pagina 12">
            <a:extLst>
              <a:ext uri="{FF2B5EF4-FFF2-40B4-BE49-F238E27FC236}">
                <a16:creationId xmlns:a16="http://schemas.microsoft.com/office/drawing/2014/main" id="{41586705-AE56-84FF-345E-947C89DFE320}"/>
              </a:ext>
            </a:extLst>
          </p:cNvPr>
          <p:cNvSpPr>
            <a:spLocks noGrp="1"/>
          </p:cNvSpPr>
          <p:nvPr>
            <p:ph type="ftr" sz="quarter" idx="17"/>
          </p:nvPr>
        </p:nvSpPr>
        <p:spPr/>
        <p:txBody>
          <a:bodyPr/>
          <a:lstStyle/>
          <a:p>
            <a:endParaRPr lang="it-IT"/>
          </a:p>
        </p:txBody>
      </p:sp>
      <p:sp>
        <p:nvSpPr>
          <p:cNvPr id="2" name="Segnaposto numero diapositiva 1">
            <a:extLst>
              <a:ext uri="{FF2B5EF4-FFF2-40B4-BE49-F238E27FC236}">
                <a16:creationId xmlns:a16="http://schemas.microsoft.com/office/drawing/2014/main" id="{7E01D425-5BD4-4AD6-2626-0E3928529485}"/>
              </a:ext>
            </a:extLst>
          </p:cNvPr>
          <p:cNvSpPr>
            <a:spLocks noGrp="1"/>
          </p:cNvSpPr>
          <p:nvPr>
            <p:ph type="sldNum" sz="quarter" idx="18"/>
          </p:nvPr>
        </p:nvSpPr>
        <p:spPr/>
        <p:txBody>
          <a:bodyPr/>
          <a:lstStyle/>
          <a:p>
            <a:fld id="{98BF7C3C-24CC-6140-8A22-738C44F1CFEB}" type="slidenum">
              <a:rPr lang="it-IT" smtClean="0"/>
              <a:pPr/>
              <a:t>16</a:t>
            </a:fld>
            <a:endParaRPr lang="it-IT"/>
          </a:p>
        </p:txBody>
      </p:sp>
    </p:spTree>
    <p:extLst>
      <p:ext uri="{BB962C8B-B14F-4D97-AF65-F5344CB8AC3E}">
        <p14:creationId xmlns:p14="http://schemas.microsoft.com/office/powerpoint/2010/main" val="3723097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CA547-FB61-88DB-9B69-793951303E77}"/>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D80C86C-5EFB-3434-7F09-62CE0E8B1EF7}"/>
              </a:ext>
            </a:extLst>
          </p:cNvPr>
          <p:cNvGraphicFramePr>
            <a:graphicFrameLocks noChangeAspect="1"/>
          </p:cNvGraphicFramePr>
          <p:nvPr>
            <p:custDataLst>
              <p:tags r:id="rId1"/>
            </p:custDataLst>
            <p:extLst>
              <p:ext uri="{D42A27DB-BD31-4B8C-83A1-F6EECF244321}">
                <p14:modId xmlns:p14="http://schemas.microsoft.com/office/powerpoint/2010/main" val="24042607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0D80C86C-5EFB-3434-7F09-62CE0E8B1EF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6DD5FF9C-52A8-2FEE-4B13-65700BE3FD07}"/>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Manager Evaluation (1/4)</a:t>
            </a:r>
          </a:p>
        </p:txBody>
      </p:sp>
      <p:sp>
        <p:nvSpPr>
          <p:cNvPr id="4" name="Segnaposto numero diapositiva 3">
            <a:extLst>
              <a:ext uri="{FF2B5EF4-FFF2-40B4-BE49-F238E27FC236}">
                <a16:creationId xmlns:a16="http://schemas.microsoft.com/office/drawing/2014/main" id="{CC8EBF22-FB8A-51EC-4645-1C636688BFD5}"/>
              </a:ext>
            </a:extLst>
          </p:cNvPr>
          <p:cNvSpPr>
            <a:spLocks noGrp="1"/>
          </p:cNvSpPr>
          <p:nvPr>
            <p:ph type="sldNum" sz="quarter" idx="15"/>
          </p:nvPr>
        </p:nvSpPr>
        <p:spPr/>
        <p:txBody>
          <a:bodyPr/>
          <a:lstStyle/>
          <a:p>
            <a:fld id="{98BF7C3C-24CC-6140-8A22-738C44F1CFEB}" type="slidenum">
              <a:rPr lang="it-IT" smtClean="0"/>
              <a:pPr/>
              <a:t>17</a:t>
            </a:fld>
            <a:endParaRPr lang="it-IT"/>
          </a:p>
        </p:txBody>
      </p:sp>
      <p:sp>
        <p:nvSpPr>
          <p:cNvPr id="6" name="Segnaposto testo 5">
            <a:extLst>
              <a:ext uri="{FF2B5EF4-FFF2-40B4-BE49-F238E27FC236}">
                <a16:creationId xmlns:a16="http://schemas.microsoft.com/office/drawing/2014/main" id="{54E424D1-F307-189E-B11E-750882FB19F6}"/>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00AB12B3-8D0B-CDD4-FC48-E16229F53DBB}"/>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0D70F3BF-25B6-C03F-D94C-80532751CD66}"/>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2889CAAF-033D-9074-C9B6-7334D38AD898}"/>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FF364A6F-1832-DDBE-2F6F-1146FBCEB836}"/>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3974C44A-9E79-FC25-EF28-773A77865BED}"/>
              </a:ext>
            </a:extLst>
          </p:cNvPr>
          <p:cNvSpPr txBox="1"/>
          <p:nvPr/>
        </p:nvSpPr>
        <p:spPr>
          <a:xfrm>
            <a:off x="8696680" y="1402163"/>
            <a:ext cx="3066210" cy="1569660"/>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Log in to Workday via single sign-on to access your personal dashboard.</a:t>
            </a:r>
          </a:p>
          <a:p>
            <a:r>
              <a:rPr lang="en-GB" sz="1200">
                <a:latin typeface="+mj-lt"/>
                <a:cs typeface="Segoe UI" panose="020B0502040204020203" pitchFamily="34" charset="0"/>
              </a:rPr>
              <a:t>In the "Awaiting Your Action" section, click on “</a:t>
            </a:r>
            <a:r>
              <a:rPr lang="en-GB" sz="1200" b="1">
                <a:latin typeface="+mj-lt"/>
                <a:cs typeface="Segoe UI" panose="020B0502040204020203" pitchFamily="34" charset="0"/>
              </a:rPr>
              <a:t>Manager Evaluation: Mid Year Check - In</a:t>
            </a:r>
            <a:r>
              <a:rPr lang="en-GB" sz="1200">
                <a:latin typeface="+mj-lt"/>
                <a:cs typeface="Segoe UI" panose="020B0502040204020203" pitchFamily="34" charset="0"/>
              </a:rPr>
              <a:t>“.</a:t>
            </a:r>
          </a:p>
          <a:p>
            <a:endParaRPr lang="en-GB" sz="1200">
              <a:latin typeface="+mj-lt"/>
              <a:cs typeface="Segoe UI" panose="020B0502040204020203" pitchFamily="34" charset="0"/>
            </a:endParaRPr>
          </a:p>
          <a:p>
            <a:r>
              <a:rPr lang="en-GB" sz="1200">
                <a:latin typeface="+mj-lt"/>
                <a:cs typeface="Segoe UI" panose="020B0502040204020203" pitchFamily="34" charset="0"/>
              </a:rPr>
              <a:t>Click “</a:t>
            </a:r>
            <a:r>
              <a:rPr lang="en-GB" sz="1200" b="1">
                <a:latin typeface="+mj-lt"/>
                <a:cs typeface="Segoe UI" panose="020B0502040204020203" pitchFamily="34" charset="0"/>
              </a:rPr>
              <a:t>Get Started</a:t>
            </a:r>
            <a:r>
              <a:rPr lang="en-GB" sz="1200">
                <a:latin typeface="+mj-lt"/>
                <a:cs typeface="Segoe UI" panose="020B0502040204020203" pitchFamily="34" charset="0"/>
              </a:rPr>
              <a:t>“ to start with the evaluation. </a:t>
            </a:r>
          </a:p>
        </p:txBody>
      </p:sp>
      <p:sp>
        <p:nvSpPr>
          <p:cNvPr id="16" name="Ovale 11">
            <a:extLst>
              <a:ext uri="{FF2B5EF4-FFF2-40B4-BE49-F238E27FC236}">
                <a16:creationId xmlns:a16="http://schemas.microsoft.com/office/drawing/2014/main" id="{57465DF0-C1D3-BF00-B032-081D14510915}"/>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pic>
        <p:nvPicPr>
          <p:cNvPr id="34" name="Elemento grafico 36" descr="Utente con riempimento a tinta unita">
            <a:extLst>
              <a:ext uri="{FF2B5EF4-FFF2-40B4-BE49-F238E27FC236}">
                <a16:creationId xmlns:a16="http://schemas.microsoft.com/office/drawing/2014/main" id="{BE5AD2F5-BB9F-2C8F-1302-305DA547E3C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A10C922C-A2EE-0AED-28CA-12679CC67A70}"/>
              </a:ext>
            </a:extLst>
          </p:cNvPr>
          <p:cNvSpPr txBox="1"/>
          <p:nvPr/>
        </p:nvSpPr>
        <p:spPr>
          <a:xfrm>
            <a:off x="10414992" y="478800"/>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a:solidFill>
                  <a:schemeClr val="accent3"/>
                </a:solidFill>
                <a:latin typeface="CocoEng" pitchFamily="50" charset="0"/>
                <a:cs typeface="Segoe UI" panose="020B0502040204020203" pitchFamily="34" charset="0"/>
              </a:rPr>
              <a:t>Manager</a:t>
            </a:r>
          </a:p>
        </p:txBody>
      </p:sp>
      <p:pic>
        <p:nvPicPr>
          <p:cNvPr id="10" name="Picture 9">
            <a:extLst>
              <a:ext uri="{FF2B5EF4-FFF2-40B4-BE49-F238E27FC236}">
                <a16:creationId xmlns:a16="http://schemas.microsoft.com/office/drawing/2014/main" id="{8F073A91-72D0-5E0B-840E-20A6AFDDD26E}"/>
              </a:ext>
            </a:extLst>
          </p:cNvPr>
          <p:cNvPicPr>
            <a:picLocks noChangeAspect="1"/>
          </p:cNvPicPr>
          <p:nvPr/>
        </p:nvPicPr>
        <p:blipFill>
          <a:blip r:embed="rId8"/>
          <a:stretch>
            <a:fillRect/>
          </a:stretch>
        </p:blipFill>
        <p:spPr>
          <a:xfrm>
            <a:off x="792304" y="1489123"/>
            <a:ext cx="2425556" cy="898354"/>
          </a:xfrm>
          <a:prstGeom prst="rect">
            <a:avLst/>
          </a:prstGeom>
          <a:ln>
            <a:solidFill>
              <a:schemeClr val="accent3"/>
            </a:solidFill>
          </a:ln>
        </p:spPr>
      </p:pic>
      <p:pic>
        <p:nvPicPr>
          <p:cNvPr id="17" name="Picture 16">
            <a:extLst>
              <a:ext uri="{FF2B5EF4-FFF2-40B4-BE49-F238E27FC236}">
                <a16:creationId xmlns:a16="http://schemas.microsoft.com/office/drawing/2014/main" id="{277E1425-1E0B-E70E-D0DD-1E6957F9B2B7}"/>
              </a:ext>
            </a:extLst>
          </p:cNvPr>
          <p:cNvPicPr>
            <a:picLocks noChangeAspect="1"/>
          </p:cNvPicPr>
          <p:nvPr/>
        </p:nvPicPr>
        <p:blipFill>
          <a:blip r:embed="rId9"/>
          <a:stretch>
            <a:fillRect/>
          </a:stretch>
        </p:blipFill>
        <p:spPr>
          <a:xfrm>
            <a:off x="3258022" y="1489123"/>
            <a:ext cx="3456232" cy="1838957"/>
          </a:xfrm>
          <a:prstGeom prst="rect">
            <a:avLst/>
          </a:prstGeom>
          <a:ln>
            <a:solidFill>
              <a:schemeClr val="accent3"/>
            </a:solidFill>
          </a:ln>
        </p:spPr>
      </p:pic>
      <p:pic>
        <p:nvPicPr>
          <p:cNvPr id="24" name="Picture 23">
            <a:extLst>
              <a:ext uri="{FF2B5EF4-FFF2-40B4-BE49-F238E27FC236}">
                <a16:creationId xmlns:a16="http://schemas.microsoft.com/office/drawing/2014/main" id="{F7D30C2F-E5B4-80E4-CC4F-BCD3A9AC74CD}"/>
              </a:ext>
            </a:extLst>
          </p:cNvPr>
          <p:cNvPicPr>
            <a:picLocks noChangeAspect="1"/>
          </p:cNvPicPr>
          <p:nvPr/>
        </p:nvPicPr>
        <p:blipFill>
          <a:blip r:embed="rId10"/>
          <a:stretch>
            <a:fillRect/>
          </a:stretch>
        </p:blipFill>
        <p:spPr>
          <a:xfrm>
            <a:off x="3953645" y="3463975"/>
            <a:ext cx="4102964" cy="2914141"/>
          </a:xfrm>
          <a:prstGeom prst="rect">
            <a:avLst/>
          </a:prstGeom>
        </p:spPr>
      </p:pic>
      <p:sp>
        <p:nvSpPr>
          <p:cNvPr id="27" name="CasellaDiTesto 38">
            <a:extLst>
              <a:ext uri="{FF2B5EF4-FFF2-40B4-BE49-F238E27FC236}">
                <a16:creationId xmlns:a16="http://schemas.microsoft.com/office/drawing/2014/main" id="{FFD6C672-36E5-461A-E47F-C432C555BE60}"/>
              </a:ext>
            </a:extLst>
          </p:cNvPr>
          <p:cNvSpPr txBox="1"/>
          <p:nvPr/>
        </p:nvSpPr>
        <p:spPr>
          <a:xfrm>
            <a:off x="8696680" y="3101348"/>
            <a:ext cx="3066210" cy="1569660"/>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The Manager Evaluation is divided into several sections:</a:t>
            </a:r>
          </a:p>
          <a:p>
            <a:pPr marL="171450" indent="-171450">
              <a:buFont typeface="Arial" panose="020B0604020202020204" pitchFamily="34" charset="0"/>
              <a:buChar char="•"/>
            </a:pPr>
            <a:r>
              <a:rPr lang="en-GB" sz="1200">
                <a:latin typeface="+mj-lt"/>
                <a:cs typeface="Segoe UI" panose="020B0502040204020203" pitchFamily="34" charset="0"/>
              </a:rPr>
              <a:t>Goals</a:t>
            </a:r>
          </a:p>
          <a:p>
            <a:pPr marL="171450" indent="-171450">
              <a:buFont typeface="Arial" panose="020B0604020202020204" pitchFamily="34" charset="0"/>
              <a:buChar char="•"/>
            </a:pPr>
            <a:r>
              <a:rPr lang="en-GB" sz="1200">
                <a:latin typeface="+mj-lt"/>
                <a:cs typeface="Segoe UI" panose="020B0502040204020203" pitchFamily="34" charset="0"/>
              </a:rPr>
              <a:t>Behaviours</a:t>
            </a:r>
          </a:p>
          <a:p>
            <a:pPr marL="171450" indent="-171450">
              <a:buFont typeface="Arial" panose="020B0604020202020204" pitchFamily="34" charset="0"/>
              <a:buChar char="•"/>
            </a:pPr>
            <a:r>
              <a:rPr lang="en-GB" sz="1200">
                <a:latin typeface="+mj-lt"/>
                <a:cs typeface="Segoe UI" panose="020B0502040204020203" pitchFamily="34" charset="0"/>
              </a:rPr>
              <a:t>Supporting Documents</a:t>
            </a:r>
          </a:p>
          <a:p>
            <a:pPr marL="171450" indent="-171450">
              <a:buFont typeface="Arial" panose="020B0604020202020204" pitchFamily="34" charset="0"/>
              <a:buChar char="•"/>
            </a:pPr>
            <a:r>
              <a:rPr lang="en-GB" sz="1200">
                <a:latin typeface="+mj-lt"/>
                <a:cs typeface="Segoe UI" panose="020B0502040204020203" pitchFamily="34" charset="0"/>
              </a:rPr>
              <a:t>Feedback</a:t>
            </a:r>
          </a:p>
          <a:p>
            <a:pPr marL="171450" indent="-171450">
              <a:buFont typeface="Arial" panose="020B0604020202020204" pitchFamily="34" charset="0"/>
              <a:buChar char="•"/>
            </a:pPr>
            <a:r>
              <a:rPr lang="en-GB" sz="1200">
                <a:latin typeface="+mj-lt"/>
                <a:cs typeface="Segoe UI" panose="020B0502040204020203" pitchFamily="34" charset="0"/>
              </a:rPr>
              <a:t>Overall</a:t>
            </a:r>
          </a:p>
          <a:p>
            <a:pPr marL="171450" indent="-171450">
              <a:buFont typeface="Arial" panose="020B0604020202020204" pitchFamily="34" charset="0"/>
              <a:buChar char="•"/>
            </a:pPr>
            <a:r>
              <a:rPr lang="en-GB" sz="1200">
                <a:latin typeface="+mj-lt"/>
                <a:cs typeface="Segoe UI" panose="020B0502040204020203" pitchFamily="34" charset="0"/>
              </a:rPr>
              <a:t>Review and Submit</a:t>
            </a:r>
          </a:p>
        </p:txBody>
      </p:sp>
      <p:sp>
        <p:nvSpPr>
          <p:cNvPr id="28" name="CasellaDiTesto 38">
            <a:extLst>
              <a:ext uri="{FF2B5EF4-FFF2-40B4-BE49-F238E27FC236}">
                <a16:creationId xmlns:a16="http://schemas.microsoft.com/office/drawing/2014/main" id="{B468DCDD-F95B-CBE0-F379-2FEE9B6A2133}"/>
              </a:ext>
            </a:extLst>
          </p:cNvPr>
          <p:cNvSpPr txBox="1"/>
          <p:nvPr/>
        </p:nvSpPr>
        <p:spPr>
          <a:xfrm>
            <a:off x="8696680" y="4842064"/>
            <a:ext cx="3066210" cy="646331"/>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In the “</a:t>
            </a:r>
            <a:r>
              <a:rPr lang="en-GB" sz="1200" b="1">
                <a:latin typeface="+mj-lt"/>
                <a:cs typeface="Segoe UI" panose="020B0502040204020203" pitchFamily="34" charset="0"/>
              </a:rPr>
              <a:t>Feedback</a:t>
            </a:r>
            <a:r>
              <a:rPr lang="en-GB" sz="1200">
                <a:latin typeface="+mj-lt"/>
                <a:cs typeface="Segoe UI" panose="020B0502040204020203" pitchFamily="34" charset="0"/>
              </a:rPr>
              <a:t>” section you can find all the feedback received by the employee over the past year.</a:t>
            </a:r>
          </a:p>
        </p:txBody>
      </p:sp>
      <p:sp>
        <p:nvSpPr>
          <p:cNvPr id="31" name="CasellaDiTesto 38">
            <a:extLst>
              <a:ext uri="{FF2B5EF4-FFF2-40B4-BE49-F238E27FC236}">
                <a16:creationId xmlns:a16="http://schemas.microsoft.com/office/drawing/2014/main" id="{16D4BA15-1BD8-6CEA-2AF2-B5C1328CDEC4}"/>
              </a:ext>
            </a:extLst>
          </p:cNvPr>
          <p:cNvSpPr txBox="1"/>
          <p:nvPr/>
        </p:nvSpPr>
        <p:spPr>
          <a:xfrm>
            <a:off x="8696680" y="5636522"/>
            <a:ext cx="3066210" cy="276999"/>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Click “</a:t>
            </a:r>
            <a:r>
              <a:rPr lang="en-GB" sz="1200" b="1">
                <a:latin typeface="+mj-lt"/>
                <a:cs typeface="Segoe UI" panose="020B0502040204020203" pitchFamily="34" charset="0"/>
              </a:rPr>
              <a:t>Next</a:t>
            </a:r>
            <a:r>
              <a:rPr lang="en-GB" sz="1200">
                <a:latin typeface="+mj-lt"/>
                <a:cs typeface="Segoe UI" panose="020B0502040204020203" pitchFamily="34" charset="0"/>
              </a:rPr>
              <a:t>” to continue</a:t>
            </a:r>
          </a:p>
        </p:txBody>
      </p:sp>
      <p:sp>
        <p:nvSpPr>
          <p:cNvPr id="32" name="Ovale 11">
            <a:extLst>
              <a:ext uri="{FF2B5EF4-FFF2-40B4-BE49-F238E27FC236}">
                <a16:creationId xmlns:a16="http://schemas.microsoft.com/office/drawing/2014/main" id="{7CC258C5-54A9-C724-0DB4-9E183A3CE7A0}"/>
              </a:ext>
            </a:extLst>
          </p:cNvPr>
          <p:cNvSpPr/>
          <p:nvPr/>
        </p:nvSpPr>
        <p:spPr>
          <a:xfrm>
            <a:off x="2509503" y="1499239"/>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36" name="Ovale 11">
            <a:extLst>
              <a:ext uri="{FF2B5EF4-FFF2-40B4-BE49-F238E27FC236}">
                <a16:creationId xmlns:a16="http://schemas.microsoft.com/office/drawing/2014/main" id="{9E64391C-35EB-D084-49DC-8CC26D16CE16}"/>
              </a:ext>
            </a:extLst>
          </p:cNvPr>
          <p:cNvSpPr/>
          <p:nvPr/>
        </p:nvSpPr>
        <p:spPr>
          <a:xfrm>
            <a:off x="4875714" y="4774401"/>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37" name="Rectangle 36">
            <a:extLst>
              <a:ext uri="{FF2B5EF4-FFF2-40B4-BE49-F238E27FC236}">
                <a16:creationId xmlns:a16="http://schemas.microsoft.com/office/drawing/2014/main" id="{A8D07269-933F-5F09-E630-5281B2A67164}"/>
              </a:ext>
            </a:extLst>
          </p:cNvPr>
          <p:cNvSpPr/>
          <p:nvPr/>
        </p:nvSpPr>
        <p:spPr>
          <a:xfrm>
            <a:off x="3258022" y="2967414"/>
            <a:ext cx="871187" cy="29738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e 11">
            <a:extLst>
              <a:ext uri="{FF2B5EF4-FFF2-40B4-BE49-F238E27FC236}">
                <a16:creationId xmlns:a16="http://schemas.microsoft.com/office/drawing/2014/main" id="{5CB66A07-C498-1ADE-B03C-24936A1BAF63}"/>
              </a:ext>
            </a:extLst>
          </p:cNvPr>
          <p:cNvSpPr/>
          <p:nvPr/>
        </p:nvSpPr>
        <p:spPr>
          <a:xfrm>
            <a:off x="6575759" y="3429000"/>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39" name="Ovale 11">
            <a:extLst>
              <a:ext uri="{FF2B5EF4-FFF2-40B4-BE49-F238E27FC236}">
                <a16:creationId xmlns:a16="http://schemas.microsoft.com/office/drawing/2014/main" id="{7CC4630D-4D4D-A6AF-F306-9F864FA6A5FB}"/>
              </a:ext>
            </a:extLst>
          </p:cNvPr>
          <p:cNvSpPr/>
          <p:nvPr/>
        </p:nvSpPr>
        <p:spPr>
          <a:xfrm>
            <a:off x="5936036" y="5833635"/>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40" name="Rectangle 39">
            <a:extLst>
              <a:ext uri="{FF2B5EF4-FFF2-40B4-BE49-F238E27FC236}">
                <a16:creationId xmlns:a16="http://schemas.microsoft.com/office/drawing/2014/main" id="{BF83CB6B-1ABB-11CA-46A4-ED92A528D1B3}"/>
              </a:ext>
            </a:extLst>
          </p:cNvPr>
          <p:cNvSpPr/>
          <p:nvPr/>
        </p:nvSpPr>
        <p:spPr>
          <a:xfrm>
            <a:off x="5768556" y="6151001"/>
            <a:ext cx="473142" cy="22370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a:extLst>
              <a:ext uri="{FF2B5EF4-FFF2-40B4-BE49-F238E27FC236}">
                <a16:creationId xmlns:a16="http://schemas.microsoft.com/office/drawing/2014/main" id="{9D00B9E6-1B2B-86A9-66F3-514E93F07EF0}"/>
              </a:ext>
            </a:extLst>
          </p:cNvPr>
          <p:cNvSpPr/>
          <p:nvPr/>
        </p:nvSpPr>
        <p:spPr>
          <a:xfrm>
            <a:off x="3929224" y="4886100"/>
            <a:ext cx="871187" cy="29738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Ovale 11">
            <a:extLst>
              <a:ext uri="{FF2B5EF4-FFF2-40B4-BE49-F238E27FC236}">
                <a16:creationId xmlns:a16="http://schemas.microsoft.com/office/drawing/2014/main" id="{E66AA239-066B-F74F-2219-980A79C8DE32}"/>
              </a:ext>
            </a:extLst>
          </p:cNvPr>
          <p:cNvSpPr/>
          <p:nvPr/>
        </p:nvSpPr>
        <p:spPr>
          <a:xfrm>
            <a:off x="8248786" y="2551785"/>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45" name="Ovale 11">
            <a:extLst>
              <a:ext uri="{FF2B5EF4-FFF2-40B4-BE49-F238E27FC236}">
                <a16:creationId xmlns:a16="http://schemas.microsoft.com/office/drawing/2014/main" id="{56844DDF-5BD5-D66D-D625-F08A9D669AAE}"/>
              </a:ext>
            </a:extLst>
          </p:cNvPr>
          <p:cNvSpPr/>
          <p:nvPr/>
        </p:nvSpPr>
        <p:spPr>
          <a:xfrm>
            <a:off x="8252204" y="3161475"/>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46" name="Ovale 11">
            <a:extLst>
              <a:ext uri="{FF2B5EF4-FFF2-40B4-BE49-F238E27FC236}">
                <a16:creationId xmlns:a16="http://schemas.microsoft.com/office/drawing/2014/main" id="{0B2907EC-41B2-1677-7E67-1BD92E43FAD2}"/>
              </a:ext>
            </a:extLst>
          </p:cNvPr>
          <p:cNvSpPr/>
          <p:nvPr/>
        </p:nvSpPr>
        <p:spPr>
          <a:xfrm>
            <a:off x="8248786" y="4886100"/>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47" name="Rectangle 46">
            <a:extLst>
              <a:ext uri="{FF2B5EF4-FFF2-40B4-BE49-F238E27FC236}">
                <a16:creationId xmlns:a16="http://schemas.microsoft.com/office/drawing/2014/main" id="{6F802276-D8F9-579C-9A0C-ED6CEDBDA2A5}"/>
              </a:ext>
            </a:extLst>
          </p:cNvPr>
          <p:cNvSpPr/>
          <p:nvPr/>
        </p:nvSpPr>
        <p:spPr>
          <a:xfrm>
            <a:off x="5454543" y="3998469"/>
            <a:ext cx="1547836" cy="3276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96700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865D5-FC09-11DE-5076-0567994BBC07}"/>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6141198-3197-E902-CA8F-0ECB9D49C1F6}"/>
              </a:ext>
            </a:extLst>
          </p:cNvPr>
          <p:cNvGraphicFramePr>
            <a:graphicFrameLocks noChangeAspect="1"/>
          </p:cNvGraphicFramePr>
          <p:nvPr>
            <p:custDataLst>
              <p:tags r:id="rId1"/>
            </p:custDataLst>
            <p:extLst>
              <p:ext uri="{D42A27DB-BD31-4B8C-83A1-F6EECF244321}">
                <p14:modId xmlns:p14="http://schemas.microsoft.com/office/powerpoint/2010/main" val="36465757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66141198-3197-E902-CA8F-0ECB9D49C1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BECBAFA9-98C9-89FD-773F-80B92696963E}"/>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Manager Evaluation (2/4)</a:t>
            </a:r>
          </a:p>
        </p:txBody>
      </p:sp>
      <p:sp>
        <p:nvSpPr>
          <p:cNvPr id="4" name="Segnaposto numero diapositiva 3">
            <a:extLst>
              <a:ext uri="{FF2B5EF4-FFF2-40B4-BE49-F238E27FC236}">
                <a16:creationId xmlns:a16="http://schemas.microsoft.com/office/drawing/2014/main" id="{20B1D522-A5B6-C565-4AEA-92FF434AFE39}"/>
              </a:ext>
            </a:extLst>
          </p:cNvPr>
          <p:cNvSpPr>
            <a:spLocks noGrp="1"/>
          </p:cNvSpPr>
          <p:nvPr>
            <p:ph type="sldNum" sz="quarter" idx="15"/>
          </p:nvPr>
        </p:nvSpPr>
        <p:spPr/>
        <p:txBody>
          <a:bodyPr/>
          <a:lstStyle/>
          <a:p>
            <a:fld id="{98BF7C3C-24CC-6140-8A22-738C44F1CFEB}" type="slidenum">
              <a:rPr lang="it-IT" smtClean="0"/>
              <a:pPr/>
              <a:t>18</a:t>
            </a:fld>
            <a:endParaRPr lang="it-IT"/>
          </a:p>
        </p:txBody>
      </p:sp>
      <p:sp>
        <p:nvSpPr>
          <p:cNvPr id="6" name="Segnaposto testo 5">
            <a:extLst>
              <a:ext uri="{FF2B5EF4-FFF2-40B4-BE49-F238E27FC236}">
                <a16:creationId xmlns:a16="http://schemas.microsoft.com/office/drawing/2014/main" id="{F78BCDEE-951C-8478-CD4F-7758146A69E4}"/>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2F39A708-5EBE-EC42-87EB-0AC556E3025E}"/>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309AC3EE-ECB8-DD17-1382-914699A11D46}"/>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6760841A-2273-12F6-6186-DEFB83136908}"/>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AAB87EB7-1130-6D6D-C31F-960F886CF072}"/>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pic>
        <p:nvPicPr>
          <p:cNvPr id="34" name="Elemento grafico 36" descr="Utente con riempimento a tinta unita">
            <a:extLst>
              <a:ext uri="{FF2B5EF4-FFF2-40B4-BE49-F238E27FC236}">
                <a16:creationId xmlns:a16="http://schemas.microsoft.com/office/drawing/2014/main" id="{C5616175-88F9-558D-11B7-CA88D53F23A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D75D4107-E9C1-9D7D-B625-3C1F4F43A7AD}"/>
              </a:ext>
            </a:extLst>
          </p:cNvPr>
          <p:cNvSpPr txBox="1"/>
          <p:nvPr/>
        </p:nvSpPr>
        <p:spPr>
          <a:xfrm>
            <a:off x="10414992" y="478800"/>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a:solidFill>
                  <a:schemeClr val="accent3"/>
                </a:solidFill>
                <a:latin typeface="CocoEng" pitchFamily="50" charset="0"/>
                <a:cs typeface="Segoe UI" panose="020B0502040204020203" pitchFamily="34" charset="0"/>
              </a:rPr>
              <a:t>Manager</a:t>
            </a:r>
          </a:p>
        </p:txBody>
      </p:sp>
      <p:pic>
        <p:nvPicPr>
          <p:cNvPr id="26" name="Picture 25">
            <a:extLst>
              <a:ext uri="{FF2B5EF4-FFF2-40B4-BE49-F238E27FC236}">
                <a16:creationId xmlns:a16="http://schemas.microsoft.com/office/drawing/2014/main" id="{99227A2F-1C9B-18A6-D8C1-F01F2B019D9E}"/>
              </a:ext>
            </a:extLst>
          </p:cNvPr>
          <p:cNvPicPr>
            <a:picLocks noChangeAspect="1"/>
          </p:cNvPicPr>
          <p:nvPr/>
        </p:nvPicPr>
        <p:blipFill>
          <a:blip r:embed="rId8"/>
          <a:stretch>
            <a:fillRect/>
          </a:stretch>
        </p:blipFill>
        <p:spPr>
          <a:xfrm>
            <a:off x="842112" y="1518198"/>
            <a:ext cx="5645254" cy="2477453"/>
          </a:xfrm>
          <a:prstGeom prst="rect">
            <a:avLst/>
          </a:prstGeom>
        </p:spPr>
      </p:pic>
      <p:sp>
        <p:nvSpPr>
          <p:cNvPr id="47" name="Rectangle 46">
            <a:extLst>
              <a:ext uri="{FF2B5EF4-FFF2-40B4-BE49-F238E27FC236}">
                <a16:creationId xmlns:a16="http://schemas.microsoft.com/office/drawing/2014/main" id="{7C656045-C37A-1F49-AFB6-C2FB7FE8D2B5}"/>
              </a:ext>
            </a:extLst>
          </p:cNvPr>
          <p:cNvSpPr/>
          <p:nvPr/>
        </p:nvSpPr>
        <p:spPr>
          <a:xfrm>
            <a:off x="3390449" y="5636522"/>
            <a:ext cx="777332" cy="276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8" name="Picture 47">
            <a:extLst>
              <a:ext uri="{FF2B5EF4-FFF2-40B4-BE49-F238E27FC236}">
                <a16:creationId xmlns:a16="http://schemas.microsoft.com/office/drawing/2014/main" id="{4055C4E0-CF7E-4281-9B5E-626AFBB9C223}"/>
              </a:ext>
            </a:extLst>
          </p:cNvPr>
          <p:cNvPicPr>
            <a:picLocks noChangeAspect="1"/>
          </p:cNvPicPr>
          <p:nvPr/>
        </p:nvPicPr>
        <p:blipFill>
          <a:blip r:embed="rId9"/>
          <a:stretch>
            <a:fillRect/>
          </a:stretch>
        </p:blipFill>
        <p:spPr>
          <a:xfrm>
            <a:off x="2837103" y="3981834"/>
            <a:ext cx="5254690" cy="2477453"/>
          </a:xfrm>
          <a:prstGeom prst="rect">
            <a:avLst/>
          </a:prstGeom>
          <a:ln>
            <a:solidFill>
              <a:schemeClr val="accent6"/>
            </a:solidFill>
          </a:ln>
        </p:spPr>
      </p:pic>
      <p:sp>
        <p:nvSpPr>
          <p:cNvPr id="49" name="CasellaDiTesto 38">
            <a:extLst>
              <a:ext uri="{FF2B5EF4-FFF2-40B4-BE49-F238E27FC236}">
                <a16:creationId xmlns:a16="http://schemas.microsoft.com/office/drawing/2014/main" id="{3D850ABE-E0B8-D97B-CC01-E7854C604036}"/>
              </a:ext>
            </a:extLst>
          </p:cNvPr>
          <p:cNvSpPr txBox="1"/>
          <p:nvPr/>
        </p:nvSpPr>
        <p:spPr>
          <a:xfrm>
            <a:off x="8696680" y="1402163"/>
            <a:ext cx="3066210" cy="830997"/>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In the “</a:t>
            </a:r>
            <a:r>
              <a:rPr lang="en-GB" sz="1200" b="1">
                <a:latin typeface="+mj-lt"/>
                <a:cs typeface="Segoe UI" panose="020B0502040204020203" pitchFamily="34" charset="0"/>
              </a:rPr>
              <a:t>Goal</a:t>
            </a:r>
            <a:r>
              <a:rPr lang="en-GB" sz="1200">
                <a:latin typeface="+mj-lt"/>
                <a:cs typeface="Segoe UI" panose="020B0502040204020203" pitchFamily="34" charset="0"/>
              </a:rPr>
              <a:t>" section, you have to provide the </a:t>
            </a:r>
            <a:r>
              <a:rPr lang="en-GB" sz="1200" b="1">
                <a:latin typeface="+mj-lt"/>
                <a:cs typeface="Segoe UI" panose="020B0502040204020203" pitchFamily="34" charset="0"/>
              </a:rPr>
              <a:t>overall comment </a:t>
            </a:r>
            <a:r>
              <a:rPr lang="en-GB" sz="1200">
                <a:latin typeface="+mj-lt"/>
                <a:cs typeface="Segoe UI" panose="020B0502040204020203" pitchFamily="34" charset="0"/>
              </a:rPr>
              <a:t>about the employee's goals in the “</a:t>
            </a:r>
            <a:r>
              <a:rPr lang="en-GB" sz="1200" b="1">
                <a:latin typeface="+mj-lt"/>
                <a:cs typeface="Segoe UI" panose="020B0502040204020203" pitchFamily="34" charset="0"/>
              </a:rPr>
              <a:t>Manager summary</a:t>
            </a:r>
            <a:r>
              <a:rPr lang="en-GB" sz="1200">
                <a:latin typeface="+mj-lt"/>
                <a:cs typeface="Segoe UI" panose="020B0502040204020203" pitchFamily="34" charset="0"/>
              </a:rPr>
              <a:t>” section at the bottom.</a:t>
            </a:r>
          </a:p>
        </p:txBody>
      </p:sp>
      <p:sp>
        <p:nvSpPr>
          <p:cNvPr id="50" name="Ovale 11">
            <a:extLst>
              <a:ext uri="{FF2B5EF4-FFF2-40B4-BE49-F238E27FC236}">
                <a16:creationId xmlns:a16="http://schemas.microsoft.com/office/drawing/2014/main" id="{7ECE3ECE-6387-3B9F-71F6-40BDF7E5418A}"/>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51" name="CasellaDiTesto 38">
            <a:extLst>
              <a:ext uri="{FF2B5EF4-FFF2-40B4-BE49-F238E27FC236}">
                <a16:creationId xmlns:a16="http://schemas.microsoft.com/office/drawing/2014/main" id="{33E90CA7-C921-59CD-8CC8-FB576D9E556A}"/>
              </a:ext>
            </a:extLst>
          </p:cNvPr>
          <p:cNvSpPr txBox="1"/>
          <p:nvPr/>
        </p:nvSpPr>
        <p:spPr>
          <a:xfrm>
            <a:off x="8696680" y="2512332"/>
            <a:ext cx="3066210" cy="276999"/>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Click “</a:t>
            </a:r>
            <a:r>
              <a:rPr lang="en-GB" sz="1200" b="1">
                <a:latin typeface="+mj-lt"/>
                <a:cs typeface="Segoe UI" panose="020B0502040204020203" pitchFamily="34" charset="0"/>
              </a:rPr>
              <a:t>Next</a:t>
            </a:r>
            <a:r>
              <a:rPr lang="en-GB" sz="1200">
                <a:latin typeface="+mj-lt"/>
                <a:cs typeface="Segoe UI" panose="020B0502040204020203" pitchFamily="34" charset="0"/>
              </a:rPr>
              <a:t>“ to continue.</a:t>
            </a:r>
          </a:p>
        </p:txBody>
      </p:sp>
      <p:sp>
        <p:nvSpPr>
          <p:cNvPr id="52" name="CasellaDiTesto 38">
            <a:extLst>
              <a:ext uri="{FF2B5EF4-FFF2-40B4-BE49-F238E27FC236}">
                <a16:creationId xmlns:a16="http://schemas.microsoft.com/office/drawing/2014/main" id="{E6361331-1A91-C663-1D53-DA0043B0B882}"/>
              </a:ext>
            </a:extLst>
          </p:cNvPr>
          <p:cNvSpPr txBox="1"/>
          <p:nvPr/>
        </p:nvSpPr>
        <p:spPr>
          <a:xfrm>
            <a:off x="8696680" y="2879167"/>
            <a:ext cx="3066210" cy="830997"/>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In the “</a:t>
            </a:r>
            <a:r>
              <a:rPr lang="en-GB" sz="1200" b="1">
                <a:latin typeface="+mj-lt"/>
                <a:cs typeface="Segoe UI" panose="020B0502040204020203" pitchFamily="34" charset="0"/>
              </a:rPr>
              <a:t>Behaviours</a:t>
            </a:r>
            <a:r>
              <a:rPr lang="en-GB" sz="1200">
                <a:latin typeface="+mj-lt"/>
                <a:cs typeface="Segoe UI" panose="020B0502040204020203" pitchFamily="34" charset="0"/>
              </a:rPr>
              <a:t>" section, you have to provide the </a:t>
            </a:r>
            <a:r>
              <a:rPr lang="en-GB" sz="1200" b="1">
                <a:latin typeface="+mj-lt"/>
                <a:cs typeface="Segoe UI" panose="020B0502040204020203" pitchFamily="34" charset="0"/>
              </a:rPr>
              <a:t>overall comment </a:t>
            </a:r>
            <a:r>
              <a:rPr lang="en-GB" sz="1200">
                <a:latin typeface="+mj-lt"/>
                <a:cs typeface="Segoe UI" panose="020B0502040204020203" pitchFamily="34" charset="0"/>
              </a:rPr>
              <a:t>about the employee’s behaviours in the “</a:t>
            </a:r>
            <a:r>
              <a:rPr lang="en-GB" sz="1200" b="1">
                <a:latin typeface="+mj-lt"/>
                <a:cs typeface="Segoe UI" panose="020B0502040204020203" pitchFamily="34" charset="0"/>
              </a:rPr>
              <a:t>Manager summary</a:t>
            </a:r>
            <a:r>
              <a:rPr lang="en-GB" sz="1200">
                <a:latin typeface="+mj-lt"/>
                <a:cs typeface="Segoe UI" panose="020B0502040204020203" pitchFamily="34" charset="0"/>
              </a:rPr>
              <a:t>” section at the bottom</a:t>
            </a:r>
          </a:p>
        </p:txBody>
      </p:sp>
      <p:sp>
        <p:nvSpPr>
          <p:cNvPr id="53" name="CasellaDiTesto 38">
            <a:extLst>
              <a:ext uri="{FF2B5EF4-FFF2-40B4-BE49-F238E27FC236}">
                <a16:creationId xmlns:a16="http://schemas.microsoft.com/office/drawing/2014/main" id="{64FA8F2E-1DB4-A2D7-2C17-FB737B4C1958}"/>
              </a:ext>
            </a:extLst>
          </p:cNvPr>
          <p:cNvSpPr txBox="1"/>
          <p:nvPr/>
        </p:nvSpPr>
        <p:spPr>
          <a:xfrm>
            <a:off x="8696680" y="3981834"/>
            <a:ext cx="3066210" cy="276999"/>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Click “</a:t>
            </a:r>
            <a:r>
              <a:rPr lang="en-GB" sz="1200" b="1">
                <a:latin typeface="+mj-lt"/>
                <a:cs typeface="Segoe UI" panose="020B0502040204020203" pitchFamily="34" charset="0"/>
              </a:rPr>
              <a:t>Next</a:t>
            </a:r>
            <a:r>
              <a:rPr lang="en-GB" sz="1200">
                <a:latin typeface="+mj-lt"/>
                <a:cs typeface="Segoe UI" panose="020B0502040204020203" pitchFamily="34" charset="0"/>
              </a:rPr>
              <a:t>“ to continue.</a:t>
            </a:r>
          </a:p>
        </p:txBody>
      </p:sp>
      <p:sp>
        <p:nvSpPr>
          <p:cNvPr id="54" name="Ovale 11">
            <a:extLst>
              <a:ext uri="{FF2B5EF4-FFF2-40B4-BE49-F238E27FC236}">
                <a16:creationId xmlns:a16="http://schemas.microsoft.com/office/drawing/2014/main" id="{AA6B529E-E6A7-BE68-0D26-853CD59AFDE2}"/>
              </a:ext>
            </a:extLst>
          </p:cNvPr>
          <p:cNvSpPr/>
          <p:nvPr/>
        </p:nvSpPr>
        <p:spPr>
          <a:xfrm>
            <a:off x="8251510" y="2437105"/>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55" name="Ovale 11">
            <a:extLst>
              <a:ext uri="{FF2B5EF4-FFF2-40B4-BE49-F238E27FC236}">
                <a16:creationId xmlns:a16="http://schemas.microsoft.com/office/drawing/2014/main" id="{591D494A-9B9C-CB6E-E2AE-26ED907A857C}"/>
              </a:ext>
            </a:extLst>
          </p:cNvPr>
          <p:cNvSpPr/>
          <p:nvPr/>
        </p:nvSpPr>
        <p:spPr>
          <a:xfrm>
            <a:off x="8251510" y="2865370"/>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56" name="Ovale 11">
            <a:extLst>
              <a:ext uri="{FF2B5EF4-FFF2-40B4-BE49-F238E27FC236}">
                <a16:creationId xmlns:a16="http://schemas.microsoft.com/office/drawing/2014/main" id="{8AB648BE-B34F-95E9-8F74-FC43F5DC8E1C}"/>
              </a:ext>
            </a:extLst>
          </p:cNvPr>
          <p:cNvSpPr/>
          <p:nvPr/>
        </p:nvSpPr>
        <p:spPr>
          <a:xfrm>
            <a:off x="8224848" y="3880896"/>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57" name="Ovale 11">
            <a:extLst>
              <a:ext uri="{FF2B5EF4-FFF2-40B4-BE49-F238E27FC236}">
                <a16:creationId xmlns:a16="http://schemas.microsoft.com/office/drawing/2014/main" id="{D7E8C6D2-5611-6311-CDFD-CE48C97817D6}"/>
              </a:ext>
            </a:extLst>
          </p:cNvPr>
          <p:cNvSpPr/>
          <p:nvPr/>
        </p:nvSpPr>
        <p:spPr>
          <a:xfrm>
            <a:off x="3829896" y="2734578"/>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58" name="Rectangle 57">
            <a:extLst>
              <a:ext uri="{FF2B5EF4-FFF2-40B4-BE49-F238E27FC236}">
                <a16:creationId xmlns:a16="http://schemas.microsoft.com/office/drawing/2014/main" id="{F357276F-90F7-20FF-2EDD-92C1CC138691}"/>
              </a:ext>
            </a:extLst>
          </p:cNvPr>
          <p:cNvSpPr/>
          <p:nvPr/>
        </p:nvSpPr>
        <p:spPr>
          <a:xfrm>
            <a:off x="842111" y="2650830"/>
            <a:ext cx="1143099" cy="21453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ectangle 58">
            <a:extLst>
              <a:ext uri="{FF2B5EF4-FFF2-40B4-BE49-F238E27FC236}">
                <a16:creationId xmlns:a16="http://schemas.microsoft.com/office/drawing/2014/main" id="{CC1D3449-7801-7822-4A12-EC53BE362DFF}"/>
              </a:ext>
            </a:extLst>
          </p:cNvPr>
          <p:cNvSpPr/>
          <p:nvPr/>
        </p:nvSpPr>
        <p:spPr>
          <a:xfrm>
            <a:off x="2768004" y="5418786"/>
            <a:ext cx="1238512" cy="21773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59">
            <a:extLst>
              <a:ext uri="{FF2B5EF4-FFF2-40B4-BE49-F238E27FC236}">
                <a16:creationId xmlns:a16="http://schemas.microsoft.com/office/drawing/2014/main" id="{0492B333-3420-7C3F-0628-6CFA929686A5}"/>
              </a:ext>
            </a:extLst>
          </p:cNvPr>
          <p:cNvSpPr/>
          <p:nvPr/>
        </p:nvSpPr>
        <p:spPr>
          <a:xfrm>
            <a:off x="2397980" y="2959904"/>
            <a:ext cx="1945420" cy="64957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ectangle 60">
            <a:extLst>
              <a:ext uri="{FF2B5EF4-FFF2-40B4-BE49-F238E27FC236}">
                <a16:creationId xmlns:a16="http://schemas.microsoft.com/office/drawing/2014/main" id="{2F778692-509F-0CE1-0ECC-30A4A2F1FA0B}"/>
              </a:ext>
            </a:extLst>
          </p:cNvPr>
          <p:cNvSpPr/>
          <p:nvPr/>
        </p:nvSpPr>
        <p:spPr>
          <a:xfrm>
            <a:off x="2628496" y="3733434"/>
            <a:ext cx="465718" cy="2299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Ovale 11">
            <a:extLst>
              <a:ext uri="{FF2B5EF4-FFF2-40B4-BE49-F238E27FC236}">
                <a16:creationId xmlns:a16="http://schemas.microsoft.com/office/drawing/2014/main" id="{24A5C360-AF50-2B87-CDEF-2BF9FE36BD3E}"/>
              </a:ext>
            </a:extLst>
          </p:cNvPr>
          <p:cNvSpPr/>
          <p:nvPr/>
        </p:nvSpPr>
        <p:spPr>
          <a:xfrm>
            <a:off x="3042246" y="3569633"/>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63" name="Rectangle 62">
            <a:extLst>
              <a:ext uri="{FF2B5EF4-FFF2-40B4-BE49-F238E27FC236}">
                <a16:creationId xmlns:a16="http://schemas.microsoft.com/office/drawing/2014/main" id="{3372386F-F55B-7AD7-2629-7A7B2817F6DE}"/>
              </a:ext>
            </a:extLst>
          </p:cNvPr>
          <p:cNvSpPr/>
          <p:nvPr/>
        </p:nvSpPr>
        <p:spPr>
          <a:xfrm>
            <a:off x="4549538" y="6229315"/>
            <a:ext cx="465718" cy="2299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Ovale 11">
            <a:extLst>
              <a:ext uri="{FF2B5EF4-FFF2-40B4-BE49-F238E27FC236}">
                <a16:creationId xmlns:a16="http://schemas.microsoft.com/office/drawing/2014/main" id="{3A8D65E8-A922-DADD-10CE-1005CA5DBA67}"/>
              </a:ext>
            </a:extLst>
          </p:cNvPr>
          <p:cNvSpPr/>
          <p:nvPr/>
        </p:nvSpPr>
        <p:spPr>
          <a:xfrm>
            <a:off x="4963288" y="6065514"/>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65" name="Rectangle 64">
            <a:extLst>
              <a:ext uri="{FF2B5EF4-FFF2-40B4-BE49-F238E27FC236}">
                <a16:creationId xmlns:a16="http://schemas.microsoft.com/office/drawing/2014/main" id="{3A06E710-6686-751A-9B1E-D469C477B6FA}"/>
              </a:ext>
            </a:extLst>
          </p:cNvPr>
          <p:cNvSpPr/>
          <p:nvPr/>
        </p:nvSpPr>
        <p:spPr>
          <a:xfrm>
            <a:off x="4163141" y="4730945"/>
            <a:ext cx="2851270" cy="70641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Ovale 11">
            <a:extLst>
              <a:ext uri="{FF2B5EF4-FFF2-40B4-BE49-F238E27FC236}">
                <a16:creationId xmlns:a16="http://schemas.microsoft.com/office/drawing/2014/main" id="{71BED4C9-A528-6940-6F35-7152119C865F}"/>
              </a:ext>
            </a:extLst>
          </p:cNvPr>
          <p:cNvSpPr/>
          <p:nvPr/>
        </p:nvSpPr>
        <p:spPr>
          <a:xfrm>
            <a:off x="5261176" y="4567145"/>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Tree>
    <p:extLst>
      <p:ext uri="{BB962C8B-B14F-4D97-AF65-F5344CB8AC3E}">
        <p14:creationId xmlns:p14="http://schemas.microsoft.com/office/powerpoint/2010/main" val="2107132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27305-D35F-A0DE-0147-7ED820802B12}"/>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58D5F3F-5A43-9594-5F0D-0D6E4A958C14}"/>
              </a:ext>
            </a:extLst>
          </p:cNvPr>
          <p:cNvGraphicFramePr>
            <a:graphicFrameLocks noChangeAspect="1"/>
          </p:cNvGraphicFramePr>
          <p:nvPr>
            <p:custDataLst>
              <p:tags r:id="rId1"/>
            </p:custDataLst>
            <p:extLst>
              <p:ext uri="{D42A27DB-BD31-4B8C-83A1-F6EECF244321}">
                <p14:modId xmlns:p14="http://schemas.microsoft.com/office/powerpoint/2010/main" val="9841457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158D5F3F-5A43-9594-5F0D-0D6E4A958C1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285CB9BB-672E-4A9E-0A77-52E4F3082F80}"/>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Manager Evaluation (3/4)</a:t>
            </a:r>
          </a:p>
        </p:txBody>
      </p:sp>
      <p:sp>
        <p:nvSpPr>
          <p:cNvPr id="4" name="Segnaposto numero diapositiva 3">
            <a:extLst>
              <a:ext uri="{FF2B5EF4-FFF2-40B4-BE49-F238E27FC236}">
                <a16:creationId xmlns:a16="http://schemas.microsoft.com/office/drawing/2014/main" id="{72D27B41-FC5A-538B-8AF7-DB45BDE804EF}"/>
              </a:ext>
            </a:extLst>
          </p:cNvPr>
          <p:cNvSpPr>
            <a:spLocks noGrp="1"/>
          </p:cNvSpPr>
          <p:nvPr>
            <p:ph type="sldNum" sz="quarter" idx="15"/>
          </p:nvPr>
        </p:nvSpPr>
        <p:spPr/>
        <p:txBody>
          <a:bodyPr/>
          <a:lstStyle/>
          <a:p>
            <a:fld id="{98BF7C3C-24CC-6140-8A22-738C44F1CFEB}" type="slidenum">
              <a:rPr lang="it-IT" smtClean="0"/>
              <a:pPr/>
              <a:t>19</a:t>
            </a:fld>
            <a:endParaRPr lang="it-IT"/>
          </a:p>
        </p:txBody>
      </p:sp>
      <p:sp>
        <p:nvSpPr>
          <p:cNvPr id="6" name="Segnaposto testo 5">
            <a:extLst>
              <a:ext uri="{FF2B5EF4-FFF2-40B4-BE49-F238E27FC236}">
                <a16:creationId xmlns:a16="http://schemas.microsoft.com/office/drawing/2014/main" id="{94EE859A-09A0-64B0-08CE-EFF27DBED467}"/>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BC28D2E6-AAB9-65AC-93AB-EFFFC68A9F4B}"/>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1CACE444-D6BA-7952-AB49-9C4C1C39A697}"/>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1E2AFEC2-2D0C-15DA-F6C8-170B96337780}"/>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B0BB71E7-160B-23EF-CEAD-0048A5FC1181}"/>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pic>
        <p:nvPicPr>
          <p:cNvPr id="34" name="Elemento grafico 36" descr="Utente con riempimento a tinta unita">
            <a:extLst>
              <a:ext uri="{FF2B5EF4-FFF2-40B4-BE49-F238E27FC236}">
                <a16:creationId xmlns:a16="http://schemas.microsoft.com/office/drawing/2014/main" id="{C9240F81-AF88-11EF-FAB8-8C8D576BED8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1C772B8A-708F-EEF2-5845-BB2205C1F220}"/>
              </a:ext>
            </a:extLst>
          </p:cNvPr>
          <p:cNvSpPr txBox="1"/>
          <p:nvPr/>
        </p:nvSpPr>
        <p:spPr>
          <a:xfrm>
            <a:off x="10414992" y="478800"/>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a:solidFill>
                  <a:schemeClr val="accent3"/>
                </a:solidFill>
                <a:latin typeface="CocoEng" pitchFamily="50" charset="0"/>
                <a:cs typeface="Segoe UI" panose="020B0502040204020203" pitchFamily="34" charset="0"/>
              </a:rPr>
              <a:t>Manager</a:t>
            </a:r>
          </a:p>
        </p:txBody>
      </p:sp>
      <p:sp>
        <p:nvSpPr>
          <p:cNvPr id="47" name="Rectangle 46">
            <a:extLst>
              <a:ext uri="{FF2B5EF4-FFF2-40B4-BE49-F238E27FC236}">
                <a16:creationId xmlns:a16="http://schemas.microsoft.com/office/drawing/2014/main" id="{BB58DBB8-4EC1-DB96-DD27-1F5A46583026}"/>
              </a:ext>
            </a:extLst>
          </p:cNvPr>
          <p:cNvSpPr/>
          <p:nvPr/>
        </p:nvSpPr>
        <p:spPr>
          <a:xfrm>
            <a:off x="3390449" y="5636522"/>
            <a:ext cx="777332" cy="276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CasellaDiTesto 38">
            <a:extLst>
              <a:ext uri="{FF2B5EF4-FFF2-40B4-BE49-F238E27FC236}">
                <a16:creationId xmlns:a16="http://schemas.microsoft.com/office/drawing/2014/main" id="{8E7F4A74-2312-5696-C7ED-9B1F0992B30C}"/>
              </a:ext>
            </a:extLst>
          </p:cNvPr>
          <p:cNvSpPr txBox="1"/>
          <p:nvPr/>
        </p:nvSpPr>
        <p:spPr>
          <a:xfrm>
            <a:off x="8696680" y="1402163"/>
            <a:ext cx="3066210" cy="1938992"/>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In the “</a:t>
            </a:r>
            <a:r>
              <a:rPr lang="en-GB" sz="1200" b="1">
                <a:latin typeface="+mj-lt"/>
                <a:cs typeface="Segoe UI" panose="020B0502040204020203" pitchFamily="34" charset="0"/>
              </a:rPr>
              <a:t>Supporting Documents</a:t>
            </a:r>
            <a:r>
              <a:rPr lang="en-GB" sz="1200">
                <a:latin typeface="+mj-lt"/>
                <a:cs typeface="Segoe UI" panose="020B0502040204020203" pitchFamily="34" charset="0"/>
              </a:rPr>
              <a:t>” section, if needed,  you can:</a:t>
            </a:r>
          </a:p>
          <a:p>
            <a:pPr marL="171450" indent="-171450">
              <a:buFont typeface="Arial" panose="020B0604020202020204" pitchFamily="34" charset="0"/>
              <a:buChar char="•"/>
            </a:pPr>
            <a:r>
              <a:rPr lang="en-GB" sz="1200">
                <a:latin typeface="+mj-lt"/>
                <a:cs typeface="Segoe UI" panose="020B0502040204020203" pitchFamily="34" charset="0"/>
              </a:rPr>
              <a:t>you can consult the documentation uploaded by the Employee or/and Additional manager, if any</a:t>
            </a:r>
          </a:p>
          <a:p>
            <a:pPr marL="171450" indent="-171450">
              <a:buFont typeface="Arial" panose="020B0604020202020204" pitchFamily="34" charset="0"/>
              <a:buChar char="•"/>
            </a:pPr>
            <a:r>
              <a:rPr lang="en-GB" sz="1200">
                <a:latin typeface="+mj-lt"/>
                <a:cs typeface="Segoe UI" panose="020B0502040204020203" pitchFamily="34" charset="0"/>
              </a:rPr>
              <a:t>upload a document to support the evaluation and provide a comment on it, if necessary.</a:t>
            </a:r>
          </a:p>
          <a:p>
            <a:endParaRPr lang="en-GB" sz="1200">
              <a:latin typeface="+mj-lt"/>
              <a:cs typeface="Segoe UI" panose="020B0502040204020203" pitchFamily="34" charset="0"/>
            </a:endParaRPr>
          </a:p>
          <a:p>
            <a:r>
              <a:rPr lang="en-GB" sz="1200">
                <a:latin typeface="+mj-lt"/>
                <a:cs typeface="Segoe UI" panose="020B0502040204020203" pitchFamily="34" charset="0"/>
              </a:rPr>
              <a:t>Click “</a:t>
            </a:r>
            <a:r>
              <a:rPr lang="en-GB" sz="1200" b="1">
                <a:latin typeface="+mj-lt"/>
                <a:cs typeface="Segoe UI" panose="020B0502040204020203" pitchFamily="34" charset="0"/>
              </a:rPr>
              <a:t>Next</a:t>
            </a:r>
            <a:r>
              <a:rPr lang="en-GB" sz="1200">
                <a:latin typeface="+mj-lt"/>
                <a:cs typeface="Segoe UI" panose="020B0502040204020203" pitchFamily="34" charset="0"/>
              </a:rPr>
              <a:t>“ to continue.</a:t>
            </a:r>
          </a:p>
        </p:txBody>
      </p:sp>
      <p:sp>
        <p:nvSpPr>
          <p:cNvPr id="50" name="Ovale 11">
            <a:extLst>
              <a:ext uri="{FF2B5EF4-FFF2-40B4-BE49-F238E27FC236}">
                <a16:creationId xmlns:a16="http://schemas.microsoft.com/office/drawing/2014/main" id="{40FE20EB-05F4-BE3C-5856-F6BE32136328}"/>
              </a:ext>
            </a:extLst>
          </p:cNvPr>
          <p:cNvSpPr/>
          <p:nvPr/>
        </p:nvSpPr>
        <p:spPr>
          <a:xfrm>
            <a:off x="8216500"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54" name="Ovale 11">
            <a:extLst>
              <a:ext uri="{FF2B5EF4-FFF2-40B4-BE49-F238E27FC236}">
                <a16:creationId xmlns:a16="http://schemas.microsoft.com/office/drawing/2014/main" id="{9749659B-3CDE-C341-D2E5-D50EE8EA493B}"/>
              </a:ext>
            </a:extLst>
          </p:cNvPr>
          <p:cNvSpPr/>
          <p:nvPr/>
        </p:nvSpPr>
        <p:spPr>
          <a:xfrm>
            <a:off x="8216500" y="3386238"/>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9" name="Rectangle 8">
            <a:extLst>
              <a:ext uri="{FF2B5EF4-FFF2-40B4-BE49-F238E27FC236}">
                <a16:creationId xmlns:a16="http://schemas.microsoft.com/office/drawing/2014/main" id="{DAC7E2D5-19F6-8C93-678F-F3732081A9CF}"/>
              </a:ext>
            </a:extLst>
          </p:cNvPr>
          <p:cNvSpPr/>
          <p:nvPr/>
        </p:nvSpPr>
        <p:spPr>
          <a:xfrm>
            <a:off x="853808" y="1972653"/>
            <a:ext cx="1049251" cy="12882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a:extLst>
              <a:ext uri="{FF2B5EF4-FFF2-40B4-BE49-F238E27FC236}">
                <a16:creationId xmlns:a16="http://schemas.microsoft.com/office/drawing/2014/main" id="{886B2A71-E66B-3B03-D4D4-1138C7432DE4}"/>
              </a:ext>
            </a:extLst>
          </p:cNvPr>
          <p:cNvPicPr>
            <a:picLocks noChangeAspect="1"/>
          </p:cNvPicPr>
          <p:nvPr/>
        </p:nvPicPr>
        <p:blipFill>
          <a:blip r:embed="rId8"/>
          <a:stretch>
            <a:fillRect/>
          </a:stretch>
        </p:blipFill>
        <p:spPr>
          <a:xfrm>
            <a:off x="853808" y="1435691"/>
            <a:ext cx="4490283" cy="2789936"/>
          </a:xfrm>
          <a:prstGeom prst="rect">
            <a:avLst/>
          </a:prstGeom>
          <a:ln>
            <a:solidFill>
              <a:schemeClr val="accent6"/>
            </a:solidFill>
          </a:ln>
        </p:spPr>
      </p:pic>
      <p:sp>
        <p:nvSpPr>
          <p:cNvPr id="16" name="Rectangle 15">
            <a:extLst>
              <a:ext uri="{FF2B5EF4-FFF2-40B4-BE49-F238E27FC236}">
                <a16:creationId xmlns:a16="http://schemas.microsoft.com/office/drawing/2014/main" id="{9EBDC213-970B-8116-4AF9-AD34CDAE1AC4}"/>
              </a:ext>
            </a:extLst>
          </p:cNvPr>
          <p:cNvSpPr/>
          <p:nvPr/>
        </p:nvSpPr>
        <p:spPr>
          <a:xfrm>
            <a:off x="853808" y="2884409"/>
            <a:ext cx="1143099" cy="21453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C130BF26-EE4F-448B-EEE3-648BFDAD3C5B}"/>
              </a:ext>
            </a:extLst>
          </p:cNvPr>
          <p:cNvSpPr/>
          <p:nvPr/>
        </p:nvSpPr>
        <p:spPr>
          <a:xfrm>
            <a:off x="2527399" y="4011088"/>
            <a:ext cx="494597" cy="25298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5A1336C9-AC4E-76CF-13DD-D3380D07C9C8}"/>
              </a:ext>
            </a:extLst>
          </p:cNvPr>
          <p:cNvSpPr/>
          <p:nvPr/>
        </p:nvSpPr>
        <p:spPr>
          <a:xfrm>
            <a:off x="6990347" y="5796278"/>
            <a:ext cx="962527" cy="2826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5" name="Picture 24">
            <a:extLst>
              <a:ext uri="{FF2B5EF4-FFF2-40B4-BE49-F238E27FC236}">
                <a16:creationId xmlns:a16="http://schemas.microsoft.com/office/drawing/2014/main" id="{E1A34421-C091-1135-EBA5-5C6FBA34B6CB}"/>
              </a:ext>
            </a:extLst>
          </p:cNvPr>
          <p:cNvPicPr>
            <a:picLocks noChangeAspect="1"/>
          </p:cNvPicPr>
          <p:nvPr/>
        </p:nvPicPr>
        <p:blipFill>
          <a:blip r:embed="rId9"/>
          <a:stretch>
            <a:fillRect/>
          </a:stretch>
        </p:blipFill>
        <p:spPr>
          <a:xfrm>
            <a:off x="3689086" y="3098948"/>
            <a:ext cx="4381585" cy="3284883"/>
          </a:xfrm>
          <a:prstGeom prst="rect">
            <a:avLst/>
          </a:prstGeom>
          <a:ln>
            <a:solidFill>
              <a:schemeClr val="accent6"/>
            </a:solidFill>
          </a:ln>
        </p:spPr>
      </p:pic>
      <p:sp>
        <p:nvSpPr>
          <p:cNvPr id="29" name="CasellaDiTesto 38">
            <a:extLst>
              <a:ext uri="{FF2B5EF4-FFF2-40B4-BE49-F238E27FC236}">
                <a16:creationId xmlns:a16="http://schemas.microsoft.com/office/drawing/2014/main" id="{EBC39CC5-3529-6791-6C53-782731D3B6AC}"/>
              </a:ext>
            </a:extLst>
          </p:cNvPr>
          <p:cNvSpPr txBox="1"/>
          <p:nvPr/>
        </p:nvSpPr>
        <p:spPr>
          <a:xfrm>
            <a:off x="8716150" y="3418881"/>
            <a:ext cx="3066210" cy="1938992"/>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In the "</a:t>
            </a:r>
            <a:r>
              <a:rPr lang="en-GB" sz="1200" b="1">
                <a:latin typeface="+mj-lt"/>
                <a:cs typeface="Segoe UI" panose="020B0502040204020203" pitchFamily="34" charset="0"/>
              </a:rPr>
              <a:t>Overall</a:t>
            </a:r>
            <a:r>
              <a:rPr lang="en-GB" sz="1200">
                <a:latin typeface="+mj-lt"/>
                <a:cs typeface="Segoe UI" panose="020B0502040204020203" pitchFamily="34" charset="0"/>
              </a:rPr>
              <a:t>" section, it is necessary to select the rating of the Employee, selecting between:</a:t>
            </a:r>
          </a:p>
          <a:p>
            <a:pPr marL="171450" indent="-171450">
              <a:buFont typeface="Arial" panose="020B0604020202020204" pitchFamily="34" charset="0"/>
              <a:buChar char="•"/>
            </a:pPr>
            <a:r>
              <a:rPr lang="en-GB" sz="1200" b="1">
                <a:latin typeface="+mj-lt"/>
                <a:cs typeface="Segoe UI" panose="020B0502040204020203" pitchFamily="34" charset="0"/>
              </a:rPr>
              <a:t>On – Track</a:t>
            </a:r>
            <a:r>
              <a:rPr lang="en-GB" sz="1200">
                <a:latin typeface="+mj-lt"/>
                <a:cs typeface="Segoe UI" panose="020B0502040204020203" pitchFamily="34" charset="0"/>
              </a:rPr>
              <a:t>: in line with expectations</a:t>
            </a:r>
          </a:p>
          <a:p>
            <a:pPr marL="171450" indent="-171450">
              <a:buFont typeface="Arial" panose="020B0604020202020204" pitchFamily="34" charset="0"/>
              <a:buChar char="•"/>
            </a:pPr>
            <a:r>
              <a:rPr lang="en-GB" sz="1200" b="1">
                <a:latin typeface="+mj-lt"/>
                <a:cs typeface="Segoe UI" panose="020B0502040204020203" pitchFamily="34" charset="0"/>
              </a:rPr>
              <a:t>Off – Track</a:t>
            </a:r>
            <a:r>
              <a:rPr lang="en-GB" sz="1200">
                <a:latin typeface="+mj-lt"/>
                <a:cs typeface="Segoe UI" panose="020B0502040204020203" pitchFamily="34" charset="0"/>
              </a:rPr>
              <a:t>: Not in line with expectations</a:t>
            </a:r>
          </a:p>
          <a:p>
            <a:endParaRPr lang="en-GB" sz="1200">
              <a:latin typeface="+mj-lt"/>
              <a:cs typeface="Segoe UI" panose="020B0502040204020203" pitchFamily="34" charset="0"/>
            </a:endParaRPr>
          </a:p>
          <a:p>
            <a:r>
              <a:rPr lang="en-GB" sz="1200" b="1">
                <a:latin typeface="+mj-lt"/>
                <a:cs typeface="Segoe UI" panose="020B0502040204020203" pitchFamily="34" charset="0"/>
              </a:rPr>
              <a:t>The rating gives an indication of the trend in performance and behaviour for this first part of the year.</a:t>
            </a:r>
          </a:p>
        </p:txBody>
      </p:sp>
      <p:sp>
        <p:nvSpPr>
          <p:cNvPr id="30" name="CasellaDiTesto 38">
            <a:extLst>
              <a:ext uri="{FF2B5EF4-FFF2-40B4-BE49-F238E27FC236}">
                <a16:creationId xmlns:a16="http://schemas.microsoft.com/office/drawing/2014/main" id="{10BB3FB6-0977-FF3A-C587-22D5BF52E670}"/>
              </a:ext>
            </a:extLst>
          </p:cNvPr>
          <p:cNvSpPr txBox="1"/>
          <p:nvPr/>
        </p:nvSpPr>
        <p:spPr>
          <a:xfrm>
            <a:off x="8729311" y="5448263"/>
            <a:ext cx="3066210" cy="646331"/>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In addition to the rating, it is necessary to include a summary comment of the rating.</a:t>
            </a:r>
          </a:p>
        </p:txBody>
      </p:sp>
      <p:sp>
        <p:nvSpPr>
          <p:cNvPr id="31" name="Rectangle 30">
            <a:extLst>
              <a:ext uri="{FF2B5EF4-FFF2-40B4-BE49-F238E27FC236}">
                <a16:creationId xmlns:a16="http://schemas.microsoft.com/office/drawing/2014/main" id="{3805153C-446E-C2BE-2A62-76BFC522F756}"/>
              </a:ext>
            </a:extLst>
          </p:cNvPr>
          <p:cNvSpPr/>
          <p:nvPr/>
        </p:nvSpPr>
        <p:spPr>
          <a:xfrm>
            <a:off x="3731570" y="5534126"/>
            <a:ext cx="962527" cy="26215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7B402CE9-8697-83B6-C47C-77F3812A9D8D}"/>
              </a:ext>
            </a:extLst>
          </p:cNvPr>
          <p:cNvSpPr/>
          <p:nvPr/>
        </p:nvSpPr>
        <p:spPr>
          <a:xfrm>
            <a:off x="6366647" y="3843452"/>
            <a:ext cx="1586227" cy="34945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35">
            <a:extLst>
              <a:ext uri="{FF2B5EF4-FFF2-40B4-BE49-F238E27FC236}">
                <a16:creationId xmlns:a16="http://schemas.microsoft.com/office/drawing/2014/main" id="{1640369F-A6D3-9FB7-F597-963FA7356C68}"/>
              </a:ext>
            </a:extLst>
          </p:cNvPr>
          <p:cNvSpPr/>
          <p:nvPr/>
        </p:nvSpPr>
        <p:spPr>
          <a:xfrm>
            <a:off x="6401426" y="4407446"/>
            <a:ext cx="1669245" cy="52996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402316C7-8D35-5394-E565-970CFAB61AA5}"/>
              </a:ext>
            </a:extLst>
          </p:cNvPr>
          <p:cNvSpPr/>
          <p:nvPr/>
        </p:nvSpPr>
        <p:spPr>
          <a:xfrm>
            <a:off x="6287292" y="6076983"/>
            <a:ext cx="637674" cy="25639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e 11">
            <a:extLst>
              <a:ext uri="{FF2B5EF4-FFF2-40B4-BE49-F238E27FC236}">
                <a16:creationId xmlns:a16="http://schemas.microsoft.com/office/drawing/2014/main" id="{FEFE42AD-E183-818C-2949-1206515CE57F}"/>
              </a:ext>
            </a:extLst>
          </p:cNvPr>
          <p:cNvSpPr/>
          <p:nvPr/>
        </p:nvSpPr>
        <p:spPr>
          <a:xfrm>
            <a:off x="1937201" y="2761786"/>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39" name="Ovale 11">
            <a:extLst>
              <a:ext uri="{FF2B5EF4-FFF2-40B4-BE49-F238E27FC236}">
                <a16:creationId xmlns:a16="http://schemas.microsoft.com/office/drawing/2014/main" id="{2D955839-0057-879E-C579-DB04ABA76F1D}"/>
              </a:ext>
            </a:extLst>
          </p:cNvPr>
          <p:cNvSpPr/>
          <p:nvPr/>
        </p:nvSpPr>
        <p:spPr>
          <a:xfrm>
            <a:off x="7714603" y="3610100"/>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40" name="Ovale 11">
            <a:extLst>
              <a:ext uri="{FF2B5EF4-FFF2-40B4-BE49-F238E27FC236}">
                <a16:creationId xmlns:a16="http://schemas.microsoft.com/office/drawing/2014/main" id="{C277DF38-154C-06D9-8738-8EBAF3CA2EAE}"/>
              </a:ext>
            </a:extLst>
          </p:cNvPr>
          <p:cNvSpPr/>
          <p:nvPr/>
        </p:nvSpPr>
        <p:spPr>
          <a:xfrm>
            <a:off x="6123492" y="4662654"/>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41" name="Ovale 11">
            <a:extLst>
              <a:ext uri="{FF2B5EF4-FFF2-40B4-BE49-F238E27FC236}">
                <a16:creationId xmlns:a16="http://schemas.microsoft.com/office/drawing/2014/main" id="{4C457931-43C6-A56E-D465-2061D68604E4}"/>
              </a:ext>
            </a:extLst>
          </p:cNvPr>
          <p:cNvSpPr/>
          <p:nvPr/>
        </p:nvSpPr>
        <p:spPr>
          <a:xfrm>
            <a:off x="6736326" y="5798821"/>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43" name="Ovale 11">
            <a:extLst>
              <a:ext uri="{FF2B5EF4-FFF2-40B4-BE49-F238E27FC236}">
                <a16:creationId xmlns:a16="http://schemas.microsoft.com/office/drawing/2014/main" id="{1FB8627F-C911-F55A-7044-D3C69CB43E78}"/>
              </a:ext>
            </a:extLst>
          </p:cNvPr>
          <p:cNvSpPr/>
          <p:nvPr/>
        </p:nvSpPr>
        <p:spPr>
          <a:xfrm>
            <a:off x="8216500" y="5424116"/>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45" name="Ovale 11">
            <a:extLst>
              <a:ext uri="{FF2B5EF4-FFF2-40B4-BE49-F238E27FC236}">
                <a16:creationId xmlns:a16="http://schemas.microsoft.com/office/drawing/2014/main" id="{C25F5568-4BEF-AA5E-A529-7BF7FC054E38}"/>
              </a:ext>
            </a:extLst>
          </p:cNvPr>
          <p:cNvSpPr/>
          <p:nvPr/>
        </p:nvSpPr>
        <p:spPr>
          <a:xfrm>
            <a:off x="8216500" y="6163200"/>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46" name="CasellaDiTesto 38">
            <a:extLst>
              <a:ext uri="{FF2B5EF4-FFF2-40B4-BE49-F238E27FC236}">
                <a16:creationId xmlns:a16="http://schemas.microsoft.com/office/drawing/2014/main" id="{DC6A9C79-03A9-559C-8755-C12D82A221FF}"/>
              </a:ext>
            </a:extLst>
          </p:cNvPr>
          <p:cNvSpPr txBox="1"/>
          <p:nvPr/>
        </p:nvSpPr>
        <p:spPr>
          <a:xfrm>
            <a:off x="8750290" y="6190845"/>
            <a:ext cx="3066210" cy="276999"/>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Click “</a:t>
            </a:r>
            <a:r>
              <a:rPr lang="en-GB" sz="1200" b="1">
                <a:latin typeface="+mj-lt"/>
                <a:cs typeface="Segoe UI" panose="020B0502040204020203" pitchFamily="34" charset="0"/>
              </a:rPr>
              <a:t>Next</a:t>
            </a:r>
            <a:r>
              <a:rPr lang="en-GB" sz="1200">
                <a:latin typeface="+mj-lt"/>
                <a:cs typeface="Segoe UI" panose="020B0502040204020203" pitchFamily="34" charset="0"/>
              </a:rPr>
              <a:t>“ to continue.</a:t>
            </a:r>
          </a:p>
        </p:txBody>
      </p:sp>
    </p:spTree>
    <p:extLst>
      <p:ext uri="{BB962C8B-B14F-4D97-AF65-F5344CB8AC3E}">
        <p14:creationId xmlns:p14="http://schemas.microsoft.com/office/powerpoint/2010/main" val="3477691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6EF6D-4C51-901D-D6F3-226D9B8933BA}"/>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7ACEEFA-0E11-44A1-A169-B602087E51D2}"/>
              </a:ext>
            </a:extLst>
          </p:cNvPr>
          <p:cNvGraphicFramePr>
            <a:graphicFrameLocks noChangeAspect="1"/>
          </p:cNvGraphicFramePr>
          <p:nvPr>
            <p:custDataLst>
              <p:tags r:id="rId1"/>
            </p:custDataLst>
            <p:extLst>
              <p:ext uri="{D42A27DB-BD31-4B8C-83A1-F6EECF244321}">
                <p14:modId xmlns:p14="http://schemas.microsoft.com/office/powerpoint/2010/main" val="18943825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67ACEEFA-0E11-44A1-A169-B602087E51D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57891D83-1900-1C85-A5F5-E2C0BD7D7819}"/>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Manager Evaluation (4/4)</a:t>
            </a:r>
          </a:p>
        </p:txBody>
      </p:sp>
      <p:sp>
        <p:nvSpPr>
          <p:cNvPr id="4" name="Segnaposto numero diapositiva 3">
            <a:extLst>
              <a:ext uri="{FF2B5EF4-FFF2-40B4-BE49-F238E27FC236}">
                <a16:creationId xmlns:a16="http://schemas.microsoft.com/office/drawing/2014/main" id="{B0A5FFA2-B899-165F-36A7-8BA0B6E4B4F0}"/>
              </a:ext>
            </a:extLst>
          </p:cNvPr>
          <p:cNvSpPr>
            <a:spLocks noGrp="1"/>
          </p:cNvSpPr>
          <p:nvPr>
            <p:ph type="sldNum" sz="quarter" idx="15"/>
          </p:nvPr>
        </p:nvSpPr>
        <p:spPr/>
        <p:txBody>
          <a:bodyPr/>
          <a:lstStyle/>
          <a:p>
            <a:fld id="{98BF7C3C-24CC-6140-8A22-738C44F1CFEB}" type="slidenum">
              <a:rPr lang="it-IT" smtClean="0"/>
              <a:pPr/>
              <a:t>20</a:t>
            </a:fld>
            <a:endParaRPr lang="it-IT"/>
          </a:p>
        </p:txBody>
      </p:sp>
      <p:sp>
        <p:nvSpPr>
          <p:cNvPr id="6" name="Segnaposto testo 5">
            <a:extLst>
              <a:ext uri="{FF2B5EF4-FFF2-40B4-BE49-F238E27FC236}">
                <a16:creationId xmlns:a16="http://schemas.microsoft.com/office/drawing/2014/main" id="{55E35B15-FCEF-66D7-7CA4-6166F6336359}"/>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D76B4B36-BDEB-166C-163B-DDE562979179}"/>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03EDE8EF-42B8-7EE2-4E85-85C4F4999ED3}"/>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CFA2F662-4246-4328-4CE1-152B673CC215}"/>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CB3E1A53-89A9-5618-8DFF-E3C27D9B21F3}"/>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pic>
        <p:nvPicPr>
          <p:cNvPr id="34" name="Elemento grafico 36" descr="Utente con riempimento a tinta unita">
            <a:extLst>
              <a:ext uri="{FF2B5EF4-FFF2-40B4-BE49-F238E27FC236}">
                <a16:creationId xmlns:a16="http://schemas.microsoft.com/office/drawing/2014/main" id="{8C945660-5C92-FB28-51CD-33DB27B3EB6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F0C1F12F-89A5-90F2-EEAA-5A447103CBE8}"/>
              </a:ext>
            </a:extLst>
          </p:cNvPr>
          <p:cNvSpPr txBox="1"/>
          <p:nvPr/>
        </p:nvSpPr>
        <p:spPr>
          <a:xfrm>
            <a:off x="10414992" y="478800"/>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a:solidFill>
                  <a:schemeClr val="accent3"/>
                </a:solidFill>
                <a:latin typeface="CocoEng" pitchFamily="50" charset="0"/>
                <a:cs typeface="Segoe UI" panose="020B0502040204020203" pitchFamily="34" charset="0"/>
              </a:rPr>
              <a:t>Manager</a:t>
            </a:r>
          </a:p>
        </p:txBody>
      </p:sp>
      <p:sp>
        <p:nvSpPr>
          <p:cNvPr id="49" name="CasellaDiTesto 38">
            <a:extLst>
              <a:ext uri="{FF2B5EF4-FFF2-40B4-BE49-F238E27FC236}">
                <a16:creationId xmlns:a16="http://schemas.microsoft.com/office/drawing/2014/main" id="{CF4B251D-11A2-E1DD-F8AE-9150A62CBBBB}"/>
              </a:ext>
            </a:extLst>
          </p:cNvPr>
          <p:cNvSpPr txBox="1"/>
          <p:nvPr/>
        </p:nvSpPr>
        <p:spPr>
          <a:xfrm>
            <a:off x="8696680" y="1402163"/>
            <a:ext cx="3066210" cy="646331"/>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The last section "</a:t>
            </a:r>
            <a:r>
              <a:rPr lang="en-GB" sz="1200" b="1">
                <a:latin typeface="+mj-lt"/>
                <a:cs typeface="Segoe UI" panose="020B0502040204020203" pitchFamily="34" charset="0"/>
              </a:rPr>
              <a:t>Review and Submit</a:t>
            </a:r>
            <a:r>
              <a:rPr lang="en-GB" sz="1200">
                <a:latin typeface="+mj-lt"/>
                <a:cs typeface="Segoe UI" panose="020B0502040204020203" pitchFamily="34" charset="0"/>
              </a:rPr>
              <a:t>" summarizes all the changes made in the previous tabs.</a:t>
            </a:r>
          </a:p>
        </p:txBody>
      </p:sp>
      <p:sp>
        <p:nvSpPr>
          <p:cNvPr id="50" name="Ovale 11">
            <a:extLst>
              <a:ext uri="{FF2B5EF4-FFF2-40B4-BE49-F238E27FC236}">
                <a16:creationId xmlns:a16="http://schemas.microsoft.com/office/drawing/2014/main" id="{56C11606-8A01-D217-5FD2-F4E21C9B7439}"/>
              </a:ext>
            </a:extLst>
          </p:cNvPr>
          <p:cNvSpPr/>
          <p:nvPr/>
        </p:nvSpPr>
        <p:spPr>
          <a:xfrm>
            <a:off x="8216500"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pic>
        <p:nvPicPr>
          <p:cNvPr id="20" name="Picture 19">
            <a:extLst>
              <a:ext uri="{FF2B5EF4-FFF2-40B4-BE49-F238E27FC236}">
                <a16:creationId xmlns:a16="http://schemas.microsoft.com/office/drawing/2014/main" id="{F73DE2AC-18AF-C9F0-0884-94526CD43B62}"/>
              </a:ext>
            </a:extLst>
          </p:cNvPr>
          <p:cNvPicPr>
            <a:picLocks noChangeAspect="1"/>
          </p:cNvPicPr>
          <p:nvPr/>
        </p:nvPicPr>
        <p:blipFill>
          <a:blip r:embed="rId8"/>
          <a:stretch>
            <a:fillRect/>
          </a:stretch>
        </p:blipFill>
        <p:spPr>
          <a:xfrm>
            <a:off x="984945" y="1510323"/>
            <a:ext cx="4159073" cy="3781822"/>
          </a:xfrm>
          <a:prstGeom prst="rect">
            <a:avLst/>
          </a:prstGeom>
          <a:ln>
            <a:solidFill>
              <a:schemeClr val="accent6"/>
            </a:solidFill>
          </a:ln>
        </p:spPr>
      </p:pic>
      <p:sp>
        <p:nvSpPr>
          <p:cNvPr id="21" name="CasellaDiTesto 38">
            <a:extLst>
              <a:ext uri="{FF2B5EF4-FFF2-40B4-BE49-F238E27FC236}">
                <a16:creationId xmlns:a16="http://schemas.microsoft.com/office/drawing/2014/main" id="{1C7CC8DE-42B5-3CA1-FBA0-869CD2E17DE4}"/>
              </a:ext>
            </a:extLst>
          </p:cNvPr>
          <p:cNvSpPr txBox="1"/>
          <p:nvPr/>
        </p:nvSpPr>
        <p:spPr>
          <a:xfrm>
            <a:off x="8696680" y="2139214"/>
            <a:ext cx="3066210" cy="461665"/>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Click "</a:t>
            </a:r>
            <a:r>
              <a:rPr lang="en-GB" sz="1200" b="1">
                <a:latin typeface="+mj-lt"/>
                <a:cs typeface="Segoe UI" panose="020B0502040204020203" pitchFamily="34" charset="0"/>
              </a:rPr>
              <a:t>Submit</a:t>
            </a:r>
            <a:r>
              <a:rPr lang="en-GB" sz="1200">
                <a:latin typeface="+mj-lt"/>
                <a:cs typeface="Segoe UI" panose="020B0502040204020203" pitchFamily="34" charset="0"/>
              </a:rPr>
              <a:t>" to submit your evaluation and close the task.</a:t>
            </a:r>
          </a:p>
        </p:txBody>
      </p:sp>
      <p:sp>
        <p:nvSpPr>
          <p:cNvPr id="22" name="Ovale 11">
            <a:extLst>
              <a:ext uri="{FF2B5EF4-FFF2-40B4-BE49-F238E27FC236}">
                <a16:creationId xmlns:a16="http://schemas.microsoft.com/office/drawing/2014/main" id="{F38E082F-9939-FAF1-50E2-A27190BDB0E6}"/>
              </a:ext>
            </a:extLst>
          </p:cNvPr>
          <p:cNvSpPr/>
          <p:nvPr/>
        </p:nvSpPr>
        <p:spPr>
          <a:xfrm>
            <a:off x="8216500" y="209409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24" name="Rectangle 23">
            <a:extLst>
              <a:ext uri="{FF2B5EF4-FFF2-40B4-BE49-F238E27FC236}">
                <a16:creationId xmlns:a16="http://schemas.microsoft.com/office/drawing/2014/main" id="{FE4CD8FA-146B-7532-417C-2D537131B306}"/>
              </a:ext>
            </a:extLst>
          </p:cNvPr>
          <p:cNvSpPr/>
          <p:nvPr/>
        </p:nvSpPr>
        <p:spPr>
          <a:xfrm>
            <a:off x="984945" y="3955754"/>
            <a:ext cx="1335469" cy="24535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0B14D7BC-1D48-BD91-DE49-5A95992004BB}"/>
              </a:ext>
            </a:extLst>
          </p:cNvPr>
          <p:cNvSpPr/>
          <p:nvPr/>
        </p:nvSpPr>
        <p:spPr>
          <a:xfrm>
            <a:off x="2615108" y="4915665"/>
            <a:ext cx="786892" cy="37648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e 11">
            <a:extLst>
              <a:ext uri="{FF2B5EF4-FFF2-40B4-BE49-F238E27FC236}">
                <a16:creationId xmlns:a16="http://schemas.microsoft.com/office/drawing/2014/main" id="{ED6A9BEB-2798-F382-04D0-E48FAFB8F711}"/>
              </a:ext>
            </a:extLst>
          </p:cNvPr>
          <p:cNvSpPr/>
          <p:nvPr/>
        </p:nvSpPr>
        <p:spPr>
          <a:xfrm>
            <a:off x="2124619" y="3842032"/>
            <a:ext cx="271086" cy="2710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pic>
        <p:nvPicPr>
          <p:cNvPr id="44" name="Picture 43">
            <a:extLst>
              <a:ext uri="{FF2B5EF4-FFF2-40B4-BE49-F238E27FC236}">
                <a16:creationId xmlns:a16="http://schemas.microsoft.com/office/drawing/2014/main" id="{BD30698B-925B-139C-1C35-19533EB2E888}"/>
              </a:ext>
            </a:extLst>
          </p:cNvPr>
          <p:cNvPicPr>
            <a:picLocks noChangeAspect="1"/>
          </p:cNvPicPr>
          <p:nvPr/>
        </p:nvPicPr>
        <p:blipFill>
          <a:blip r:embed="rId9"/>
          <a:stretch>
            <a:fillRect/>
          </a:stretch>
        </p:blipFill>
        <p:spPr>
          <a:xfrm>
            <a:off x="4267700" y="1992869"/>
            <a:ext cx="3828620" cy="1676545"/>
          </a:xfrm>
          <a:prstGeom prst="rect">
            <a:avLst/>
          </a:prstGeom>
          <a:ln>
            <a:solidFill>
              <a:schemeClr val="accent6"/>
            </a:solidFill>
          </a:ln>
        </p:spPr>
      </p:pic>
      <p:sp>
        <p:nvSpPr>
          <p:cNvPr id="48" name="Ovale 11">
            <a:extLst>
              <a:ext uri="{FF2B5EF4-FFF2-40B4-BE49-F238E27FC236}">
                <a16:creationId xmlns:a16="http://schemas.microsoft.com/office/drawing/2014/main" id="{ABF52F50-2120-A6F9-6378-329D8CF1F143}"/>
              </a:ext>
            </a:extLst>
          </p:cNvPr>
          <p:cNvSpPr/>
          <p:nvPr/>
        </p:nvSpPr>
        <p:spPr>
          <a:xfrm>
            <a:off x="3263265" y="4716785"/>
            <a:ext cx="271086" cy="2710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pic>
        <p:nvPicPr>
          <p:cNvPr id="57" name="Picture 56">
            <a:extLst>
              <a:ext uri="{FF2B5EF4-FFF2-40B4-BE49-F238E27FC236}">
                <a16:creationId xmlns:a16="http://schemas.microsoft.com/office/drawing/2014/main" id="{34854DCC-B3B4-48D4-A5C4-068B690165D1}"/>
              </a:ext>
            </a:extLst>
          </p:cNvPr>
          <p:cNvPicPr>
            <a:picLocks noChangeAspect="1"/>
          </p:cNvPicPr>
          <p:nvPr/>
        </p:nvPicPr>
        <p:blipFill>
          <a:blip r:embed="rId10"/>
          <a:srcRect r="14789"/>
          <a:stretch/>
        </p:blipFill>
        <p:spPr>
          <a:xfrm>
            <a:off x="4736338" y="3735586"/>
            <a:ext cx="3359982" cy="2669795"/>
          </a:xfrm>
          <a:prstGeom prst="rect">
            <a:avLst/>
          </a:prstGeom>
          <a:ln>
            <a:solidFill>
              <a:schemeClr val="accent6"/>
            </a:solidFill>
          </a:ln>
        </p:spPr>
      </p:pic>
      <p:sp>
        <p:nvSpPr>
          <p:cNvPr id="58" name="Rectangle 57">
            <a:extLst>
              <a:ext uri="{FF2B5EF4-FFF2-40B4-BE49-F238E27FC236}">
                <a16:creationId xmlns:a16="http://schemas.microsoft.com/office/drawing/2014/main" id="{7874D819-002A-91E4-7704-34AE8D9120BA}"/>
              </a:ext>
            </a:extLst>
          </p:cNvPr>
          <p:cNvSpPr/>
          <p:nvPr/>
        </p:nvSpPr>
        <p:spPr>
          <a:xfrm>
            <a:off x="4357126" y="3164304"/>
            <a:ext cx="1237558" cy="46265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ectangle 58">
            <a:extLst>
              <a:ext uri="{FF2B5EF4-FFF2-40B4-BE49-F238E27FC236}">
                <a16:creationId xmlns:a16="http://schemas.microsoft.com/office/drawing/2014/main" id="{CD7071CA-2FF3-11A2-E34B-C6FEF552F76F}"/>
              </a:ext>
            </a:extLst>
          </p:cNvPr>
          <p:cNvSpPr/>
          <p:nvPr/>
        </p:nvSpPr>
        <p:spPr>
          <a:xfrm>
            <a:off x="4860757" y="6003758"/>
            <a:ext cx="926431" cy="38692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Ovale 11">
            <a:extLst>
              <a:ext uri="{FF2B5EF4-FFF2-40B4-BE49-F238E27FC236}">
                <a16:creationId xmlns:a16="http://schemas.microsoft.com/office/drawing/2014/main" id="{67ABF96C-2DC3-47A1-17C1-7755668ACE6A}"/>
              </a:ext>
            </a:extLst>
          </p:cNvPr>
          <p:cNvSpPr/>
          <p:nvPr/>
        </p:nvSpPr>
        <p:spPr>
          <a:xfrm>
            <a:off x="5484012" y="3028761"/>
            <a:ext cx="271086" cy="2710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62" name="Ovale 11">
            <a:extLst>
              <a:ext uri="{FF2B5EF4-FFF2-40B4-BE49-F238E27FC236}">
                <a16:creationId xmlns:a16="http://schemas.microsoft.com/office/drawing/2014/main" id="{7BD6B266-1DC7-09C8-EBA6-EF493EB108E8}"/>
              </a:ext>
            </a:extLst>
          </p:cNvPr>
          <p:cNvSpPr/>
          <p:nvPr/>
        </p:nvSpPr>
        <p:spPr>
          <a:xfrm>
            <a:off x="5619555" y="5835129"/>
            <a:ext cx="271086" cy="2710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64" name="CasellaDiTesto 38">
            <a:extLst>
              <a:ext uri="{FF2B5EF4-FFF2-40B4-BE49-F238E27FC236}">
                <a16:creationId xmlns:a16="http://schemas.microsoft.com/office/drawing/2014/main" id="{3A9A2B46-F0E7-8B91-A88C-B2CE7CB1C783}"/>
              </a:ext>
            </a:extLst>
          </p:cNvPr>
          <p:cNvSpPr txBox="1"/>
          <p:nvPr/>
        </p:nvSpPr>
        <p:spPr>
          <a:xfrm>
            <a:off x="8696680" y="2702639"/>
            <a:ext cx="3066210" cy="830997"/>
          </a:xfrm>
          <a:prstGeom prst="rect">
            <a:avLst/>
          </a:prstGeom>
          <a:noFill/>
          <a:ln>
            <a:solidFill>
              <a:schemeClr val="bg2"/>
            </a:solidFill>
            <a:prstDash val="dash"/>
          </a:ln>
        </p:spPr>
        <p:txBody>
          <a:bodyPr wrap="square">
            <a:spAutoFit/>
          </a:bodyPr>
          <a:lstStyle/>
          <a:p>
            <a:r>
              <a:rPr lang="en-US" sz="1200">
                <a:latin typeface="+mj-lt"/>
                <a:cs typeface="Segoe UI" panose="020B0502040204020203" pitchFamily="34" charset="0"/>
              </a:rPr>
              <a:t>Following the Manager Evaluation, click </a:t>
            </a:r>
            <a:r>
              <a:rPr lang="en-US" sz="1200" b="1">
                <a:latin typeface="+mj-lt"/>
                <a:cs typeface="Segoe UI" panose="020B0502040204020203" pitchFamily="34" charset="0"/>
              </a:rPr>
              <a:t>"To Do"</a:t>
            </a:r>
            <a:r>
              <a:rPr lang="en-US" sz="1200">
                <a:latin typeface="+mj-lt"/>
                <a:cs typeface="Segoe UI" panose="020B0502040204020203" pitchFamily="34" charset="0"/>
              </a:rPr>
              <a:t> to open the notification and display the task </a:t>
            </a:r>
            <a:r>
              <a:rPr lang="en-US" sz="1200" b="1">
                <a:latin typeface="+mj-lt"/>
                <a:cs typeface="Segoe UI" panose="020B0502040204020203" pitchFamily="34" charset="0"/>
              </a:rPr>
              <a:t>"To Do – 1:1 Employee/Manager"</a:t>
            </a:r>
            <a:endParaRPr lang="it-IT" sz="1200" b="1">
              <a:latin typeface="+mj-lt"/>
              <a:cs typeface="Segoe UI" panose="020B0502040204020203" pitchFamily="34" charset="0"/>
            </a:endParaRPr>
          </a:p>
        </p:txBody>
      </p:sp>
      <p:sp>
        <p:nvSpPr>
          <p:cNvPr id="65" name="Ovale 11">
            <a:extLst>
              <a:ext uri="{FF2B5EF4-FFF2-40B4-BE49-F238E27FC236}">
                <a16:creationId xmlns:a16="http://schemas.microsoft.com/office/drawing/2014/main" id="{0E6E0829-4A4B-017E-BDF7-C7CD28C3DFC7}"/>
              </a:ext>
            </a:extLst>
          </p:cNvPr>
          <p:cNvSpPr/>
          <p:nvPr/>
        </p:nvSpPr>
        <p:spPr>
          <a:xfrm>
            <a:off x="8216500" y="2668761"/>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66" name="CasellaDiTesto 38">
            <a:extLst>
              <a:ext uri="{FF2B5EF4-FFF2-40B4-BE49-F238E27FC236}">
                <a16:creationId xmlns:a16="http://schemas.microsoft.com/office/drawing/2014/main" id="{7F593364-FE1F-A397-4541-B6E39E1780AB}"/>
              </a:ext>
            </a:extLst>
          </p:cNvPr>
          <p:cNvSpPr txBox="1"/>
          <p:nvPr/>
        </p:nvSpPr>
        <p:spPr>
          <a:xfrm>
            <a:off x="8696680" y="3662933"/>
            <a:ext cx="3066210" cy="461665"/>
          </a:xfrm>
          <a:prstGeom prst="rect">
            <a:avLst/>
          </a:prstGeom>
          <a:noFill/>
          <a:ln>
            <a:solidFill>
              <a:schemeClr val="bg2"/>
            </a:solidFill>
            <a:prstDash val="dash"/>
          </a:ln>
        </p:spPr>
        <p:txBody>
          <a:bodyPr wrap="square">
            <a:spAutoFit/>
          </a:bodyPr>
          <a:lstStyle/>
          <a:p>
            <a:r>
              <a:rPr lang="en-US" sz="1200">
                <a:latin typeface="+mj-lt"/>
                <a:cs typeface="Segoe UI" panose="020B0502040204020203" pitchFamily="34" charset="0"/>
              </a:rPr>
              <a:t>Click "</a:t>
            </a:r>
            <a:r>
              <a:rPr lang="en-US" sz="1200" b="1">
                <a:latin typeface="+mj-lt"/>
                <a:cs typeface="Segoe UI" panose="020B0502040204020203" pitchFamily="34" charset="0"/>
              </a:rPr>
              <a:t>Submit</a:t>
            </a:r>
            <a:r>
              <a:rPr lang="en-US" sz="1200">
                <a:latin typeface="+mj-lt"/>
                <a:cs typeface="Segoe UI" panose="020B0502040204020203" pitchFamily="34" charset="0"/>
              </a:rPr>
              <a:t>" to send the evaluation to the Employee in view.</a:t>
            </a:r>
            <a:endParaRPr lang="it-IT" sz="1200" b="1">
              <a:latin typeface="+mj-lt"/>
              <a:cs typeface="Segoe UI" panose="020B0502040204020203" pitchFamily="34" charset="0"/>
            </a:endParaRPr>
          </a:p>
        </p:txBody>
      </p:sp>
      <p:sp>
        <p:nvSpPr>
          <p:cNvPr id="67" name="Ovale 11">
            <a:extLst>
              <a:ext uri="{FF2B5EF4-FFF2-40B4-BE49-F238E27FC236}">
                <a16:creationId xmlns:a16="http://schemas.microsoft.com/office/drawing/2014/main" id="{CD3B5A24-00AB-C209-0DCB-259DD0C23FC9}"/>
              </a:ext>
            </a:extLst>
          </p:cNvPr>
          <p:cNvSpPr/>
          <p:nvPr/>
        </p:nvSpPr>
        <p:spPr>
          <a:xfrm>
            <a:off x="8216500" y="3637898"/>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Tree>
    <p:extLst>
      <p:ext uri="{BB962C8B-B14F-4D97-AF65-F5344CB8AC3E}">
        <p14:creationId xmlns:p14="http://schemas.microsoft.com/office/powerpoint/2010/main" val="15786960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35692-8AF9-F2D7-F385-9655BAC0649E}"/>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A7ABC2E-0AE7-9AF3-DB89-A4C0B84C515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3" name="think-cell data - do not delete" hidden="1">
                        <a:extLst>
                          <a:ext uri="{FF2B5EF4-FFF2-40B4-BE49-F238E27FC236}">
                            <a16:creationId xmlns:a16="http://schemas.microsoft.com/office/drawing/2014/main" id="{DA7ABC2E-0AE7-9AF3-DB89-A4C0B84C51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6" name="Segnaposto immagine 5">
            <a:extLst>
              <a:ext uri="{FF2B5EF4-FFF2-40B4-BE49-F238E27FC236}">
                <a16:creationId xmlns:a16="http://schemas.microsoft.com/office/drawing/2014/main" id="{87337847-CFD8-CB44-3B77-A26F2A9937AF}"/>
              </a:ext>
            </a:extLst>
          </p:cNvPr>
          <p:cNvPicPr>
            <a:picLocks noGrp="1" noChangeAspect="1"/>
          </p:cNvPicPr>
          <p:nvPr>
            <p:ph type="pic" sz="quarter" idx="11"/>
          </p:nvPr>
        </p:nvPicPr>
        <p:blipFill>
          <a:blip r:embed="rId6"/>
          <a:srcRect l="24934" r="24934"/>
          <a:stretch/>
        </p:blipFill>
        <p:spPr>
          <a:xfrm>
            <a:off x="6095999" y="0"/>
            <a:ext cx="6111325" cy="6858000"/>
          </a:xfrm>
        </p:spPr>
      </p:pic>
      <p:sp>
        <p:nvSpPr>
          <p:cNvPr id="5" name="Segnaposto testo 4">
            <a:extLst>
              <a:ext uri="{FF2B5EF4-FFF2-40B4-BE49-F238E27FC236}">
                <a16:creationId xmlns:a16="http://schemas.microsoft.com/office/drawing/2014/main" id="{1906491F-5F53-5F94-4D76-B84960007613}"/>
              </a:ext>
            </a:extLst>
          </p:cNvPr>
          <p:cNvSpPr>
            <a:spLocks noGrp="1"/>
          </p:cNvSpPr>
          <p:nvPr>
            <p:ph type="body" sz="quarter" idx="20"/>
          </p:nvPr>
        </p:nvSpPr>
        <p:spPr/>
        <p:txBody>
          <a:bodyPr/>
          <a:lstStyle/>
          <a:p>
            <a:r>
              <a:rPr lang="it-IT" err="1"/>
              <a:t>Employee</a:t>
            </a:r>
            <a:r>
              <a:rPr lang="it-IT"/>
              <a:t> – Self Evaluation </a:t>
            </a:r>
          </a:p>
          <a:p>
            <a:r>
              <a:rPr lang="it-IT"/>
              <a:t>Manager – </a:t>
            </a:r>
            <a:r>
              <a:rPr lang="it-IT" err="1"/>
              <a:t>Get</a:t>
            </a:r>
            <a:r>
              <a:rPr lang="it-IT"/>
              <a:t> </a:t>
            </a:r>
            <a:r>
              <a:rPr lang="it-IT" err="1"/>
              <a:t>Additional</a:t>
            </a:r>
            <a:r>
              <a:rPr lang="it-IT"/>
              <a:t> Manager Evaluation</a:t>
            </a:r>
          </a:p>
          <a:p>
            <a:r>
              <a:rPr lang="it-IT" err="1"/>
              <a:t>Additional</a:t>
            </a:r>
            <a:r>
              <a:rPr lang="it-IT"/>
              <a:t> Manager – </a:t>
            </a:r>
            <a:r>
              <a:rPr lang="it-IT" err="1"/>
              <a:t>Additional</a:t>
            </a:r>
            <a:r>
              <a:rPr lang="it-IT"/>
              <a:t> Manager Evaluation</a:t>
            </a:r>
          </a:p>
          <a:p>
            <a:r>
              <a:rPr lang="it-IT"/>
              <a:t>Manager – Manager Evaluation &amp; To Do</a:t>
            </a:r>
          </a:p>
          <a:p>
            <a:r>
              <a:rPr lang="it-IT" b="1" err="1">
                <a:solidFill>
                  <a:schemeClr val="accent1"/>
                </a:solidFill>
              </a:rPr>
              <a:t>Employee</a:t>
            </a:r>
            <a:r>
              <a:rPr lang="it-IT" b="1">
                <a:solidFill>
                  <a:schemeClr val="accent1"/>
                </a:solidFill>
              </a:rPr>
              <a:t> – </a:t>
            </a:r>
            <a:r>
              <a:rPr lang="it-IT" b="1" err="1">
                <a:solidFill>
                  <a:schemeClr val="accent1"/>
                </a:solidFill>
              </a:rPr>
              <a:t>Acknowledgement</a:t>
            </a:r>
            <a:r>
              <a:rPr lang="it-IT" b="1">
                <a:solidFill>
                  <a:schemeClr val="accent1"/>
                </a:solidFill>
              </a:rPr>
              <a:t> </a:t>
            </a:r>
          </a:p>
          <a:p>
            <a:r>
              <a:rPr lang="it-IT" err="1"/>
              <a:t>FAQs</a:t>
            </a:r>
            <a:endParaRPr lang="it-IT" b="1">
              <a:solidFill>
                <a:schemeClr val="accent1"/>
              </a:solidFill>
            </a:endParaRPr>
          </a:p>
          <a:p>
            <a:endParaRPr lang="en-GB"/>
          </a:p>
        </p:txBody>
      </p:sp>
      <p:sp>
        <p:nvSpPr>
          <p:cNvPr id="11" name="Titolo 10">
            <a:extLst>
              <a:ext uri="{FF2B5EF4-FFF2-40B4-BE49-F238E27FC236}">
                <a16:creationId xmlns:a16="http://schemas.microsoft.com/office/drawing/2014/main" id="{EF12536D-8161-2649-028A-FE9288DF5562}"/>
              </a:ext>
            </a:extLst>
          </p:cNvPr>
          <p:cNvSpPr>
            <a:spLocks noGrp="1"/>
          </p:cNvSpPr>
          <p:nvPr>
            <p:ph type="title"/>
          </p:nvPr>
        </p:nvSpPr>
        <p:spPr/>
        <p:txBody>
          <a:bodyPr vert="horz"/>
          <a:lstStyle/>
          <a:p>
            <a:r>
              <a:rPr lang="it-IT"/>
              <a:t>Agenda</a:t>
            </a:r>
          </a:p>
        </p:txBody>
      </p:sp>
      <p:sp>
        <p:nvSpPr>
          <p:cNvPr id="9" name="Segnaposto testo 8">
            <a:extLst>
              <a:ext uri="{FF2B5EF4-FFF2-40B4-BE49-F238E27FC236}">
                <a16:creationId xmlns:a16="http://schemas.microsoft.com/office/drawing/2014/main" id="{4942185A-AF1F-8E9C-FF8C-1707DF507B22}"/>
              </a:ext>
            </a:extLst>
          </p:cNvPr>
          <p:cNvSpPr>
            <a:spLocks noGrp="1"/>
          </p:cNvSpPr>
          <p:nvPr>
            <p:ph type="body" sz="quarter" idx="13"/>
          </p:nvPr>
        </p:nvSpPr>
        <p:spPr/>
        <p:txBody>
          <a:bodyPr/>
          <a:lstStyle/>
          <a:p>
            <a:r>
              <a:rPr lang="it-IT"/>
              <a:t>ENGINEERING </a:t>
            </a:r>
            <a:r>
              <a:rPr lang="it-IT" b="0"/>
              <a:t>/ THE DIGITAL TRANSFORMATION COMPANY</a:t>
            </a:r>
          </a:p>
        </p:txBody>
      </p:sp>
      <p:sp>
        <p:nvSpPr>
          <p:cNvPr id="13" name="Segnaposto piè di pagina 12">
            <a:extLst>
              <a:ext uri="{FF2B5EF4-FFF2-40B4-BE49-F238E27FC236}">
                <a16:creationId xmlns:a16="http://schemas.microsoft.com/office/drawing/2014/main" id="{FB4AFE8A-D6BD-76A6-3646-DECD10D2A74F}"/>
              </a:ext>
            </a:extLst>
          </p:cNvPr>
          <p:cNvSpPr>
            <a:spLocks noGrp="1"/>
          </p:cNvSpPr>
          <p:nvPr>
            <p:ph type="ftr" sz="quarter" idx="17"/>
          </p:nvPr>
        </p:nvSpPr>
        <p:spPr/>
        <p:txBody>
          <a:bodyPr/>
          <a:lstStyle/>
          <a:p>
            <a:endParaRPr lang="it-IT"/>
          </a:p>
        </p:txBody>
      </p:sp>
      <p:sp>
        <p:nvSpPr>
          <p:cNvPr id="2" name="Segnaposto numero diapositiva 1">
            <a:extLst>
              <a:ext uri="{FF2B5EF4-FFF2-40B4-BE49-F238E27FC236}">
                <a16:creationId xmlns:a16="http://schemas.microsoft.com/office/drawing/2014/main" id="{9BB0B34C-448C-E06D-E574-561EA4570110}"/>
              </a:ext>
            </a:extLst>
          </p:cNvPr>
          <p:cNvSpPr>
            <a:spLocks noGrp="1"/>
          </p:cNvSpPr>
          <p:nvPr>
            <p:ph type="sldNum" sz="quarter" idx="18"/>
          </p:nvPr>
        </p:nvSpPr>
        <p:spPr/>
        <p:txBody>
          <a:bodyPr/>
          <a:lstStyle/>
          <a:p>
            <a:fld id="{98BF7C3C-24CC-6140-8A22-738C44F1CFEB}" type="slidenum">
              <a:rPr lang="it-IT" smtClean="0"/>
              <a:pPr/>
              <a:t>21</a:t>
            </a:fld>
            <a:endParaRPr lang="it-IT"/>
          </a:p>
        </p:txBody>
      </p:sp>
    </p:spTree>
    <p:extLst>
      <p:ext uri="{BB962C8B-B14F-4D97-AF65-F5344CB8AC3E}">
        <p14:creationId xmlns:p14="http://schemas.microsoft.com/office/powerpoint/2010/main" val="17450256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479BC-C9EB-07B7-F740-B51A931BC977}"/>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DCE89CB-07E5-5D60-9765-63357C4A33F5}"/>
              </a:ext>
            </a:extLst>
          </p:cNvPr>
          <p:cNvGraphicFramePr>
            <a:graphicFrameLocks noChangeAspect="1"/>
          </p:cNvGraphicFramePr>
          <p:nvPr>
            <p:custDataLst>
              <p:tags r:id="rId1"/>
            </p:custDataLst>
            <p:extLst>
              <p:ext uri="{D42A27DB-BD31-4B8C-83A1-F6EECF244321}">
                <p14:modId xmlns:p14="http://schemas.microsoft.com/office/powerpoint/2010/main" val="11278592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0DCE89CB-07E5-5D60-9765-63357C4A33F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383220CE-8D81-1903-58A9-B5686A9225CC}"/>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a:t>
            </a:r>
            <a:r>
              <a:rPr lang="it-IT" b="0" err="1"/>
              <a:t>Employee</a:t>
            </a:r>
            <a:r>
              <a:rPr lang="it-IT" b="0"/>
              <a:t> </a:t>
            </a:r>
            <a:r>
              <a:rPr lang="it-IT" b="0" err="1"/>
              <a:t>Acknowledgement</a:t>
            </a:r>
            <a:endParaRPr lang="it-IT" b="0"/>
          </a:p>
        </p:txBody>
      </p:sp>
      <p:sp>
        <p:nvSpPr>
          <p:cNvPr id="4" name="Segnaposto numero diapositiva 3">
            <a:extLst>
              <a:ext uri="{FF2B5EF4-FFF2-40B4-BE49-F238E27FC236}">
                <a16:creationId xmlns:a16="http://schemas.microsoft.com/office/drawing/2014/main" id="{044ECEFE-6974-BDE6-6BFF-C4D1A1EE39F3}"/>
              </a:ext>
            </a:extLst>
          </p:cNvPr>
          <p:cNvSpPr>
            <a:spLocks noGrp="1"/>
          </p:cNvSpPr>
          <p:nvPr>
            <p:ph type="sldNum" sz="quarter" idx="15"/>
          </p:nvPr>
        </p:nvSpPr>
        <p:spPr/>
        <p:txBody>
          <a:bodyPr/>
          <a:lstStyle/>
          <a:p>
            <a:fld id="{98BF7C3C-24CC-6140-8A22-738C44F1CFEB}" type="slidenum">
              <a:rPr lang="it-IT" smtClean="0"/>
              <a:pPr/>
              <a:t>22</a:t>
            </a:fld>
            <a:endParaRPr lang="it-IT"/>
          </a:p>
        </p:txBody>
      </p:sp>
      <p:sp>
        <p:nvSpPr>
          <p:cNvPr id="6" name="Segnaposto testo 5">
            <a:extLst>
              <a:ext uri="{FF2B5EF4-FFF2-40B4-BE49-F238E27FC236}">
                <a16:creationId xmlns:a16="http://schemas.microsoft.com/office/drawing/2014/main" id="{AB9E406D-A7F9-4B0F-1CCD-C51CE06A5044}"/>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5A002154-25D4-A1D6-F2A6-CCA60853AF0B}"/>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A50E57A4-5BB0-586B-6D5F-B09F7F946904}"/>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4E6CA328-81DF-000A-7CD3-0B5FFB8D2FE9}"/>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1EBF1EAB-9077-5B5E-1D29-684F64763D86}"/>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DF2C10CB-7D73-DFF1-C1F2-328E1CF3E4F0}"/>
              </a:ext>
            </a:extLst>
          </p:cNvPr>
          <p:cNvSpPr txBox="1"/>
          <p:nvPr/>
        </p:nvSpPr>
        <p:spPr>
          <a:xfrm>
            <a:off x="8696680" y="1402163"/>
            <a:ext cx="3066210" cy="1569660"/>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Log in to Workday via single sign-on to access your personal dashboard.</a:t>
            </a:r>
          </a:p>
          <a:p>
            <a:r>
              <a:rPr lang="en-GB" sz="1200">
                <a:latin typeface="+mj-lt"/>
                <a:cs typeface="Segoe UI" panose="020B0502040204020203" pitchFamily="34" charset="0"/>
              </a:rPr>
              <a:t>In the "Awaiting Your Action" section, click on “</a:t>
            </a:r>
            <a:r>
              <a:rPr lang="en-GB" sz="1200" b="1">
                <a:latin typeface="+mj-lt"/>
                <a:cs typeface="Segoe UI" panose="020B0502040204020203" pitchFamily="34" charset="0"/>
              </a:rPr>
              <a:t>Employee Review Comments: Mid Year Check – In”</a:t>
            </a:r>
            <a:endParaRPr lang="en-GB" sz="1200">
              <a:latin typeface="+mj-lt"/>
              <a:cs typeface="Segoe UI" panose="020B0502040204020203" pitchFamily="34" charset="0"/>
            </a:endParaRPr>
          </a:p>
          <a:p>
            <a:endParaRPr lang="en-GB" sz="1200">
              <a:latin typeface="+mj-lt"/>
              <a:cs typeface="Segoe UI" panose="020B0502040204020203" pitchFamily="34" charset="0"/>
            </a:endParaRPr>
          </a:p>
          <a:p>
            <a:r>
              <a:rPr lang="en-GB" sz="1200">
                <a:latin typeface="+mj-lt"/>
                <a:cs typeface="Segoe UI" panose="020B0502040204020203" pitchFamily="34" charset="0"/>
              </a:rPr>
              <a:t>Click “</a:t>
            </a:r>
            <a:r>
              <a:rPr lang="en-GB" sz="1200" b="1">
                <a:latin typeface="+mj-lt"/>
                <a:cs typeface="Segoe UI" panose="020B0502040204020203" pitchFamily="34" charset="0"/>
              </a:rPr>
              <a:t>Get Started</a:t>
            </a:r>
            <a:r>
              <a:rPr lang="en-GB" sz="1200">
                <a:latin typeface="+mj-lt"/>
                <a:cs typeface="Segoe UI" panose="020B0502040204020203" pitchFamily="34" charset="0"/>
              </a:rPr>
              <a:t>“ to start with the evaluation. </a:t>
            </a:r>
          </a:p>
        </p:txBody>
      </p:sp>
      <p:sp>
        <p:nvSpPr>
          <p:cNvPr id="16" name="Ovale 11">
            <a:extLst>
              <a:ext uri="{FF2B5EF4-FFF2-40B4-BE49-F238E27FC236}">
                <a16:creationId xmlns:a16="http://schemas.microsoft.com/office/drawing/2014/main" id="{23F048B7-B636-CCBF-34C1-2E402E81F6FB}"/>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pic>
        <p:nvPicPr>
          <p:cNvPr id="34" name="Elemento grafico 36" descr="Utente con riempimento a tinta unita">
            <a:extLst>
              <a:ext uri="{FF2B5EF4-FFF2-40B4-BE49-F238E27FC236}">
                <a16:creationId xmlns:a16="http://schemas.microsoft.com/office/drawing/2014/main" id="{95116AE2-5590-FEB1-A2D1-0A5269C27EA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92E4E179-27E2-23C0-C469-59BBD63B9CEF}"/>
              </a:ext>
            </a:extLst>
          </p:cNvPr>
          <p:cNvSpPr txBox="1"/>
          <p:nvPr/>
        </p:nvSpPr>
        <p:spPr>
          <a:xfrm>
            <a:off x="10414992" y="478800"/>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err="1">
                <a:solidFill>
                  <a:schemeClr val="accent2"/>
                </a:solidFill>
                <a:latin typeface="CocoEng" pitchFamily="50" charset="0"/>
                <a:cs typeface="Segoe UI" panose="020B0502040204020203" pitchFamily="34" charset="0"/>
              </a:rPr>
              <a:t>Employee</a:t>
            </a:r>
            <a:endParaRPr lang="it-IT" sz="1600" b="1">
              <a:solidFill>
                <a:schemeClr val="accent2"/>
              </a:solidFill>
              <a:latin typeface="CocoEng" pitchFamily="50" charset="0"/>
              <a:cs typeface="Segoe UI" panose="020B0502040204020203" pitchFamily="34" charset="0"/>
            </a:endParaRPr>
          </a:p>
        </p:txBody>
      </p:sp>
      <p:sp>
        <p:nvSpPr>
          <p:cNvPr id="27" name="CasellaDiTesto 38">
            <a:extLst>
              <a:ext uri="{FF2B5EF4-FFF2-40B4-BE49-F238E27FC236}">
                <a16:creationId xmlns:a16="http://schemas.microsoft.com/office/drawing/2014/main" id="{7D812FD0-C0B3-1A91-5DB5-11F491B45198}"/>
              </a:ext>
            </a:extLst>
          </p:cNvPr>
          <p:cNvSpPr txBox="1"/>
          <p:nvPr/>
        </p:nvSpPr>
        <p:spPr>
          <a:xfrm>
            <a:off x="8696680" y="3101348"/>
            <a:ext cx="3066210" cy="1015663"/>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In the tab </a:t>
            </a:r>
            <a:r>
              <a:rPr lang="en-GB" sz="1200" b="1">
                <a:latin typeface="+mj-lt"/>
                <a:cs typeface="Segoe UI" panose="020B0502040204020203" pitchFamily="34" charset="0"/>
              </a:rPr>
              <a:t>“Summary”</a:t>
            </a:r>
            <a:r>
              <a:rPr lang="en-GB" sz="1200">
                <a:latin typeface="+mj-lt"/>
                <a:cs typeface="Segoe UI" panose="020B0502040204020203" pitchFamily="34" charset="0"/>
              </a:rPr>
              <a:t>, you can view all the comments left by the Manager and Additional Manager (if present)</a:t>
            </a:r>
          </a:p>
          <a:p>
            <a:endParaRPr lang="en-GB" sz="1200">
              <a:latin typeface="+mj-lt"/>
              <a:cs typeface="Segoe UI" panose="020B0502040204020203" pitchFamily="34" charset="0"/>
            </a:endParaRPr>
          </a:p>
          <a:p>
            <a:r>
              <a:rPr lang="en-GB" sz="1200">
                <a:latin typeface="+mj-lt"/>
                <a:cs typeface="Segoe UI" panose="020B0502040204020203" pitchFamily="34" charset="0"/>
              </a:rPr>
              <a:t>Click “</a:t>
            </a:r>
            <a:r>
              <a:rPr lang="en-GB" sz="1200" b="1">
                <a:latin typeface="+mj-lt"/>
                <a:cs typeface="Segoe UI" panose="020B0502040204020203" pitchFamily="34" charset="0"/>
              </a:rPr>
              <a:t>Next</a:t>
            </a:r>
            <a:r>
              <a:rPr lang="en-GB" sz="1200">
                <a:latin typeface="+mj-lt"/>
                <a:cs typeface="Segoe UI" panose="020B0502040204020203" pitchFamily="34" charset="0"/>
              </a:rPr>
              <a:t>” to </a:t>
            </a:r>
            <a:r>
              <a:rPr lang="en-GB" sz="1200" err="1">
                <a:latin typeface="+mj-lt"/>
                <a:cs typeface="Segoe UI" panose="020B0502040204020203" pitchFamily="34" charset="0"/>
              </a:rPr>
              <a:t>continueì</a:t>
            </a:r>
            <a:endParaRPr lang="en-GB" sz="1200">
              <a:latin typeface="+mj-lt"/>
              <a:cs typeface="Segoe UI" panose="020B0502040204020203" pitchFamily="34" charset="0"/>
            </a:endParaRPr>
          </a:p>
        </p:txBody>
      </p:sp>
      <p:sp>
        <p:nvSpPr>
          <p:cNvPr id="31" name="CasellaDiTesto 38">
            <a:extLst>
              <a:ext uri="{FF2B5EF4-FFF2-40B4-BE49-F238E27FC236}">
                <a16:creationId xmlns:a16="http://schemas.microsoft.com/office/drawing/2014/main" id="{D1F811EA-444A-7315-F4E2-BC388FC9067B}"/>
              </a:ext>
            </a:extLst>
          </p:cNvPr>
          <p:cNvSpPr txBox="1"/>
          <p:nvPr/>
        </p:nvSpPr>
        <p:spPr>
          <a:xfrm>
            <a:off x="8689120" y="4974402"/>
            <a:ext cx="3066210" cy="276999"/>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Click “</a:t>
            </a:r>
            <a:r>
              <a:rPr lang="en-GB" sz="1200" b="1">
                <a:latin typeface="+mj-lt"/>
                <a:cs typeface="Segoe UI" panose="020B0502040204020203" pitchFamily="34" charset="0"/>
              </a:rPr>
              <a:t>Submit</a:t>
            </a:r>
            <a:r>
              <a:rPr lang="en-GB" sz="1200">
                <a:latin typeface="+mj-lt"/>
                <a:cs typeface="Segoe UI" panose="020B0502040204020203" pitchFamily="34" charset="0"/>
              </a:rPr>
              <a:t>” to accept the evaluation.</a:t>
            </a:r>
          </a:p>
        </p:txBody>
      </p:sp>
      <p:sp>
        <p:nvSpPr>
          <p:cNvPr id="44" name="Ovale 11">
            <a:extLst>
              <a:ext uri="{FF2B5EF4-FFF2-40B4-BE49-F238E27FC236}">
                <a16:creationId xmlns:a16="http://schemas.microsoft.com/office/drawing/2014/main" id="{3B7C0309-5AAC-523B-615B-AE22345370EA}"/>
              </a:ext>
            </a:extLst>
          </p:cNvPr>
          <p:cNvSpPr/>
          <p:nvPr/>
        </p:nvSpPr>
        <p:spPr>
          <a:xfrm>
            <a:off x="8222267" y="3133218"/>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45" name="Ovale 11">
            <a:extLst>
              <a:ext uri="{FF2B5EF4-FFF2-40B4-BE49-F238E27FC236}">
                <a16:creationId xmlns:a16="http://schemas.microsoft.com/office/drawing/2014/main" id="{3C3D5FAF-497C-4F7A-58D7-4C79305E1A70}"/>
              </a:ext>
            </a:extLst>
          </p:cNvPr>
          <p:cNvSpPr/>
          <p:nvPr/>
        </p:nvSpPr>
        <p:spPr>
          <a:xfrm>
            <a:off x="8225685" y="4188896"/>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46" name="Ovale 11">
            <a:extLst>
              <a:ext uri="{FF2B5EF4-FFF2-40B4-BE49-F238E27FC236}">
                <a16:creationId xmlns:a16="http://schemas.microsoft.com/office/drawing/2014/main" id="{6D893EE1-0FA0-A025-DC7A-7C77FFC2AB99}"/>
              </a:ext>
            </a:extLst>
          </p:cNvPr>
          <p:cNvSpPr/>
          <p:nvPr/>
        </p:nvSpPr>
        <p:spPr>
          <a:xfrm>
            <a:off x="8217567" y="4989742"/>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pic>
        <p:nvPicPr>
          <p:cNvPr id="8" name="Picture 7">
            <a:extLst>
              <a:ext uri="{FF2B5EF4-FFF2-40B4-BE49-F238E27FC236}">
                <a16:creationId xmlns:a16="http://schemas.microsoft.com/office/drawing/2014/main" id="{12087475-8592-2A41-8024-C2EBF2086DB4}"/>
              </a:ext>
            </a:extLst>
          </p:cNvPr>
          <p:cNvPicPr>
            <a:picLocks noChangeAspect="1"/>
          </p:cNvPicPr>
          <p:nvPr/>
        </p:nvPicPr>
        <p:blipFill>
          <a:blip r:embed="rId8"/>
          <a:stretch>
            <a:fillRect/>
          </a:stretch>
        </p:blipFill>
        <p:spPr>
          <a:xfrm>
            <a:off x="845827" y="1476617"/>
            <a:ext cx="2235828" cy="1565785"/>
          </a:xfrm>
          <a:prstGeom prst="rect">
            <a:avLst/>
          </a:prstGeom>
          <a:ln>
            <a:solidFill>
              <a:schemeClr val="accent6"/>
            </a:solidFill>
          </a:ln>
        </p:spPr>
      </p:pic>
      <p:pic>
        <p:nvPicPr>
          <p:cNvPr id="23" name="Picture 22">
            <a:extLst>
              <a:ext uri="{FF2B5EF4-FFF2-40B4-BE49-F238E27FC236}">
                <a16:creationId xmlns:a16="http://schemas.microsoft.com/office/drawing/2014/main" id="{A4DE6229-1662-5AE7-E905-248BCF8BA8CF}"/>
              </a:ext>
            </a:extLst>
          </p:cNvPr>
          <p:cNvPicPr>
            <a:picLocks noChangeAspect="1"/>
          </p:cNvPicPr>
          <p:nvPr/>
        </p:nvPicPr>
        <p:blipFill>
          <a:blip r:embed="rId9"/>
          <a:stretch>
            <a:fillRect/>
          </a:stretch>
        </p:blipFill>
        <p:spPr>
          <a:xfrm>
            <a:off x="3147036" y="1476617"/>
            <a:ext cx="4346825" cy="1565785"/>
          </a:xfrm>
          <a:prstGeom prst="rect">
            <a:avLst/>
          </a:prstGeom>
          <a:ln>
            <a:solidFill>
              <a:schemeClr val="accent6"/>
            </a:solidFill>
          </a:ln>
        </p:spPr>
      </p:pic>
      <p:pic>
        <p:nvPicPr>
          <p:cNvPr id="33" name="Picture 32">
            <a:extLst>
              <a:ext uri="{FF2B5EF4-FFF2-40B4-BE49-F238E27FC236}">
                <a16:creationId xmlns:a16="http://schemas.microsoft.com/office/drawing/2014/main" id="{6534BE38-4FF4-A97F-5CF2-1A5FA4B46011}"/>
              </a:ext>
            </a:extLst>
          </p:cNvPr>
          <p:cNvPicPr>
            <a:picLocks noChangeAspect="1"/>
          </p:cNvPicPr>
          <p:nvPr/>
        </p:nvPicPr>
        <p:blipFill>
          <a:blip r:embed="rId10"/>
          <a:stretch>
            <a:fillRect/>
          </a:stretch>
        </p:blipFill>
        <p:spPr>
          <a:xfrm>
            <a:off x="845827" y="3133218"/>
            <a:ext cx="3292136" cy="3206097"/>
          </a:xfrm>
          <a:prstGeom prst="rect">
            <a:avLst/>
          </a:prstGeom>
          <a:ln>
            <a:solidFill>
              <a:schemeClr val="accent6"/>
            </a:solidFill>
          </a:ln>
        </p:spPr>
      </p:pic>
      <p:pic>
        <p:nvPicPr>
          <p:cNvPr id="49" name="Picture 48">
            <a:extLst>
              <a:ext uri="{FF2B5EF4-FFF2-40B4-BE49-F238E27FC236}">
                <a16:creationId xmlns:a16="http://schemas.microsoft.com/office/drawing/2014/main" id="{EDED2339-3D01-F6B4-BA1E-CE497535018F}"/>
              </a:ext>
            </a:extLst>
          </p:cNvPr>
          <p:cNvPicPr>
            <a:picLocks noChangeAspect="1"/>
          </p:cNvPicPr>
          <p:nvPr/>
        </p:nvPicPr>
        <p:blipFill>
          <a:blip r:embed="rId11"/>
          <a:srcRect r="16346"/>
          <a:stretch/>
        </p:blipFill>
        <p:spPr>
          <a:xfrm>
            <a:off x="3821179" y="3133483"/>
            <a:ext cx="4232860" cy="2104721"/>
          </a:xfrm>
          <a:prstGeom prst="rect">
            <a:avLst/>
          </a:prstGeom>
          <a:ln>
            <a:solidFill>
              <a:schemeClr val="accent6"/>
            </a:solidFill>
          </a:ln>
        </p:spPr>
      </p:pic>
      <p:sp>
        <p:nvSpPr>
          <p:cNvPr id="53" name="CasellaDiTesto 38">
            <a:extLst>
              <a:ext uri="{FF2B5EF4-FFF2-40B4-BE49-F238E27FC236}">
                <a16:creationId xmlns:a16="http://schemas.microsoft.com/office/drawing/2014/main" id="{0B31C893-4FB9-5ACE-4666-1B787D2969CA}"/>
              </a:ext>
            </a:extLst>
          </p:cNvPr>
          <p:cNvSpPr txBox="1"/>
          <p:nvPr/>
        </p:nvSpPr>
        <p:spPr>
          <a:xfrm>
            <a:off x="8696680" y="4222541"/>
            <a:ext cx="3066210" cy="646331"/>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Select in “Status” "</a:t>
            </a:r>
            <a:r>
              <a:rPr lang="en-GB" sz="1200" b="1">
                <a:latin typeface="+mj-lt"/>
                <a:cs typeface="Segoe UI" panose="020B0502040204020203" pitchFamily="34" charset="0"/>
              </a:rPr>
              <a:t>Acknowledgement Review</a:t>
            </a:r>
            <a:r>
              <a:rPr lang="en-GB" sz="1200">
                <a:latin typeface="+mj-lt"/>
                <a:cs typeface="Segoe UI" panose="020B0502040204020203" pitchFamily="34" charset="0"/>
              </a:rPr>
              <a:t>" and enter your overall comment, if necessary.</a:t>
            </a:r>
          </a:p>
        </p:txBody>
      </p:sp>
      <p:sp>
        <p:nvSpPr>
          <p:cNvPr id="54" name="CasellaDiTesto 38">
            <a:extLst>
              <a:ext uri="{FF2B5EF4-FFF2-40B4-BE49-F238E27FC236}">
                <a16:creationId xmlns:a16="http://schemas.microsoft.com/office/drawing/2014/main" id="{EF604AF4-0C95-CB52-C953-DDD9603BBFA2}"/>
              </a:ext>
            </a:extLst>
          </p:cNvPr>
          <p:cNvSpPr txBox="1"/>
          <p:nvPr/>
        </p:nvSpPr>
        <p:spPr>
          <a:xfrm>
            <a:off x="8689120" y="5356931"/>
            <a:ext cx="3066210" cy="461665"/>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The Mid Year Check – In now is completed.</a:t>
            </a:r>
          </a:p>
        </p:txBody>
      </p:sp>
      <p:sp>
        <p:nvSpPr>
          <p:cNvPr id="55" name="Rectangle 54">
            <a:extLst>
              <a:ext uri="{FF2B5EF4-FFF2-40B4-BE49-F238E27FC236}">
                <a16:creationId xmlns:a16="http://schemas.microsoft.com/office/drawing/2014/main" id="{E7EFA2CC-A94B-77D8-69A3-4DDF839ED792}"/>
              </a:ext>
            </a:extLst>
          </p:cNvPr>
          <p:cNvSpPr/>
          <p:nvPr/>
        </p:nvSpPr>
        <p:spPr>
          <a:xfrm>
            <a:off x="3242862" y="2568064"/>
            <a:ext cx="945901" cy="42855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Ovale 11">
            <a:extLst>
              <a:ext uri="{FF2B5EF4-FFF2-40B4-BE49-F238E27FC236}">
                <a16:creationId xmlns:a16="http://schemas.microsoft.com/office/drawing/2014/main" id="{620E0A75-D9E7-3F3C-0A1F-378B2F7EABFD}"/>
              </a:ext>
            </a:extLst>
          </p:cNvPr>
          <p:cNvSpPr/>
          <p:nvPr/>
        </p:nvSpPr>
        <p:spPr>
          <a:xfrm>
            <a:off x="4053220" y="2416242"/>
            <a:ext cx="271086" cy="2710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57" name="Rectangle 56">
            <a:extLst>
              <a:ext uri="{FF2B5EF4-FFF2-40B4-BE49-F238E27FC236}">
                <a16:creationId xmlns:a16="http://schemas.microsoft.com/office/drawing/2014/main" id="{BC11FA2B-D15F-19AA-A15C-460917A43DFA}"/>
              </a:ext>
            </a:extLst>
          </p:cNvPr>
          <p:cNvSpPr/>
          <p:nvPr/>
        </p:nvSpPr>
        <p:spPr>
          <a:xfrm>
            <a:off x="896067" y="4371225"/>
            <a:ext cx="859910" cy="19992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Ovale 11">
            <a:extLst>
              <a:ext uri="{FF2B5EF4-FFF2-40B4-BE49-F238E27FC236}">
                <a16:creationId xmlns:a16="http://schemas.microsoft.com/office/drawing/2014/main" id="{D335641D-515C-0B9D-2DDA-B0B19D8E138E}"/>
              </a:ext>
            </a:extLst>
          </p:cNvPr>
          <p:cNvSpPr/>
          <p:nvPr/>
        </p:nvSpPr>
        <p:spPr>
          <a:xfrm>
            <a:off x="3130914" y="5970125"/>
            <a:ext cx="271086" cy="2710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59" name="Rectangle 58">
            <a:extLst>
              <a:ext uri="{FF2B5EF4-FFF2-40B4-BE49-F238E27FC236}">
                <a16:creationId xmlns:a16="http://schemas.microsoft.com/office/drawing/2014/main" id="{FE260C03-FFCD-0466-238F-8A592D05C8BB}"/>
              </a:ext>
            </a:extLst>
          </p:cNvPr>
          <p:cNvSpPr/>
          <p:nvPr/>
        </p:nvSpPr>
        <p:spPr>
          <a:xfrm>
            <a:off x="2793281" y="6151342"/>
            <a:ext cx="525781" cy="18797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Ovale 11">
            <a:extLst>
              <a:ext uri="{FF2B5EF4-FFF2-40B4-BE49-F238E27FC236}">
                <a16:creationId xmlns:a16="http://schemas.microsoft.com/office/drawing/2014/main" id="{8B61D64C-0C71-8D34-11CF-9A62660EC906}"/>
              </a:ext>
            </a:extLst>
          </p:cNvPr>
          <p:cNvSpPr/>
          <p:nvPr/>
        </p:nvSpPr>
        <p:spPr>
          <a:xfrm>
            <a:off x="5645084" y="3853485"/>
            <a:ext cx="271086" cy="2710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61" name="Rectangle 60">
            <a:extLst>
              <a:ext uri="{FF2B5EF4-FFF2-40B4-BE49-F238E27FC236}">
                <a16:creationId xmlns:a16="http://schemas.microsoft.com/office/drawing/2014/main" id="{BEBD51F8-43E5-5A12-A969-C59422C3D6D9}"/>
              </a:ext>
            </a:extLst>
          </p:cNvPr>
          <p:cNvSpPr/>
          <p:nvPr/>
        </p:nvSpPr>
        <p:spPr>
          <a:xfrm>
            <a:off x="5803456" y="4034568"/>
            <a:ext cx="2250583" cy="93983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Ovale 11">
            <a:extLst>
              <a:ext uri="{FF2B5EF4-FFF2-40B4-BE49-F238E27FC236}">
                <a16:creationId xmlns:a16="http://schemas.microsoft.com/office/drawing/2014/main" id="{0FA8CDA2-05B0-8F32-D807-8DB5D06DFA4A}"/>
              </a:ext>
            </a:extLst>
          </p:cNvPr>
          <p:cNvSpPr/>
          <p:nvPr/>
        </p:nvSpPr>
        <p:spPr>
          <a:xfrm>
            <a:off x="5731766" y="4981326"/>
            <a:ext cx="271086" cy="2710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63" name="Rectangle 62">
            <a:extLst>
              <a:ext uri="{FF2B5EF4-FFF2-40B4-BE49-F238E27FC236}">
                <a16:creationId xmlns:a16="http://schemas.microsoft.com/office/drawing/2014/main" id="{FB6150E7-EB4D-6EC6-5F1E-545B77490152}"/>
              </a:ext>
            </a:extLst>
          </p:cNvPr>
          <p:cNvSpPr/>
          <p:nvPr/>
        </p:nvSpPr>
        <p:spPr>
          <a:xfrm>
            <a:off x="5947643" y="5002818"/>
            <a:ext cx="651914" cy="24748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19384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A4DFF-D0E2-63DB-9353-3A7E7A7FA248}"/>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BF9340C-7EEC-BDAC-2FCF-6DF0B61A651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3" name="think-cell data - do not delete" hidden="1">
                        <a:extLst>
                          <a:ext uri="{FF2B5EF4-FFF2-40B4-BE49-F238E27FC236}">
                            <a16:creationId xmlns:a16="http://schemas.microsoft.com/office/drawing/2014/main" id="{CBF9340C-7EEC-BDAC-2FCF-6DF0B61A651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6" name="Segnaposto immagine 5">
            <a:extLst>
              <a:ext uri="{FF2B5EF4-FFF2-40B4-BE49-F238E27FC236}">
                <a16:creationId xmlns:a16="http://schemas.microsoft.com/office/drawing/2014/main" id="{A209C150-CE39-149A-364D-E8CE91B4B139}"/>
              </a:ext>
            </a:extLst>
          </p:cNvPr>
          <p:cNvPicPr>
            <a:picLocks noGrp="1" noChangeAspect="1"/>
          </p:cNvPicPr>
          <p:nvPr>
            <p:ph type="pic" sz="quarter" idx="11"/>
          </p:nvPr>
        </p:nvPicPr>
        <p:blipFill>
          <a:blip r:embed="rId6"/>
          <a:srcRect l="24934" r="24934"/>
          <a:stretch/>
        </p:blipFill>
        <p:spPr>
          <a:xfrm>
            <a:off x="6095999" y="0"/>
            <a:ext cx="6111325" cy="6858000"/>
          </a:xfrm>
        </p:spPr>
      </p:pic>
      <p:sp>
        <p:nvSpPr>
          <p:cNvPr id="5" name="Segnaposto testo 4">
            <a:extLst>
              <a:ext uri="{FF2B5EF4-FFF2-40B4-BE49-F238E27FC236}">
                <a16:creationId xmlns:a16="http://schemas.microsoft.com/office/drawing/2014/main" id="{F2621AA5-DD32-0CD9-1E04-59EF73CE2A38}"/>
              </a:ext>
            </a:extLst>
          </p:cNvPr>
          <p:cNvSpPr>
            <a:spLocks noGrp="1"/>
          </p:cNvSpPr>
          <p:nvPr>
            <p:ph type="body" sz="quarter" idx="20"/>
          </p:nvPr>
        </p:nvSpPr>
        <p:spPr/>
        <p:txBody>
          <a:bodyPr/>
          <a:lstStyle/>
          <a:p>
            <a:r>
              <a:rPr lang="it-IT" err="1"/>
              <a:t>Employee</a:t>
            </a:r>
            <a:r>
              <a:rPr lang="it-IT"/>
              <a:t> – Self Evaluation </a:t>
            </a:r>
          </a:p>
          <a:p>
            <a:r>
              <a:rPr lang="it-IT"/>
              <a:t>Manager – </a:t>
            </a:r>
            <a:r>
              <a:rPr lang="it-IT" err="1"/>
              <a:t>Get</a:t>
            </a:r>
            <a:r>
              <a:rPr lang="it-IT"/>
              <a:t> </a:t>
            </a:r>
            <a:r>
              <a:rPr lang="it-IT" err="1"/>
              <a:t>Additional</a:t>
            </a:r>
            <a:r>
              <a:rPr lang="it-IT"/>
              <a:t> Manager Evaluation</a:t>
            </a:r>
          </a:p>
          <a:p>
            <a:r>
              <a:rPr lang="it-IT" err="1"/>
              <a:t>Additional</a:t>
            </a:r>
            <a:r>
              <a:rPr lang="it-IT"/>
              <a:t> Manager – </a:t>
            </a:r>
            <a:r>
              <a:rPr lang="it-IT" err="1"/>
              <a:t>Additional</a:t>
            </a:r>
            <a:r>
              <a:rPr lang="it-IT"/>
              <a:t> Manager Evaluation</a:t>
            </a:r>
          </a:p>
          <a:p>
            <a:r>
              <a:rPr lang="it-IT"/>
              <a:t>Manager – Manager Evaluation &amp; To Do</a:t>
            </a:r>
          </a:p>
          <a:p>
            <a:r>
              <a:rPr lang="it-IT" err="1"/>
              <a:t>Employee</a:t>
            </a:r>
            <a:r>
              <a:rPr lang="it-IT"/>
              <a:t> – </a:t>
            </a:r>
            <a:r>
              <a:rPr lang="it-IT" err="1"/>
              <a:t>Acknowledgement</a:t>
            </a:r>
            <a:r>
              <a:rPr lang="it-IT"/>
              <a:t> </a:t>
            </a:r>
          </a:p>
          <a:p>
            <a:r>
              <a:rPr lang="it-IT" b="1" err="1">
                <a:solidFill>
                  <a:schemeClr val="accent1"/>
                </a:solidFill>
              </a:rPr>
              <a:t>FAQs</a:t>
            </a:r>
            <a:endParaRPr lang="it-IT" b="1">
              <a:solidFill>
                <a:schemeClr val="accent1"/>
              </a:solidFill>
            </a:endParaRPr>
          </a:p>
          <a:p>
            <a:endParaRPr lang="en-GB"/>
          </a:p>
        </p:txBody>
      </p:sp>
      <p:sp>
        <p:nvSpPr>
          <p:cNvPr id="11" name="Titolo 10">
            <a:extLst>
              <a:ext uri="{FF2B5EF4-FFF2-40B4-BE49-F238E27FC236}">
                <a16:creationId xmlns:a16="http://schemas.microsoft.com/office/drawing/2014/main" id="{498B2CCF-6EDB-C6E9-0F35-F91D0057008E}"/>
              </a:ext>
            </a:extLst>
          </p:cNvPr>
          <p:cNvSpPr>
            <a:spLocks noGrp="1"/>
          </p:cNvSpPr>
          <p:nvPr>
            <p:ph type="title"/>
          </p:nvPr>
        </p:nvSpPr>
        <p:spPr/>
        <p:txBody>
          <a:bodyPr vert="horz"/>
          <a:lstStyle/>
          <a:p>
            <a:r>
              <a:rPr lang="it-IT"/>
              <a:t>Agenda</a:t>
            </a:r>
          </a:p>
        </p:txBody>
      </p:sp>
      <p:sp>
        <p:nvSpPr>
          <p:cNvPr id="9" name="Segnaposto testo 8">
            <a:extLst>
              <a:ext uri="{FF2B5EF4-FFF2-40B4-BE49-F238E27FC236}">
                <a16:creationId xmlns:a16="http://schemas.microsoft.com/office/drawing/2014/main" id="{07FBBBFE-7E30-7D2A-7C05-E9D09DED1C96}"/>
              </a:ext>
            </a:extLst>
          </p:cNvPr>
          <p:cNvSpPr>
            <a:spLocks noGrp="1"/>
          </p:cNvSpPr>
          <p:nvPr>
            <p:ph type="body" sz="quarter" idx="13"/>
          </p:nvPr>
        </p:nvSpPr>
        <p:spPr/>
        <p:txBody>
          <a:bodyPr/>
          <a:lstStyle/>
          <a:p>
            <a:r>
              <a:rPr lang="it-IT"/>
              <a:t>ENGINEERING </a:t>
            </a:r>
            <a:r>
              <a:rPr lang="it-IT" b="0"/>
              <a:t>/ THE DIGITAL TRANSFORMATION COMPANY</a:t>
            </a:r>
          </a:p>
        </p:txBody>
      </p:sp>
      <p:sp>
        <p:nvSpPr>
          <p:cNvPr id="13" name="Segnaposto piè di pagina 12">
            <a:extLst>
              <a:ext uri="{FF2B5EF4-FFF2-40B4-BE49-F238E27FC236}">
                <a16:creationId xmlns:a16="http://schemas.microsoft.com/office/drawing/2014/main" id="{E48448B3-4B27-32AE-3839-A47549D172C8}"/>
              </a:ext>
            </a:extLst>
          </p:cNvPr>
          <p:cNvSpPr>
            <a:spLocks noGrp="1"/>
          </p:cNvSpPr>
          <p:nvPr>
            <p:ph type="ftr" sz="quarter" idx="17"/>
          </p:nvPr>
        </p:nvSpPr>
        <p:spPr/>
        <p:txBody>
          <a:bodyPr/>
          <a:lstStyle/>
          <a:p>
            <a:endParaRPr lang="it-IT"/>
          </a:p>
        </p:txBody>
      </p:sp>
      <p:sp>
        <p:nvSpPr>
          <p:cNvPr id="2" name="Segnaposto numero diapositiva 1">
            <a:extLst>
              <a:ext uri="{FF2B5EF4-FFF2-40B4-BE49-F238E27FC236}">
                <a16:creationId xmlns:a16="http://schemas.microsoft.com/office/drawing/2014/main" id="{94889E26-C09C-5A08-8281-0DF7B635F30F}"/>
              </a:ext>
            </a:extLst>
          </p:cNvPr>
          <p:cNvSpPr>
            <a:spLocks noGrp="1"/>
          </p:cNvSpPr>
          <p:nvPr>
            <p:ph type="sldNum" sz="quarter" idx="18"/>
          </p:nvPr>
        </p:nvSpPr>
        <p:spPr/>
        <p:txBody>
          <a:bodyPr/>
          <a:lstStyle/>
          <a:p>
            <a:fld id="{98BF7C3C-24CC-6140-8A22-738C44F1CFEB}" type="slidenum">
              <a:rPr lang="it-IT" smtClean="0"/>
              <a:pPr/>
              <a:t>23</a:t>
            </a:fld>
            <a:endParaRPr lang="it-IT"/>
          </a:p>
        </p:txBody>
      </p:sp>
    </p:spTree>
    <p:extLst>
      <p:ext uri="{BB962C8B-B14F-4D97-AF65-F5344CB8AC3E}">
        <p14:creationId xmlns:p14="http://schemas.microsoft.com/office/powerpoint/2010/main" val="1202131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55028-DA1D-C367-3EAF-A9380807A704}"/>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5B61C68-4587-57A8-05EB-17B348E94079}"/>
              </a:ext>
            </a:extLst>
          </p:cNvPr>
          <p:cNvGraphicFramePr>
            <a:graphicFrameLocks noChangeAspect="1"/>
          </p:cNvGraphicFramePr>
          <p:nvPr>
            <p:custDataLst>
              <p:tags r:id="rId1"/>
            </p:custDataLst>
            <p:extLst>
              <p:ext uri="{D42A27DB-BD31-4B8C-83A1-F6EECF244321}">
                <p14:modId xmlns:p14="http://schemas.microsoft.com/office/powerpoint/2010/main" val="31900024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7" name="think-cell data - do not delete" hidden="1">
                        <a:extLst>
                          <a:ext uri="{FF2B5EF4-FFF2-40B4-BE49-F238E27FC236}">
                            <a16:creationId xmlns:a16="http://schemas.microsoft.com/office/drawing/2014/main" id="{35B61C68-4587-57A8-05EB-17B348E9407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7ADE55A-CFDB-FE7E-19F9-DB7CB7BAC49E}"/>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a:t>
            </a:r>
            <a:r>
              <a:rPr lang="it-IT" b="0" err="1"/>
              <a:t>FAQs</a:t>
            </a:r>
            <a:r>
              <a:rPr lang="it-IT" b="0"/>
              <a:t> (1/3)</a:t>
            </a:r>
            <a:endParaRPr lang="en-GB"/>
          </a:p>
        </p:txBody>
      </p:sp>
      <p:sp>
        <p:nvSpPr>
          <p:cNvPr id="3" name="Footer Placeholder 2">
            <a:extLst>
              <a:ext uri="{FF2B5EF4-FFF2-40B4-BE49-F238E27FC236}">
                <a16:creationId xmlns:a16="http://schemas.microsoft.com/office/drawing/2014/main" id="{2BDF9E0B-E70B-10FE-DA45-F02C2536EA29}"/>
              </a:ext>
            </a:extLst>
          </p:cNvPr>
          <p:cNvSpPr>
            <a:spLocks noGrp="1"/>
          </p:cNvSpPr>
          <p:nvPr>
            <p:ph type="ftr" sz="quarter" idx="14"/>
          </p:nvPr>
        </p:nvSpPr>
        <p:spPr/>
        <p:txBody>
          <a:bodyPr/>
          <a:lstStyle/>
          <a:p>
            <a:endParaRPr lang="it-IT"/>
          </a:p>
        </p:txBody>
      </p:sp>
      <p:sp>
        <p:nvSpPr>
          <p:cNvPr id="4" name="Slide Number Placeholder 3">
            <a:extLst>
              <a:ext uri="{FF2B5EF4-FFF2-40B4-BE49-F238E27FC236}">
                <a16:creationId xmlns:a16="http://schemas.microsoft.com/office/drawing/2014/main" id="{2210C7A0-ED60-06D2-99D0-29AE8A3CFDDB}"/>
              </a:ext>
            </a:extLst>
          </p:cNvPr>
          <p:cNvSpPr>
            <a:spLocks noGrp="1"/>
          </p:cNvSpPr>
          <p:nvPr>
            <p:ph type="sldNum" sz="quarter" idx="15"/>
          </p:nvPr>
        </p:nvSpPr>
        <p:spPr/>
        <p:txBody>
          <a:bodyPr/>
          <a:lstStyle/>
          <a:p>
            <a:fld id="{98BF7C3C-24CC-6140-8A22-738C44F1CFEB}" type="slidenum">
              <a:rPr lang="it-IT" smtClean="0"/>
              <a:pPr/>
              <a:t>24</a:t>
            </a:fld>
            <a:endParaRPr lang="it-IT"/>
          </a:p>
        </p:txBody>
      </p:sp>
      <p:sp>
        <p:nvSpPr>
          <p:cNvPr id="5" name="Text Placeholder 4">
            <a:extLst>
              <a:ext uri="{FF2B5EF4-FFF2-40B4-BE49-F238E27FC236}">
                <a16:creationId xmlns:a16="http://schemas.microsoft.com/office/drawing/2014/main" id="{D61AFC7E-80E4-E258-A3E6-EE17DB4BA16F}"/>
              </a:ext>
            </a:extLst>
          </p:cNvPr>
          <p:cNvSpPr>
            <a:spLocks noGrp="1"/>
          </p:cNvSpPr>
          <p:nvPr>
            <p:ph type="body" sz="quarter" idx="13"/>
          </p:nvPr>
        </p:nvSpPr>
        <p:spPr/>
        <p:txBody>
          <a:bodyPr/>
          <a:lstStyle/>
          <a:p>
            <a:r>
              <a:rPr lang="it-IT"/>
              <a:t>ENGINEERING </a:t>
            </a:r>
            <a:r>
              <a:rPr lang="it-IT" b="0"/>
              <a:t>/ THE DIGITAL TRANSFORMATION COMPANY</a:t>
            </a:r>
          </a:p>
        </p:txBody>
      </p:sp>
      <p:graphicFrame>
        <p:nvGraphicFramePr>
          <p:cNvPr id="13" name="Table 12">
            <a:extLst>
              <a:ext uri="{FF2B5EF4-FFF2-40B4-BE49-F238E27FC236}">
                <a16:creationId xmlns:a16="http://schemas.microsoft.com/office/drawing/2014/main" id="{88C26A56-9431-29F4-FF5E-602A144C06ED}"/>
              </a:ext>
            </a:extLst>
          </p:cNvPr>
          <p:cNvGraphicFramePr>
            <a:graphicFrameLocks noGrp="1"/>
          </p:cNvGraphicFramePr>
          <p:nvPr>
            <p:extLst>
              <p:ext uri="{D42A27DB-BD31-4B8C-83A1-F6EECF244321}">
                <p14:modId xmlns:p14="http://schemas.microsoft.com/office/powerpoint/2010/main" val="1769052253"/>
              </p:ext>
            </p:extLst>
          </p:nvPr>
        </p:nvGraphicFramePr>
        <p:xfrm>
          <a:off x="701313" y="889000"/>
          <a:ext cx="10912512" cy="4472464"/>
        </p:xfrm>
        <a:graphic>
          <a:graphicData uri="http://schemas.openxmlformats.org/drawingml/2006/table">
            <a:tbl>
              <a:tblPr firstRow="1" bandRow="1">
                <a:tableStyleId>{B301B821-A1FF-4177-AEE7-76D212191A09}</a:tableStyleId>
              </a:tblPr>
              <a:tblGrid>
                <a:gridCol w="1545049">
                  <a:extLst>
                    <a:ext uri="{9D8B030D-6E8A-4147-A177-3AD203B41FA5}">
                      <a16:colId xmlns:a16="http://schemas.microsoft.com/office/drawing/2014/main" val="591978116"/>
                    </a:ext>
                  </a:extLst>
                </a:gridCol>
                <a:gridCol w="3417659">
                  <a:extLst>
                    <a:ext uri="{9D8B030D-6E8A-4147-A177-3AD203B41FA5}">
                      <a16:colId xmlns:a16="http://schemas.microsoft.com/office/drawing/2014/main" val="2565297748"/>
                    </a:ext>
                  </a:extLst>
                </a:gridCol>
                <a:gridCol w="5949804">
                  <a:extLst>
                    <a:ext uri="{9D8B030D-6E8A-4147-A177-3AD203B41FA5}">
                      <a16:colId xmlns:a16="http://schemas.microsoft.com/office/drawing/2014/main" val="4218294998"/>
                    </a:ext>
                  </a:extLst>
                </a:gridCol>
              </a:tblGrid>
              <a:tr h="189012">
                <a:tc>
                  <a:txBody>
                    <a:bodyPr/>
                    <a:lstStyle/>
                    <a:p>
                      <a:r>
                        <a:rPr lang="it-IT" sz="1100">
                          <a:latin typeface="+mj-lt"/>
                          <a:cs typeface="Segoe UI" panose="020B0502040204020203" pitchFamily="34" charset="0"/>
                        </a:rPr>
                        <a:t>Topic</a:t>
                      </a:r>
                    </a:p>
                  </a:txBody>
                  <a:tcPr/>
                </a:tc>
                <a:tc>
                  <a:txBody>
                    <a:bodyPr/>
                    <a:lstStyle/>
                    <a:p>
                      <a:r>
                        <a:rPr lang="it-IT" sz="1100">
                          <a:latin typeface="+mj-lt"/>
                          <a:cs typeface="Segoe UI" panose="020B0502040204020203" pitchFamily="34" charset="0"/>
                        </a:rPr>
                        <a:t>Domanda</a:t>
                      </a:r>
                    </a:p>
                  </a:txBody>
                  <a:tcPr/>
                </a:tc>
                <a:tc>
                  <a:txBody>
                    <a:bodyPr/>
                    <a:lstStyle/>
                    <a:p>
                      <a:r>
                        <a:rPr lang="it-IT" sz="1100">
                          <a:latin typeface="+mj-lt"/>
                          <a:cs typeface="Segoe UI" panose="020B0502040204020203" pitchFamily="34" charset="0"/>
                        </a:rPr>
                        <a:t>Risposta</a:t>
                      </a:r>
                    </a:p>
                  </a:txBody>
                  <a:tcPr/>
                </a:tc>
                <a:extLst>
                  <a:ext uri="{0D108BD9-81ED-4DB2-BD59-A6C34878D82A}">
                    <a16:rowId xmlns:a16="http://schemas.microsoft.com/office/drawing/2014/main" val="1176281338"/>
                  </a:ext>
                </a:extLst>
              </a:tr>
              <a:tr h="300196">
                <a:tc rowSpan="5">
                  <a:txBody>
                    <a:bodyPr/>
                    <a:lstStyle/>
                    <a:p>
                      <a:r>
                        <a:rPr lang="it-IT" sz="1050" b="1">
                          <a:latin typeface="+mn-lt"/>
                          <a:cs typeface="Segoe UI" panose="020B0502040204020203" pitchFamily="34" charset="0"/>
                        </a:rPr>
                        <a:t>Goals </a:t>
                      </a:r>
                      <a:r>
                        <a:rPr lang="it-IT" sz="1050" b="1" err="1">
                          <a:latin typeface="+mn-lt"/>
                          <a:cs typeface="Segoe UI" panose="020B0502040204020203" pitchFamily="34" charset="0"/>
                        </a:rPr>
                        <a:t>Visualization</a:t>
                      </a:r>
                      <a:endParaRPr lang="it-IT" sz="1050" b="1">
                        <a:latin typeface="+mn-lt"/>
                        <a:cs typeface="Segoe UI" panose="020B0502040204020203" pitchFamily="34" charset="0"/>
                      </a:endParaRPr>
                    </a:p>
                    <a:p>
                      <a:r>
                        <a:rPr lang="it-IT" sz="1050" b="1">
                          <a:latin typeface="+mn-lt"/>
                          <a:cs typeface="Segoe UI" panose="020B0502040204020203" pitchFamily="34" charset="0"/>
                        </a:rPr>
                        <a:t>(</a:t>
                      </a:r>
                      <a:r>
                        <a:rPr lang="it-IT" sz="1050" b="1" err="1">
                          <a:latin typeface="+mn-lt"/>
                          <a:cs typeface="Segoe UI" panose="020B0502040204020203" pitchFamily="34" charset="0"/>
                        </a:rPr>
                        <a:t>Employee</a:t>
                      </a:r>
                      <a:r>
                        <a:rPr lang="it-IT" sz="1050" b="1">
                          <a:latin typeface="+mn-lt"/>
                          <a:cs typeface="Segoe UI" panose="020B0502040204020203" pitchFamily="34" charset="0"/>
                        </a:rPr>
                        <a:t>)</a:t>
                      </a: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en-GB" sz="1050">
                          <a:latin typeface="+mn-lt"/>
                          <a:cs typeface="Segoe UI" panose="020B0502040204020203" pitchFamily="34" charset="0"/>
                        </a:rPr>
                        <a:t>I don't have any goal loaded into the system, what should I do?</a:t>
                      </a:r>
                      <a:endParaRPr lang="it-IT" sz="1050">
                        <a:latin typeface="+mn-lt"/>
                        <a:cs typeface="Segoe UI" panose="020B0502040204020203" pitchFamily="34" charset="0"/>
                      </a:endParaRP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en-GB" sz="1050" noProof="0">
                          <a:latin typeface="+mn-lt"/>
                          <a:cs typeface="Segoe UI"/>
                        </a:rPr>
                        <a:t>You will have to enter the objectives agreed with the Manager directly in the </a:t>
                      </a:r>
                      <a:r>
                        <a:rPr lang="it-IT" sz="1050" b="1" noProof="0">
                          <a:latin typeface="+mn-lt"/>
                          <a:cs typeface="Segoe UI"/>
                        </a:rPr>
                        <a:t>«Self Evaluation: </a:t>
                      </a:r>
                      <a:r>
                        <a:rPr lang="it-IT" sz="1050" b="1" noProof="0" err="1">
                          <a:latin typeface="+mn-lt"/>
                          <a:cs typeface="Segoe UI"/>
                        </a:rPr>
                        <a:t>Mid</a:t>
                      </a:r>
                      <a:r>
                        <a:rPr lang="it-IT" sz="1050" b="1" noProof="0">
                          <a:latin typeface="+mn-lt"/>
                          <a:cs typeface="Segoe UI"/>
                        </a:rPr>
                        <a:t> </a:t>
                      </a:r>
                      <a:r>
                        <a:rPr lang="it-IT" sz="1050" b="1" noProof="0" err="1">
                          <a:latin typeface="+mn-lt"/>
                          <a:cs typeface="Segoe UI"/>
                        </a:rPr>
                        <a:t>Year</a:t>
                      </a:r>
                      <a:r>
                        <a:rPr lang="it-IT" sz="1050" b="1" noProof="0">
                          <a:latin typeface="+mn-lt"/>
                          <a:cs typeface="Segoe UI"/>
                        </a:rPr>
                        <a:t> Check-In» task</a:t>
                      </a:r>
                      <a:endParaRPr lang="it-IT" sz="1050" noProof="0">
                        <a:latin typeface="+mn-lt"/>
                        <a:cs typeface="Segoe UI"/>
                      </a:endParaRPr>
                    </a:p>
                  </a:txBody>
                  <a:tcPr anchor="ctr">
                    <a:solidFill>
                      <a:schemeClr val="bg1"/>
                    </a:solidFill>
                  </a:tcPr>
                </a:tc>
                <a:extLst>
                  <a:ext uri="{0D108BD9-81ED-4DB2-BD59-A6C34878D82A}">
                    <a16:rowId xmlns:a16="http://schemas.microsoft.com/office/drawing/2014/main" val="1882290025"/>
                  </a:ext>
                </a:extLst>
              </a:tr>
              <a:tr h="416939">
                <a:tc vMerge="1">
                  <a:txBody>
                    <a:bodyPr/>
                    <a:lstStyle/>
                    <a:p>
                      <a:endParaRPr/>
                    </a:p>
                  </a:txBody>
                  <a:tcPr>
                    <a:no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en-GB" sz="1050">
                          <a:latin typeface="+mn-lt"/>
                          <a:cs typeface="Segoe UI" panose="020B0502040204020203" pitchFamily="34" charset="0"/>
                        </a:rPr>
                        <a:t>I have updated my goals in the Self Evaluation, when will I see them in my dashboard?</a:t>
                      </a:r>
                      <a:endParaRPr lang="it-IT" sz="1050">
                        <a:latin typeface="+mn-lt"/>
                        <a:cs typeface="Segoe UI" panose="020B0502040204020203" pitchFamily="34" charset="0"/>
                      </a:endParaRP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en-GB" sz="1050" noProof="0">
                          <a:latin typeface="+mn-lt"/>
                          <a:cs typeface="Segoe UI" panose="020B0502040204020203" pitchFamily="34" charset="0"/>
                        </a:rPr>
                        <a:t>The updated goals will only be visible at the conclusion of the Mid Year Check-In process, after you have submitted "</a:t>
                      </a:r>
                      <a:r>
                        <a:rPr lang="en-GB" sz="1050" b="1" noProof="0">
                          <a:latin typeface="+mn-lt"/>
                          <a:cs typeface="Segoe UI" panose="020B0502040204020203" pitchFamily="34" charset="0"/>
                        </a:rPr>
                        <a:t>Acknowledgement</a:t>
                      </a:r>
                      <a:r>
                        <a:rPr lang="en-GB" sz="1050" noProof="0">
                          <a:latin typeface="+mn-lt"/>
                          <a:cs typeface="Segoe UI" panose="020B0502040204020203" pitchFamily="34" charset="0"/>
                        </a:rPr>
                        <a:t>“ task. You will see your updated goal in your profile Performance &gt; Goals</a:t>
                      </a:r>
                      <a:endParaRPr lang="it-IT" sz="1050" noProof="0">
                        <a:latin typeface="+mn-lt"/>
                        <a:cs typeface="Segoe UI" panose="020B0502040204020203" pitchFamily="34" charset="0"/>
                      </a:endParaRPr>
                    </a:p>
                  </a:txBody>
                  <a:tcPr anchor="ctr">
                    <a:solidFill>
                      <a:schemeClr val="bg1"/>
                    </a:solidFill>
                  </a:tcPr>
                </a:tc>
                <a:extLst>
                  <a:ext uri="{0D108BD9-81ED-4DB2-BD59-A6C34878D82A}">
                    <a16:rowId xmlns:a16="http://schemas.microsoft.com/office/drawing/2014/main" val="1653325925"/>
                  </a:ext>
                </a:extLst>
              </a:tr>
              <a:tr h="533681">
                <a:tc vMerge="1">
                  <a:txBody>
                    <a:bodyPr/>
                    <a:lstStyle/>
                    <a:p>
                      <a:endParaRPr lang="it-IT"/>
                    </a:p>
                  </a:txBody>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en-GB" sz="1050">
                          <a:latin typeface="+mn-lt"/>
                          <a:cs typeface="Segoe UI" panose="020B0502040204020203" pitchFamily="34" charset="0"/>
                        </a:rPr>
                        <a:t>There are "Cascade" goals in my card that are not applicable to me. Can I change or delete them?</a:t>
                      </a:r>
                      <a:endParaRPr lang="it-IT" sz="1050">
                        <a:latin typeface="+mn-lt"/>
                        <a:cs typeface="Segoe UI" panose="020B0502040204020203" pitchFamily="34" charset="0"/>
                      </a:endParaRP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en-GB" sz="1050" noProof="0">
                          <a:latin typeface="+mn-lt"/>
                          <a:cs typeface="Segoe UI" panose="020B0502040204020203" pitchFamily="34" charset="0"/>
                        </a:rPr>
                        <a:t>You can change them if they have been set as such by the </a:t>
                      </a:r>
                      <a:r>
                        <a:rPr lang="en-GB" sz="1050" noProof="0" err="1">
                          <a:latin typeface="+mn-lt"/>
                          <a:cs typeface="Segoe UI" panose="020B0502040204020203" pitchFamily="34" charset="0"/>
                        </a:rPr>
                        <a:t>cascader</a:t>
                      </a:r>
                      <a:r>
                        <a:rPr lang="en-GB" sz="1050" noProof="0">
                          <a:latin typeface="+mn-lt"/>
                          <a:cs typeface="Segoe UI" panose="020B0502040204020203" pitchFamily="34" charset="0"/>
                        </a:rPr>
                        <a:t>. You will first need to align your Manager with your change request. In your "Self Evaluation" tab you can then do this, selecting "</a:t>
                      </a:r>
                      <a:r>
                        <a:rPr lang="en-GB" sz="1050" b="1" noProof="0">
                          <a:latin typeface="+mn-lt"/>
                          <a:cs typeface="Segoe UI" panose="020B0502040204020203" pitchFamily="34" charset="0"/>
                        </a:rPr>
                        <a:t>Not Applicable</a:t>
                      </a:r>
                      <a:r>
                        <a:rPr lang="en-GB" sz="1050" noProof="0">
                          <a:latin typeface="+mn-lt"/>
                          <a:cs typeface="Segoe UI" panose="020B0502040204020203" pitchFamily="34" charset="0"/>
                        </a:rPr>
                        <a:t>" as the status, </a:t>
                      </a:r>
                      <a:r>
                        <a:rPr lang="en-GB" sz="1050" b="1" noProof="0">
                          <a:latin typeface="+mn-lt"/>
                          <a:cs typeface="Segoe UI" panose="020B0502040204020203" pitchFamily="34" charset="0"/>
                        </a:rPr>
                        <a:t>weight 0</a:t>
                      </a:r>
                      <a:r>
                        <a:rPr lang="en-GB" sz="1050" noProof="0">
                          <a:latin typeface="+mn-lt"/>
                          <a:cs typeface="Segoe UI" panose="020B0502040204020203" pitchFamily="34" charset="0"/>
                        </a:rPr>
                        <a:t> and entering a comment to justify your action.</a:t>
                      </a:r>
                      <a:endParaRPr lang="it-IT" sz="1050" noProof="0">
                        <a:latin typeface="+mn-lt"/>
                        <a:cs typeface="Segoe UI" panose="020B0502040204020203" pitchFamily="34" charset="0"/>
                      </a:endParaRPr>
                    </a:p>
                  </a:txBody>
                  <a:tcPr anchor="ctr">
                    <a:solidFill>
                      <a:schemeClr val="bg1"/>
                    </a:solidFill>
                  </a:tcPr>
                </a:tc>
                <a:extLst>
                  <a:ext uri="{0D108BD9-81ED-4DB2-BD59-A6C34878D82A}">
                    <a16:rowId xmlns:a16="http://schemas.microsoft.com/office/drawing/2014/main" val="2713801"/>
                  </a:ext>
                </a:extLst>
              </a:tr>
              <a:tr h="533681">
                <a:tc vMerge="1">
                  <a:txBody>
                    <a:bodyPr/>
                    <a:lstStyle/>
                    <a:p>
                      <a:endParaRPr lang="it-IT"/>
                    </a:p>
                  </a:txBody>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en-GB" sz="1050">
                          <a:latin typeface="+mn-lt"/>
                          <a:cs typeface="Segoe UI" panose="020B0502040204020203" pitchFamily="34" charset="0"/>
                        </a:rPr>
                        <a:t>I have development goals that are not currently applicable, what should I do?</a:t>
                      </a:r>
                      <a:endParaRPr lang="it-IT" sz="1050">
                        <a:latin typeface="+mn-lt"/>
                        <a:cs typeface="Segoe UI" panose="020B0502040204020203" pitchFamily="34" charset="0"/>
                      </a:endParaRP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en-GB" sz="1050" noProof="0">
                          <a:latin typeface="+mn-lt"/>
                          <a:cs typeface="Segoe UI" panose="020B0502040204020203" pitchFamily="34" charset="0"/>
                        </a:rPr>
                        <a:t>You can proceed to update the goal directly in your Self Evaluation by selecting "Not Started" as the status and entering a comment to motivate it. To add another development goal, you can click on "Add" and create a new one. Remember to make sure that the total weights are equal to 100.</a:t>
                      </a:r>
                      <a:endParaRPr lang="it-IT" sz="1050" noProof="0">
                        <a:latin typeface="+mn-lt"/>
                        <a:cs typeface="Segoe UI" panose="020B0502040204020203" pitchFamily="34" charset="0"/>
                      </a:endParaRPr>
                    </a:p>
                  </a:txBody>
                  <a:tcPr anchor="ctr">
                    <a:solidFill>
                      <a:schemeClr val="bg1"/>
                    </a:solidFill>
                  </a:tcPr>
                </a:tc>
                <a:extLst>
                  <a:ext uri="{0D108BD9-81ED-4DB2-BD59-A6C34878D82A}">
                    <a16:rowId xmlns:a16="http://schemas.microsoft.com/office/drawing/2014/main" val="4158583768"/>
                  </a:ext>
                </a:extLst>
              </a:tr>
              <a:tr h="687485">
                <a:tc vMerge="1">
                  <a:txBody>
                    <a:bodyPr/>
                    <a:lstStyle/>
                    <a:p>
                      <a:endParaRPr/>
                    </a:p>
                  </a:txBody>
                  <a:tcPr>
                    <a:no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en-GB" sz="1050">
                          <a:latin typeface="+mn-lt"/>
                          <a:cs typeface="Segoe UI" panose="020B0502040204020203" pitchFamily="34" charset="0"/>
                        </a:rPr>
                        <a:t>I have just joined Eng Group, what should I do? Do I have to enter goals and do the Mid Year Check – In?</a:t>
                      </a:r>
                      <a:endParaRPr lang="it-IT" sz="1050">
                        <a:latin typeface="+mn-lt"/>
                        <a:cs typeface="Segoe UI" panose="020B0502040204020203" pitchFamily="34" charset="0"/>
                      </a:endParaRP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en-GB" sz="1050" noProof="0">
                          <a:latin typeface="+mn-lt"/>
                          <a:cs typeface="Segoe UI" panose="020B0502040204020203" pitchFamily="34" charset="0"/>
                        </a:rPr>
                        <a:t>If you </a:t>
                      </a:r>
                      <a:r>
                        <a:rPr lang="en-GB" sz="1050" b="1" noProof="0">
                          <a:latin typeface="+mn-lt"/>
                          <a:cs typeface="Segoe UI" panose="020B0502040204020203" pitchFamily="34" charset="0"/>
                        </a:rPr>
                        <a:t>were hired after 03/07 </a:t>
                      </a:r>
                      <a:r>
                        <a:rPr lang="en-GB" sz="1050" noProof="0" err="1">
                          <a:latin typeface="+mn-lt"/>
                          <a:cs typeface="Segoe UI" panose="020B0502040204020203" pitchFamily="34" charset="0"/>
                        </a:rPr>
                        <a:t>ou</a:t>
                      </a:r>
                      <a:r>
                        <a:rPr lang="en-GB" sz="1050" noProof="0">
                          <a:latin typeface="+mn-lt"/>
                          <a:cs typeface="Segoe UI" panose="020B0502040204020203" pitchFamily="34" charset="0"/>
                        </a:rPr>
                        <a:t> will have to enter your goals in the Mid Year Check – In: Self Evaluation task after agreeing them with your Manager.</a:t>
                      </a:r>
                      <a:endParaRPr lang="it-IT" sz="1050" noProof="0">
                        <a:latin typeface="+mn-lt"/>
                        <a:cs typeface="Segoe UI" panose="020B0502040204020203" pitchFamily="34" charset="0"/>
                      </a:endParaRPr>
                    </a:p>
                  </a:txBody>
                  <a:tcPr anchor="ctr">
                    <a:solidFill>
                      <a:schemeClr val="bg1"/>
                    </a:solidFill>
                  </a:tcPr>
                </a:tc>
                <a:extLst>
                  <a:ext uri="{0D108BD9-81ED-4DB2-BD59-A6C34878D82A}">
                    <a16:rowId xmlns:a16="http://schemas.microsoft.com/office/drawing/2014/main" val="3993063250"/>
                  </a:ext>
                </a:extLst>
              </a:tr>
              <a:tr h="416939">
                <a:tc rowSpan="3">
                  <a:txBody>
                    <a:bodyPr/>
                    <a:lstStyle/>
                    <a:p>
                      <a:pPr marL="0" marR="0" lvl="0" indent="0" algn="l" defTabSz="914248" rtl="0" eaLnBrk="1" fontAlgn="auto" latinLnBrk="0" hangingPunct="1">
                        <a:lnSpc>
                          <a:spcPct val="100000"/>
                        </a:lnSpc>
                        <a:spcBef>
                          <a:spcPts val="0"/>
                        </a:spcBef>
                        <a:spcAft>
                          <a:spcPts val="0"/>
                        </a:spcAft>
                        <a:buClrTx/>
                        <a:buSzTx/>
                        <a:buFontTx/>
                        <a:buNone/>
                        <a:tabLst/>
                        <a:defRPr/>
                      </a:pPr>
                      <a:r>
                        <a:rPr lang="it-IT" sz="1050" b="1">
                          <a:latin typeface="+mn-lt"/>
                          <a:cs typeface="Segoe UI" panose="020B0502040204020203" pitchFamily="34" charset="0"/>
                        </a:rPr>
                        <a:t>Self Evaluation</a:t>
                      </a:r>
                    </a:p>
                    <a:p>
                      <a:pPr marL="0" marR="0" lvl="0" indent="0" algn="l" defTabSz="914248" rtl="0" eaLnBrk="1" fontAlgn="auto" latinLnBrk="0" hangingPunct="1">
                        <a:lnSpc>
                          <a:spcPct val="100000"/>
                        </a:lnSpc>
                        <a:spcBef>
                          <a:spcPts val="0"/>
                        </a:spcBef>
                        <a:spcAft>
                          <a:spcPts val="0"/>
                        </a:spcAft>
                        <a:buClrTx/>
                        <a:buSzTx/>
                        <a:buFontTx/>
                        <a:buNone/>
                        <a:tabLst/>
                        <a:defRPr/>
                      </a:pPr>
                      <a:r>
                        <a:rPr lang="it-IT" sz="1050" b="1">
                          <a:latin typeface="+mn-lt"/>
                          <a:cs typeface="Segoe UI" panose="020B0502040204020203" pitchFamily="34" charset="0"/>
                        </a:rPr>
                        <a:t>(</a:t>
                      </a:r>
                      <a:r>
                        <a:rPr lang="it-IT" sz="1050" b="1" err="1">
                          <a:latin typeface="+mn-lt"/>
                          <a:cs typeface="Segoe UI" panose="020B0502040204020203" pitchFamily="34" charset="0"/>
                        </a:rPr>
                        <a:t>Employee</a:t>
                      </a:r>
                      <a:r>
                        <a:rPr lang="it-IT" sz="1050" b="1">
                          <a:latin typeface="+mn-lt"/>
                          <a:cs typeface="Segoe UI" panose="020B0502040204020203" pitchFamily="34" charset="0"/>
                        </a:rPr>
                        <a:t>)</a:t>
                      </a: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en-GB" sz="1050">
                          <a:latin typeface="+mn-lt"/>
                          <a:cs typeface="Segoe UI" panose="020B0502040204020203" pitchFamily="34" charset="0"/>
                        </a:rPr>
                        <a:t>I made a mistake in filling out my self evaluation. How do I go back?</a:t>
                      </a:r>
                      <a:endParaRPr lang="it-IT" sz="1050">
                        <a:latin typeface="+mn-lt"/>
                        <a:cs typeface="Segoe UI" panose="020B0502040204020203" pitchFamily="34" charset="0"/>
                      </a:endParaRP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en-GB" sz="1050" noProof="0">
                          <a:latin typeface="+mn-lt"/>
                          <a:cs typeface="Segoe UI" panose="020B0502040204020203" pitchFamily="34" charset="0"/>
                        </a:rPr>
                        <a:t>Only the Manager has the possibility to </a:t>
                      </a:r>
                      <a:r>
                        <a:rPr lang="en-GB" sz="1050" b="1" noProof="0">
                          <a:latin typeface="+mn-lt"/>
                          <a:cs typeface="Segoe UI" panose="020B0502040204020203" pitchFamily="34" charset="0"/>
                        </a:rPr>
                        <a:t>"Send Back</a:t>
                      </a:r>
                      <a:r>
                        <a:rPr lang="en-GB" sz="1050" noProof="0">
                          <a:latin typeface="+mn-lt"/>
                          <a:cs typeface="Segoe UI" panose="020B0502040204020203" pitchFamily="34" charset="0"/>
                        </a:rPr>
                        <a:t>" the received form and send it back.  In case of an error, we recommend that you notify the Manager as soon as possible so that he can send the card back to you.</a:t>
                      </a:r>
                      <a:endParaRPr lang="it-IT" sz="1050" noProof="0">
                        <a:latin typeface="+mn-lt"/>
                        <a:cs typeface="Segoe UI" panose="020B0502040204020203" pitchFamily="34" charset="0"/>
                      </a:endParaRPr>
                    </a:p>
                  </a:txBody>
                  <a:tcPr anchor="ctr">
                    <a:solidFill>
                      <a:schemeClr val="bg1"/>
                    </a:solidFill>
                  </a:tcPr>
                </a:tc>
                <a:extLst>
                  <a:ext uri="{0D108BD9-81ED-4DB2-BD59-A6C34878D82A}">
                    <a16:rowId xmlns:a16="http://schemas.microsoft.com/office/drawing/2014/main" val="86641908"/>
                  </a:ext>
                </a:extLst>
              </a:tr>
              <a:tr h="392373">
                <a:tc vMerge="1">
                  <a:txBody>
                    <a:bodyPr/>
                    <a:lstStyle/>
                    <a:p>
                      <a:endParaRPr/>
                    </a:p>
                  </a:txBody>
                  <a:tcP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en-GB" sz="1050">
                          <a:latin typeface="+mn-lt"/>
                          <a:cs typeface="Segoe UI" panose="020B0502040204020203" pitchFamily="34" charset="0"/>
                        </a:rPr>
                        <a:t>I asked another person for feedback, but it is not visible in my Self Evaluation, why?</a:t>
                      </a:r>
                      <a:endParaRPr lang="it-IT" sz="1050">
                        <a:latin typeface="+mn-lt"/>
                        <a:cs typeface="Segoe UI" panose="020B0502040204020203" pitchFamily="34" charset="0"/>
                      </a:endParaRP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en-GB" sz="1050" noProof="0">
                          <a:latin typeface="+mn-lt"/>
                          <a:cs typeface="Segoe UI" panose="020B0502040204020203" pitchFamily="34" charset="0"/>
                        </a:rPr>
                        <a:t>Feedback entered by selecting the "</a:t>
                      </a:r>
                      <a:r>
                        <a:rPr lang="en-GB" sz="1050" b="1" noProof="0">
                          <a:latin typeface="+mn-lt"/>
                          <a:cs typeface="Segoe UI" panose="020B0502040204020203" pitchFamily="34" charset="0"/>
                        </a:rPr>
                        <a:t>Private</a:t>
                      </a:r>
                      <a:r>
                        <a:rPr lang="en-GB" sz="1050" noProof="0">
                          <a:latin typeface="+mn-lt"/>
                          <a:cs typeface="Segoe UI" panose="020B0502040204020203" pitchFamily="34" charset="0"/>
                        </a:rPr>
                        <a:t>" option is not visible in the Mid Year check-in tab. We recommend that you request feedback by specifying that it is visible.</a:t>
                      </a:r>
                      <a:endParaRPr lang="it-IT" sz="1050" noProof="0">
                        <a:latin typeface="+mn-lt"/>
                        <a:cs typeface="Segoe UI" panose="020B0502040204020203" pitchFamily="34" charset="0"/>
                      </a:endParaRPr>
                    </a:p>
                  </a:txBody>
                  <a:tcPr anchor="ctr">
                    <a:solidFill>
                      <a:schemeClr val="bg1"/>
                    </a:solidFill>
                  </a:tcPr>
                </a:tc>
                <a:extLst>
                  <a:ext uri="{0D108BD9-81ED-4DB2-BD59-A6C34878D82A}">
                    <a16:rowId xmlns:a16="http://schemas.microsoft.com/office/drawing/2014/main" val="2411195070"/>
                  </a:ext>
                </a:extLst>
              </a:tr>
              <a:tr h="533681">
                <a:tc vMerge="1">
                  <a:txBody>
                    <a:bodyPr/>
                    <a:lstStyle/>
                    <a:p>
                      <a:pPr marL="0" marR="0" lvl="0" indent="0" algn="l" defTabSz="914248" rtl="0" eaLnBrk="1" fontAlgn="auto" latinLnBrk="0" hangingPunct="1">
                        <a:lnSpc>
                          <a:spcPct val="100000"/>
                        </a:lnSpc>
                        <a:spcBef>
                          <a:spcPts val="0"/>
                        </a:spcBef>
                        <a:spcAft>
                          <a:spcPts val="0"/>
                        </a:spcAft>
                        <a:buClrTx/>
                        <a:buSzTx/>
                        <a:buFontTx/>
                        <a:buNone/>
                        <a:tabLst/>
                        <a:defRPr/>
                      </a:pPr>
                      <a:endParaRPr lang="it-IT" sz="1200" b="1">
                        <a:latin typeface="Segoe UI" panose="020B0502040204020203" pitchFamily="34" charset="0"/>
                        <a:cs typeface="Segoe UI" panose="020B0502040204020203" pitchFamily="34" charset="0"/>
                      </a:endParaRP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en-GB" sz="1050">
                          <a:latin typeface="+mn-lt"/>
                          <a:cs typeface="Segoe UI" panose="020B0502040204020203" pitchFamily="34" charset="0"/>
                        </a:rPr>
                        <a:t>I have completed my Self Evaluation form, but my Manager has not received the Manager Evaluation task to evaluate me. Did I do something wrong?</a:t>
                      </a:r>
                      <a:endParaRPr lang="it-IT" sz="1050">
                        <a:latin typeface="+mn-lt"/>
                        <a:cs typeface="Segoe UI" panose="020B0502040204020203" pitchFamily="34" charset="0"/>
                      </a:endParaRP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en-GB" sz="1050" noProof="0">
                          <a:latin typeface="+mn-lt"/>
                          <a:cs typeface="Segoe UI" panose="020B0502040204020203" pitchFamily="34" charset="0"/>
                        </a:rPr>
                        <a:t>If your Manager does not see the "</a:t>
                      </a:r>
                      <a:r>
                        <a:rPr lang="en-GB" sz="1050" b="1" noProof="0">
                          <a:latin typeface="+mn-lt"/>
                          <a:cs typeface="Segoe UI" panose="020B0502040204020203" pitchFamily="34" charset="0"/>
                        </a:rPr>
                        <a:t>Manager Evaluation</a:t>
                      </a:r>
                      <a:r>
                        <a:rPr lang="en-GB" sz="1050" noProof="0">
                          <a:latin typeface="+mn-lt"/>
                          <a:cs typeface="Segoe UI" panose="020B0502040204020203" pitchFamily="34" charset="0"/>
                        </a:rPr>
                        <a:t>" task, it is because </a:t>
                      </a:r>
                      <a:r>
                        <a:rPr lang="en-GB" sz="1050" b="1" noProof="0">
                          <a:latin typeface="+mn-lt"/>
                          <a:cs typeface="Segoe UI" panose="020B0502040204020203" pitchFamily="34" charset="0"/>
                        </a:rPr>
                        <a:t>the "Get Additional Manager Evaluation</a:t>
                      </a:r>
                      <a:r>
                        <a:rPr lang="en-GB" sz="1050" noProof="0">
                          <a:latin typeface="+mn-lt"/>
                          <a:cs typeface="Segoe UI" panose="020B0502040204020203" pitchFamily="34" charset="0"/>
                        </a:rPr>
                        <a:t>" task has not been completed or skipped. Only after requesting feedback, the Manager will be able to view the task to evaluate you.</a:t>
                      </a:r>
                      <a:endParaRPr lang="it-IT" sz="1050" noProof="0">
                        <a:latin typeface="+mn-lt"/>
                        <a:cs typeface="Segoe UI" panose="020B0502040204020203" pitchFamily="34" charset="0"/>
                      </a:endParaRPr>
                    </a:p>
                  </a:txBody>
                  <a:tcPr anchor="ctr">
                    <a:solidFill>
                      <a:schemeClr val="bg1"/>
                    </a:solidFill>
                  </a:tcPr>
                </a:tc>
                <a:extLst>
                  <a:ext uri="{0D108BD9-81ED-4DB2-BD59-A6C34878D82A}">
                    <a16:rowId xmlns:a16="http://schemas.microsoft.com/office/drawing/2014/main" val="181268087"/>
                  </a:ext>
                </a:extLst>
              </a:tr>
            </a:tbl>
          </a:graphicData>
        </a:graphic>
      </p:graphicFrame>
    </p:spTree>
    <p:extLst>
      <p:ext uri="{BB962C8B-B14F-4D97-AF65-F5344CB8AC3E}">
        <p14:creationId xmlns:p14="http://schemas.microsoft.com/office/powerpoint/2010/main" val="789489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92163-FA20-31F2-8DAE-49524F4D2659}"/>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80931D44-E6F6-3D9E-BD8E-8C23324880B1}"/>
              </a:ext>
            </a:extLst>
          </p:cNvPr>
          <p:cNvGraphicFramePr>
            <a:graphicFrameLocks noChangeAspect="1"/>
          </p:cNvGraphicFramePr>
          <p:nvPr>
            <p:custDataLst>
              <p:tags r:id="rId1"/>
            </p:custDataLst>
            <p:extLst>
              <p:ext uri="{D42A27DB-BD31-4B8C-83A1-F6EECF244321}">
                <p14:modId xmlns:p14="http://schemas.microsoft.com/office/powerpoint/2010/main" val="41270213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7" name="think-cell data - do not delete" hidden="1">
                        <a:extLst>
                          <a:ext uri="{FF2B5EF4-FFF2-40B4-BE49-F238E27FC236}">
                            <a16:creationId xmlns:a16="http://schemas.microsoft.com/office/drawing/2014/main" id="{80931D44-E6F6-3D9E-BD8E-8C23324880B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F5D375E-B95E-EA53-3C1C-F97439EE5CA7}"/>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a:t>
            </a:r>
            <a:r>
              <a:rPr lang="it-IT" b="0" err="1"/>
              <a:t>FAQs</a:t>
            </a:r>
            <a:r>
              <a:rPr lang="it-IT" b="0"/>
              <a:t> (2/3)</a:t>
            </a:r>
            <a:endParaRPr lang="en-GB"/>
          </a:p>
        </p:txBody>
      </p:sp>
      <p:sp>
        <p:nvSpPr>
          <p:cNvPr id="3" name="Footer Placeholder 2">
            <a:extLst>
              <a:ext uri="{FF2B5EF4-FFF2-40B4-BE49-F238E27FC236}">
                <a16:creationId xmlns:a16="http://schemas.microsoft.com/office/drawing/2014/main" id="{5685504D-5BD9-E9A6-8BDA-07A654ED01A4}"/>
              </a:ext>
            </a:extLst>
          </p:cNvPr>
          <p:cNvSpPr>
            <a:spLocks noGrp="1"/>
          </p:cNvSpPr>
          <p:nvPr>
            <p:ph type="ftr" sz="quarter" idx="14"/>
          </p:nvPr>
        </p:nvSpPr>
        <p:spPr/>
        <p:txBody>
          <a:bodyPr/>
          <a:lstStyle/>
          <a:p>
            <a:endParaRPr lang="it-IT"/>
          </a:p>
        </p:txBody>
      </p:sp>
      <p:sp>
        <p:nvSpPr>
          <p:cNvPr id="4" name="Slide Number Placeholder 3">
            <a:extLst>
              <a:ext uri="{FF2B5EF4-FFF2-40B4-BE49-F238E27FC236}">
                <a16:creationId xmlns:a16="http://schemas.microsoft.com/office/drawing/2014/main" id="{A81E826E-EB9F-1F43-9856-CD44EAF097D3}"/>
              </a:ext>
            </a:extLst>
          </p:cNvPr>
          <p:cNvSpPr>
            <a:spLocks noGrp="1"/>
          </p:cNvSpPr>
          <p:nvPr>
            <p:ph type="sldNum" sz="quarter" idx="15"/>
          </p:nvPr>
        </p:nvSpPr>
        <p:spPr/>
        <p:txBody>
          <a:bodyPr/>
          <a:lstStyle/>
          <a:p>
            <a:fld id="{98BF7C3C-24CC-6140-8A22-738C44F1CFEB}" type="slidenum">
              <a:rPr lang="it-IT" smtClean="0"/>
              <a:pPr/>
              <a:t>25</a:t>
            </a:fld>
            <a:endParaRPr lang="it-IT"/>
          </a:p>
        </p:txBody>
      </p:sp>
      <p:sp>
        <p:nvSpPr>
          <p:cNvPr id="5" name="Text Placeholder 4">
            <a:extLst>
              <a:ext uri="{FF2B5EF4-FFF2-40B4-BE49-F238E27FC236}">
                <a16:creationId xmlns:a16="http://schemas.microsoft.com/office/drawing/2014/main" id="{BAC15466-0EE9-2E10-2051-39440E2684EF}"/>
              </a:ext>
            </a:extLst>
          </p:cNvPr>
          <p:cNvSpPr>
            <a:spLocks noGrp="1"/>
          </p:cNvSpPr>
          <p:nvPr>
            <p:ph type="body" sz="quarter" idx="13"/>
          </p:nvPr>
        </p:nvSpPr>
        <p:spPr/>
        <p:txBody>
          <a:bodyPr/>
          <a:lstStyle/>
          <a:p>
            <a:r>
              <a:rPr lang="it-IT"/>
              <a:t>ENGINEERING </a:t>
            </a:r>
            <a:r>
              <a:rPr lang="it-IT" b="0"/>
              <a:t>/ THE DIGITAL TRANSFORMATION COMPANY</a:t>
            </a:r>
          </a:p>
        </p:txBody>
      </p:sp>
      <p:graphicFrame>
        <p:nvGraphicFramePr>
          <p:cNvPr id="6" name="Table 5">
            <a:extLst>
              <a:ext uri="{FF2B5EF4-FFF2-40B4-BE49-F238E27FC236}">
                <a16:creationId xmlns:a16="http://schemas.microsoft.com/office/drawing/2014/main" id="{4CABE633-8612-CB68-D9DD-C6FFFE446B39}"/>
              </a:ext>
            </a:extLst>
          </p:cNvPr>
          <p:cNvGraphicFramePr>
            <a:graphicFrameLocks noGrp="1"/>
          </p:cNvGraphicFramePr>
          <p:nvPr>
            <p:extLst>
              <p:ext uri="{D42A27DB-BD31-4B8C-83A1-F6EECF244321}">
                <p14:modId xmlns:p14="http://schemas.microsoft.com/office/powerpoint/2010/main" val="2582834633"/>
              </p:ext>
            </p:extLst>
          </p:nvPr>
        </p:nvGraphicFramePr>
        <p:xfrm>
          <a:off x="701313" y="888965"/>
          <a:ext cx="10912512" cy="4283691"/>
        </p:xfrm>
        <a:graphic>
          <a:graphicData uri="http://schemas.openxmlformats.org/drawingml/2006/table">
            <a:tbl>
              <a:tblPr firstRow="1" bandRow="1">
                <a:tableStyleId>{B301B821-A1FF-4177-AEE7-76D212191A09}</a:tableStyleId>
              </a:tblPr>
              <a:tblGrid>
                <a:gridCol w="1656934">
                  <a:extLst>
                    <a:ext uri="{9D8B030D-6E8A-4147-A177-3AD203B41FA5}">
                      <a16:colId xmlns:a16="http://schemas.microsoft.com/office/drawing/2014/main" val="591978116"/>
                    </a:ext>
                  </a:extLst>
                </a:gridCol>
                <a:gridCol w="3925460">
                  <a:extLst>
                    <a:ext uri="{9D8B030D-6E8A-4147-A177-3AD203B41FA5}">
                      <a16:colId xmlns:a16="http://schemas.microsoft.com/office/drawing/2014/main" val="2565297748"/>
                    </a:ext>
                  </a:extLst>
                </a:gridCol>
                <a:gridCol w="5330118">
                  <a:extLst>
                    <a:ext uri="{9D8B030D-6E8A-4147-A177-3AD203B41FA5}">
                      <a16:colId xmlns:a16="http://schemas.microsoft.com/office/drawing/2014/main" val="4218294998"/>
                    </a:ext>
                  </a:extLst>
                </a:gridCol>
              </a:tblGrid>
              <a:tr h="264573">
                <a:tc>
                  <a:txBody>
                    <a:bodyPr/>
                    <a:lstStyle/>
                    <a:p>
                      <a:r>
                        <a:rPr lang="it-IT" sz="1050">
                          <a:latin typeface="+mn-lt"/>
                          <a:cs typeface="Segoe UI" panose="020B0502040204020203" pitchFamily="34" charset="0"/>
                        </a:rPr>
                        <a:t>Topic</a:t>
                      </a:r>
                    </a:p>
                  </a:txBody>
                  <a:tcPr/>
                </a:tc>
                <a:tc>
                  <a:txBody>
                    <a:bodyPr/>
                    <a:lstStyle/>
                    <a:p>
                      <a:r>
                        <a:rPr lang="it-IT" sz="1050">
                          <a:latin typeface="+mn-lt"/>
                          <a:cs typeface="Segoe UI" panose="020B0502040204020203" pitchFamily="34" charset="0"/>
                        </a:rPr>
                        <a:t>Domanda</a:t>
                      </a:r>
                    </a:p>
                  </a:txBody>
                  <a:tcPr/>
                </a:tc>
                <a:tc>
                  <a:txBody>
                    <a:bodyPr/>
                    <a:lstStyle/>
                    <a:p>
                      <a:pPr marL="0" marR="0" lvl="0" indent="0" algn="l" defTabSz="914248" rtl="0" eaLnBrk="1" fontAlgn="auto" latinLnBrk="0" hangingPunct="1">
                        <a:lnSpc>
                          <a:spcPct val="100000"/>
                        </a:lnSpc>
                        <a:spcBef>
                          <a:spcPts val="0"/>
                        </a:spcBef>
                        <a:spcAft>
                          <a:spcPts val="0"/>
                        </a:spcAft>
                        <a:buClrTx/>
                        <a:buSzTx/>
                        <a:buFontTx/>
                        <a:buNone/>
                        <a:tabLst/>
                        <a:defRPr/>
                      </a:pPr>
                      <a:r>
                        <a:rPr lang="it-IT" sz="1050">
                          <a:latin typeface="+mn-lt"/>
                          <a:cs typeface="Segoe UI" panose="020B0502040204020203" pitchFamily="34" charset="0"/>
                        </a:rPr>
                        <a:t>Risposta</a:t>
                      </a:r>
                    </a:p>
                  </a:txBody>
                  <a:tcPr/>
                </a:tc>
                <a:extLst>
                  <a:ext uri="{0D108BD9-81ED-4DB2-BD59-A6C34878D82A}">
                    <a16:rowId xmlns:a16="http://schemas.microsoft.com/office/drawing/2014/main" val="1176281338"/>
                  </a:ext>
                </a:extLst>
              </a:tr>
              <a:tr h="440955">
                <a:tc rowSpan="6">
                  <a:txBody>
                    <a:bodyPr/>
                    <a:lstStyle/>
                    <a:p>
                      <a:r>
                        <a:rPr lang="it-IT" sz="1050" b="1">
                          <a:latin typeface="+mn-lt"/>
                          <a:cs typeface="Segoe UI" panose="020B0502040204020203" pitchFamily="34" charset="0"/>
                        </a:rPr>
                        <a:t> </a:t>
                      </a:r>
                      <a:r>
                        <a:rPr lang="it-IT" sz="1050" b="1" err="1">
                          <a:latin typeface="+mn-lt"/>
                          <a:cs typeface="Segoe UI" panose="020B0502040204020203" pitchFamily="34" charset="0"/>
                        </a:rPr>
                        <a:t>Get</a:t>
                      </a:r>
                      <a:r>
                        <a:rPr lang="it-IT" sz="1050" b="1">
                          <a:latin typeface="+mn-lt"/>
                          <a:cs typeface="Segoe UI" panose="020B0502040204020203" pitchFamily="34" charset="0"/>
                        </a:rPr>
                        <a:t> </a:t>
                      </a:r>
                      <a:r>
                        <a:rPr lang="it-IT" sz="1050" b="1" err="1">
                          <a:latin typeface="+mn-lt"/>
                          <a:cs typeface="Segoe UI" panose="020B0502040204020203" pitchFamily="34" charset="0"/>
                        </a:rPr>
                        <a:t>Additional</a:t>
                      </a:r>
                      <a:r>
                        <a:rPr lang="it-IT" sz="1050" b="1">
                          <a:latin typeface="+mn-lt"/>
                          <a:cs typeface="Segoe UI" panose="020B0502040204020203" pitchFamily="34" charset="0"/>
                        </a:rPr>
                        <a:t> Manager Evaluation</a:t>
                      </a: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en-GB" sz="1050">
                          <a:latin typeface="+mn-lt"/>
                          <a:cs typeface="Segoe UI" panose="020B0502040204020203" pitchFamily="34" charset="0"/>
                        </a:rPr>
                        <a:t>Is it possible to request feedback from multiple people in the Get Additional Manager Feedback task?</a:t>
                      </a:r>
                      <a:endParaRPr lang="it-IT" sz="1050">
                        <a:latin typeface="+mn-lt"/>
                        <a:cs typeface="Segoe UI" panose="020B0502040204020203" pitchFamily="34" charset="0"/>
                      </a:endParaRPr>
                    </a:p>
                  </a:txBody>
                  <a:tcPr anchor="ctr">
                    <a:noFill/>
                  </a:tcPr>
                </a:tc>
                <a:tc>
                  <a:txBody>
                    <a:bodyPr/>
                    <a:lstStyle/>
                    <a:p>
                      <a:pPr marL="0" marR="0" lvl="0" indent="0" algn="l" rtl="0" eaLnBrk="1" fontAlgn="auto" latinLnBrk="0" hangingPunct="1">
                        <a:lnSpc>
                          <a:spcPct val="100000"/>
                        </a:lnSpc>
                        <a:spcBef>
                          <a:spcPts val="0"/>
                        </a:spcBef>
                        <a:spcAft>
                          <a:spcPts val="0"/>
                        </a:spcAft>
                        <a:buClrTx/>
                        <a:buSzTx/>
                        <a:buFont typeface="+mj-lt"/>
                        <a:buNone/>
                      </a:pPr>
                      <a:r>
                        <a:rPr lang="en-GB" sz="1050">
                          <a:latin typeface="+mn-lt"/>
                          <a:cs typeface="Segoe UI"/>
                        </a:rPr>
                        <a:t>Yes, you can choose more people.</a:t>
                      </a:r>
                      <a:endParaRPr lang="it-IT" sz="1050" b="1">
                        <a:latin typeface="+mn-lt"/>
                        <a:cs typeface="Segoe UI"/>
                      </a:endParaRPr>
                    </a:p>
                  </a:txBody>
                  <a:tcPr anchor="ctr">
                    <a:noFill/>
                  </a:tcPr>
                </a:tc>
                <a:extLst>
                  <a:ext uri="{0D108BD9-81ED-4DB2-BD59-A6C34878D82A}">
                    <a16:rowId xmlns:a16="http://schemas.microsoft.com/office/drawing/2014/main" val="2185880402"/>
                  </a:ext>
                </a:extLst>
              </a:tr>
              <a:tr h="440955">
                <a:tc vMerge="1">
                  <a:txBody>
                    <a:bodyPr/>
                    <a:lstStyle/>
                    <a:p>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en-GB" sz="1050">
                          <a:latin typeface="+mn-lt"/>
                          <a:cs typeface="Segoe UI" panose="020B0502040204020203" pitchFamily="34" charset="0"/>
                        </a:rPr>
                        <a:t>Can I request feedback from a customer or third party outside the company?</a:t>
                      </a:r>
                      <a:endParaRPr lang="it-IT" sz="1050">
                        <a:latin typeface="+mn-lt"/>
                        <a:cs typeface="Segoe UI" panose="020B0502040204020203" pitchFamily="34" charset="0"/>
                      </a:endParaRPr>
                    </a:p>
                  </a:txBody>
                  <a:tcPr anchor="ctr">
                    <a:noFill/>
                  </a:tcPr>
                </a:tc>
                <a:tc>
                  <a:txBody>
                    <a:bodyPr/>
                    <a:lstStyle/>
                    <a:p>
                      <a:pPr marL="0" marR="0" lvl="0" indent="0" algn="l" rtl="0" eaLnBrk="1" fontAlgn="auto" latinLnBrk="0" hangingPunct="1">
                        <a:lnSpc>
                          <a:spcPct val="100000"/>
                        </a:lnSpc>
                        <a:spcBef>
                          <a:spcPts val="0"/>
                        </a:spcBef>
                        <a:spcAft>
                          <a:spcPts val="0"/>
                        </a:spcAft>
                        <a:buClrTx/>
                        <a:buSzTx/>
                        <a:buFont typeface="+mj-lt"/>
                        <a:buNone/>
                      </a:pPr>
                      <a:r>
                        <a:rPr lang="en-GB" sz="1050">
                          <a:latin typeface="+mn-lt"/>
                          <a:cs typeface="Segoe UI"/>
                        </a:rPr>
                        <a:t>You can request customer feedback for your people outside the system and attach it in the "</a:t>
                      </a:r>
                      <a:r>
                        <a:rPr lang="en-GB" sz="1050" b="1">
                          <a:latin typeface="+mn-lt"/>
                          <a:cs typeface="Segoe UI"/>
                        </a:rPr>
                        <a:t>Supporting Documents</a:t>
                      </a:r>
                      <a:r>
                        <a:rPr lang="en-GB" sz="1050">
                          <a:latin typeface="+mn-lt"/>
                          <a:cs typeface="Segoe UI"/>
                        </a:rPr>
                        <a:t>" section.</a:t>
                      </a:r>
                      <a:endParaRPr lang="it-IT" sz="1050">
                        <a:latin typeface="+mn-lt"/>
                        <a:cs typeface="Segoe UI"/>
                      </a:endParaRPr>
                    </a:p>
                  </a:txBody>
                  <a:tcPr anchor="ctr">
                    <a:noFill/>
                  </a:tcPr>
                </a:tc>
                <a:extLst>
                  <a:ext uri="{0D108BD9-81ED-4DB2-BD59-A6C34878D82A}">
                    <a16:rowId xmlns:a16="http://schemas.microsoft.com/office/drawing/2014/main" val="834578527"/>
                  </a:ext>
                </a:extLst>
              </a:tr>
              <a:tr h="644252">
                <a:tc vMerge="1">
                  <a:txBody>
                    <a:bodyPr/>
                    <a:lstStyle/>
                    <a:p>
                      <a:endParaRPr lang="it-IT" sz="1050">
                        <a:latin typeface="Segoe UI" panose="020B0502040204020203" pitchFamily="34" charset="0"/>
                        <a:cs typeface="Segoe UI" panose="020B0502040204020203" pitchFamily="34" charset="0"/>
                      </a:endParaRPr>
                    </a:p>
                  </a:txBody>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en-GB" sz="1050">
                          <a:latin typeface="+mn-lt"/>
                          <a:cs typeface="Segoe UI" panose="020B0502040204020203" pitchFamily="34" charset="0"/>
                        </a:rPr>
                        <a:t>There has been a reorganization of the Organizational Unit and I am no longer that person's Manager. Can I reassign the task to the correct Manager?</a:t>
                      </a:r>
                      <a:endParaRPr lang="it-IT" sz="1050">
                        <a:latin typeface="+mn-lt"/>
                        <a:cs typeface="Segoe UI" panose="020B0502040204020203" pitchFamily="34" charset="0"/>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en-GB" sz="1050">
                          <a:latin typeface="+mn-lt"/>
                          <a:cs typeface="Segoe UI" panose="020B0502040204020203" pitchFamily="34" charset="0"/>
                        </a:rPr>
                        <a:t>You can reassign the task to the correct person by selecting "</a:t>
                      </a:r>
                      <a:r>
                        <a:rPr lang="en-GB" sz="1050" b="1">
                          <a:latin typeface="+mn-lt"/>
                          <a:cs typeface="Segoe UI" panose="020B0502040204020203" pitchFamily="34" charset="0"/>
                        </a:rPr>
                        <a:t>Reassign</a:t>
                      </a:r>
                      <a:r>
                        <a:rPr lang="en-GB" sz="1050">
                          <a:latin typeface="+mn-lt"/>
                          <a:cs typeface="Segoe UI" panose="020B0502040204020203" pitchFamily="34" charset="0"/>
                        </a:rPr>
                        <a:t>" and entering the reason for the request. This will then be verified by HRBP and Talent Admin before being approved.</a:t>
                      </a:r>
                      <a:endParaRPr lang="it-IT" sz="1050">
                        <a:latin typeface="+mn-lt"/>
                        <a:cs typeface="Segoe UI" panose="020B0502040204020203" pitchFamily="34" charset="0"/>
                      </a:endParaRPr>
                    </a:p>
                  </a:txBody>
                  <a:tcPr anchor="ctr">
                    <a:noFill/>
                  </a:tcPr>
                </a:tc>
                <a:extLst>
                  <a:ext uri="{0D108BD9-81ED-4DB2-BD59-A6C34878D82A}">
                    <a16:rowId xmlns:a16="http://schemas.microsoft.com/office/drawing/2014/main" val="4261875513"/>
                  </a:ext>
                </a:extLst>
              </a:tr>
              <a:tr h="617337">
                <a:tc vMerge="1">
                  <a:txBody>
                    <a:bodyPr/>
                    <a:lstStyle/>
                    <a:p>
                      <a:endParaRPr lang="it-IT" sz="1050">
                        <a:latin typeface="Segoe UI" panose="020B0502040204020203" pitchFamily="34" charset="0"/>
                        <a:cs typeface="Segoe UI" panose="020B0502040204020203" pitchFamily="34" charset="0"/>
                      </a:endParaRPr>
                    </a:p>
                  </a:txBody>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en-GB" sz="1050">
                          <a:latin typeface="+mn-lt"/>
                          <a:cs typeface="Segoe UI" panose="020B0502040204020203" pitchFamily="34" charset="0"/>
                        </a:rPr>
                        <a:t>I requested feedback from the wrong person and I no longer see the task—how can I cancel the request?</a:t>
                      </a:r>
                      <a:endParaRPr lang="it-IT" sz="1050">
                        <a:latin typeface="+mn-lt"/>
                        <a:cs typeface="Segoe UI" panose="020B0502040204020203" pitchFamily="34" charset="0"/>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en-GB" sz="1050">
                          <a:latin typeface="+mn-lt"/>
                          <a:cs typeface="Segoe UI" panose="020B0502040204020203" pitchFamily="34" charset="0"/>
                        </a:rPr>
                        <a:t>If you mistakenly assigned the 'Get Additional Manager Evaluation' task to the wrong person, please note that since this is a non-mandatory task, </a:t>
                      </a:r>
                      <a:r>
                        <a:rPr lang="en-GB" sz="1050" b="1">
                          <a:latin typeface="+mn-lt"/>
                          <a:cs typeface="Segoe UI" panose="020B0502040204020203" pitchFamily="34" charset="0"/>
                        </a:rPr>
                        <a:t>it cannot be </a:t>
                      </a:r>
                      <a:r>
                        <a:rPr lang="en-GB" sz="1050" b="1" err="1">
                          <a:latin typeface="+mn-lt"/>
                          <a:cs typeface="Segoe UI" panose="020B0502040204020203" pitchFamily="34" charset="0"/>
                        </a:rPr>
                        <a:t>canceled</a:t>
                      </a:r>
                      <a:r>
                        <a:rPr lang="en-GB" sz="1050" b="1">
                          <a:latin typeface="+mn-lt"/>
                          <a:cs typeface="Segoe UI" panose="020B0502040204020203" pitchFamily="34" charset="0"/>
                        </a:rPr>
                        <a:t> or recalled.</a:t>
                      </a:r>
                    </a:p>
                    <a:p>
                      <a:pPr marL="0" marR="0" lvl="0" indent="0" algn="l" defTabSz="914248" rtl="0" eaLnBrk="1" fontAlgn="auto" latinLnBrk="0" hangingPunct="1">
                        <a:lnSpc>
                          <a:spcPct val="100000"/>
                        </a:lnSpc>
                        <a:spcBef>
                          <a:spcPts val="0"/>
                        </a:spcBef>
                        <a:spcAft>
                          <a:spcPts val="0"/>
                        </a:spcAft>
                        <a:buClrTx/>
                        <a:buSzTx/>
                        <a:buFont typeface="+mj-lt"/>
                        <a:buNone/>
                        <a:tabLst/>
                        <a:defRPr/>
                      </a:pPr>
                      <a:endParaRPr lang="en-GB" sz="1050">
                        <a:latin typeface="+mn-lt"/>
                        <a:cs typeface="Segoe UI" panose="020B0502040204020203" pitchFamily="34" charset="0"/>
                      </a:endParaRPr>
                    </a:p>
                    <a:p>
                      <a:pPr marL="0" marR="0" lvl="0" indent="0" algn="l" defTabSz="914248" rtl="0" eaLnBrk="1" fontAlgn="auto" latinLnBrk="0" hangingPunct="1">
                        <a:lnSpc>
                          <a:spcPct val="100000"/>
                        </a:lnSpc>
                        <a:spcBef>
                          <a:spcPts val="0"/>
                        </a:spcBef>
                        <a:spcAft>
                          <a:spcPts val="0"/>
                        </a:spcAft>
                        <a:buClrTx/>
                        <a:buSzTx/>
                        <a:buFont typeface="+mj-lt"/>
                        <a:buNone/>
                        <a:tabLst/>
                        <a:defRPr/>
                      </a:pPr>
                      <a:r>
                        <a:rPr lang="en-GB" sz="1050">
                          <a:latin typeface="+mn-lt"/>
                          <a:cs typeface="Segoe UI" panose="020B0502040204020203" pitchFamily="34" charset="0"/>
                        </a:rPr>
                        <a:t>As a Manager, you can directly inform the person who received the request by mistake, explaining that </a:t>
                      </a:r>
                      <a:r>
                        <a:rPr lang="en-GB" sz="1050" b="1">
                          <a:latin typeface="+mn-lt"/>
                          <a:cs typeface="Segoe UI" panose="020B0502040204020203" pitchFamily="34" charset="0"/>
                        </a:rPr>
                        <a:t>no action is required on their part</a:t>
                      </a:r>
                      <a:r>
                        <a:rPr lang="en-GB" sz="1050">
                          <a:latin typeface="+mn-lt"/>
                          <a:cs typeface="Segoe UI" panose="020B0502040204020203" pitchFamily="34" charset="0"/>
                        </a:rPr>
                        <a:t>. If you wish to request feedback from the correct person instead, you can do so using the </a:t>
                      </a:r>
                      <a:r>
                        <a:rPr lang="en-GB" sz="1050" b="1">
                          <a:latin typeface="+mn-lt"/>
                          <a:cs typeface="Segoe UI" panose="020B0502040204020203" pitchFamily="34" charset="0"/>
                        </a:rPr>
                        <a:t>'Get Feedback on Worker' task.</a:t>
                      </a:r>
                      <a:endParaRPr lang="it-IT" sz="1050" b="1">
                        <a:latin typeface="+mn-lt"/>
                        <a:cs typeface="Segoe UI" panose="020B0502040204020203" pitchFamily="34" charset="0"/>
                      </a:endParaRPr>
                    </a:p>
                  </a:txBody>
                  <a:tcPr anchor="ctr">
                    <a:noFill/>
                  </a:tcPr>
                </a:tc>
                <a:extLst>
                  <a:ext uri="{0D108BD9-81ED-4DB2-BD59-A6C34878D82A}">
                    <a16:rowId xmlns:a16="http://schemas.microsoft.com/office/drawing/2014/main" val="2094569957"/>
                  </a:ext>
                </a:extLst>
              </a:tr>
              <a:tr h="793719">
                <a:tc vMerge="1">
                  <a:txBody>
                    <a:bodyPr/>
                    <a:lstStyle/>
                    <a:p>
                      <a:endParaRPr lang="it-IT" sz="1200" b="1">
                        <a:latin typeface="Segoe UI" panose="020B0502040204020203" pitchFamily="34" charset="0"/>
                        <a:cs typeface="Segoe UI" panose="020B0502040204020203" pitchFamily="34" charset="0"/>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en-GB" sz="1050">
                          <a:latin typeface="+mn-lt"/>
                          <a:cs typeface="Segoe UI" panose="020B0502040204020203" pitchFamily="34" charset="0"/>
                        </a:rPr>
                        <a:t>I requested feedback for one of my workers directly from the "Feedback" section, but the Mid Year task is still not completed. Can I skip this task or not?</a:t>
                      </a:r>
                      <a:endParaRPr lang="it-IT" sz="1050">
                        <a:latin typeface="+mn-lt"/>
                        <a:cs typeface="Segoe UI" panose="020B0502040204020203" pitchFamily="34" charset="0"/>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en-GB" sz="1050">
                          <a:latin typeface="+mn-lt"/>
                          <a:cs typeface="Segoe UI" panose="020B0502040204020203" pitchFamily="34" charset="0"/>
                        </a:rPr>
                        <a:t>In this case, you can skip this task by clicking on "</a:t>
                      </a:r>
                      <a:r>
                        <a:rPr lang="en-GB" sz="1050" b="1">
                          <a:latin typeface="+mn-lt"/>
                          <a:cs typeface="Segoe UI" panose="020B0502040204020203" pitchFamily="34" charset="0"/>
                        </a:rPr>
                        <a:t>Skip task</a:t>
                      </a:r>
                      <a:r>
                        <a:rPr lang="en-GB" sz="1050">
                          <a:latin typeface="+mn-lt"/>
                          <a:cs typeface="Segoe UI" panose="020B0502040204020203" pitchFamily="34" charset="0"/>
                        </a:rPr>
                        <a:t>" to go to the next step. The important thing is that each person has received at least one useful feedback for the evaluation.</a:t>
                      </a:r>
                      <a:endParaRPr lang="it-IT" sz="1050">
                        <a:latin typeface="+mn-lt"/>
                        <a:cs typeface="Segoe UI" panose="020B0502040204020203" pitchFamily="34" charset="0"/>
                      </a:endParaRPr>
                    </a:p>
                  </a:txBody>
                  <a:tcPr anchor="ctr">
                    <a:noFill/>
                  </a:tcPr>
                </a:tc>
                <a:extLst>
                  <a:ext uri="{0D108BD9-81ED-4DB2-BD59-A6C34878D82A}">
                    <a16:rowId xmlns:a16="http://schemas.microsoft.com/office/drawing/2014/main" val="2108694588"/>
                  </a:ext>
                </a:extLst>
              </a:tr>
              <a:tr h="647677">
                <a:tc vMerge="1">
                  <a:txBody>
                    <a:bodyPr/>
                    <a:lstStyle/>
                    <a:p>
                      <a:endParaRPr lang="it-IT" sz="1100" b="1">
                        <a:latin typeface="Segoe UI" panose="020B0502040204020203" pitchFamily="34" charset="0"/>
                        <a:cs typeface="Segoe UI" panose="020B0502040204020203" pitchFamily="34" charset="0"/>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en-GB" sz="1050">
                          <a:latin typeface="+mn-lt"/>
                          <a:cs typeface="Segoe UI" panose="020B0502040204020203" pitchFamily="34" charset="0"/>
                        </a:rPr>
                        <a:t>I received a task by mistake to give feedback to someone—how can I decline it?</a:t>
                      </a:r>
                      <a:endParaRPr lang="it-IT" sz="1050">
                        <a:latin typeface="+mn-lt"/>
                        <a:cs typeface="Segoe UI" panose="020B0502040204020203" pitchFamily="34" charset="0"/>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en-GB" sz="1050">
                          <a:latin typeface="+mn-lt"/>
                          <a:cs typeface="Segoe UI" panose="020B0502040204020203" pitchFamily="34" charset="0"/>
                        </a:rPr>
                        <a:t>If you received the Get Additional Manager Feedback task by mistake, please note that since it is a non-mandatory task, </a:t>
                      </a:r>
                      <a:r>
                        <a:rPr lang="en-GB" sz="1050" b="1">
                          <a:latin typeface="+mn-lt"/>
                          <a:cs typeface="Segoe UI" panose="020B0502040204020203" pitchFamily="34" charset="0"/>
                        </a:rPr>
                        <a:t>it cannot be </a:t>
                      </a:r>
                      <a:r>
                        <a:rPr lang="en-GB" sz="1050" b="1" err="1">
                          <a:latin typeface="+mn-lt"/>
                          <a:cs typeface="Segoe UI" panose="020B0502040204020203" pitchFamily="34" charset="0"/>
                        </a:rPr>
                        <a:t>canceled</a:t>
                      </a:r>
                      <a:r>
                        <a:rPr lang="en-GB" sz="1050" b="1">
                          <a:latin typeface="+mn-lt"/>
                          <a:cs typeface="Segoe UI" panose="020B0502040204020203" pitchFamily="34" charset="0"/>
                        </a:rPr>
                        <a:t> or recalled</a:t>
                      </a:r>
                      <a:r>
                        <a:rPr lang="en-GB" sz="1050">
                          <a:latin typeface="+mn-lt"/>
                          <a:cs typeface="Segoe UI" panose="020B0502040204020203" pitchFamily="34" charset="0"/>
                        </a:rPr>
                        <a:t>. You can simply ignore it and, if needed, inform the person who assigned it to you about the error.</a:t>
                      </a:r>
                      <a:endParaRPr lang="it-IT" sz="1050">
                        <a:latin typeface="+mn-lt"/>
                        <a:cs typeface="Segoe UI" panose="020B0502040204020203" pitchFamily="34" charset="0"/>
                      </a:endParaRPr>
                    </a:p>
                  </a:txBody>
                  <a:tcPr anchor="ctr">
                    <a:noFill/>
                  </a:tcPr>
                </a:tc>
                <a:extLst>
                  <a:ext uri="{0D108BD9-81ED-4DB2-BD59-A6C34878D82A}">
                    <a16:rowId xmlns:a16="http://schemas.microsoft.com/office/drawing/2014/main" val="3624669135"/>
                  </a:ext>
                </a:extLst>
              </a:tr>
            </a:tbl>
          </a:graphicData>
        </a:graphic>
      </p:graphicFrame>
    </p:spTree>
    <p:extLst>
      <p:ext uri="{BB962C8B-B14F-4D97-AF65-F5344CB8AC3E}">
        <p14:creationId xmlns:p14="http://schemas.microsoft.com/office/powerpoint/2010/main" val="5379595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B6E1B-B876-7A9B-5782-F513E6682FC2}"/>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C1B77CEF-91F4-A28C-4DB6-DD5AB33E48D5}"/>
              </a:ext>
            </a:extLst>
          </p:cNvPr>
          <p:cNvGraphicFramePr>
            <a:graphicFrameLocks noChangeAspect="1"/>
          </p:cNvGraphicFramePr>
          <p:nvPr>
            <p:custDataLst>
              <p:tags r:id="rId1"/>
            </p:custDataLst>
            <p:extLst>
              <p:ext uri="{D42A27DB-BD31-4B8C-83A1-F6EECF244321}">
                <p14:modId xmlns:p14="http://schemas.microsoft.com/office/powerpoint/2010/main" val="14729418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7" name="think-cell data - do not delete" hidden="1">
                        <a:extLst>
                          <a:ext uri="{FF2B5EF4-FFF2-40B4-BE49-F238E27FC236}">
                            <a16:creationId xmlns:a16="http://schemas.microsoft.com/office/drawing/2014/main" id="{C1B77CEF-91F4-A28C-4DB6-DD5AB33E48D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5261FCA-0015-E4E0-A66D-7D3C4E0F3049}"/>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a:t>
            </a:r>
            <a:r>
              <a:rPr lang="it-IT" b="0" err="1"/>
              <a:t>FAQs</a:t>
            </a:r>
            <a:r>
              <a:rPr lang="it-IT" b="0"/>
              <a:t> (3/3)</a:t>
            </a:r>
            <a:endParaRPr lang="en-GB"/>
          </a:p>
        </p:txBody>
      </p:sp>
      <p:sp>
        <p:nvSpPr>
          <p:cNvPr id="3" name="Footer Placeholder 2">
            <a:extLst>
              <a:ext uri="{FF2B5EF4-FFF2-40B4-BE49-F238E27FC236}">
                <a16:creationId xmlns:a16="http://schemas.microsoft.com/office/drawing/2014/main" id="{87803374-5F15-5DFC-ED65-DAFAED4848B9}"/>
              </a:ext>
            </a:extLst>
          </p:cNvPr>
          <p:cNvSpPr>
            <a:spLocks noGrp="1"/>
          </p:cNvSpPr>
          <p:nvPr>
            <p:ph type="ftr" sz="quarter" idx="14"/>
          </p:nvPr>
        </p:nvSpPr>
        <p:spPr/>
        <p:txBody>
          <a:bodyPr/>
          <a:lstStyle/>
          <a:p>
            <a:endParaRPr lang="it-IT"/>
          </a:p>
        </p:txBody>
      </p:sp>
      <p:sp>
        <p:nvSpPr>
          <p:cNvPr id="4" name="Slide Number Placeholder 3">
            <a:extLst>
              <a:ext uri="{FF2B5EF4-FFF2-40B4-BE49-F238E27FC236}">
                <a16:creationId xmlns:a16="http://schemas.microsoft.com/office/drawing/2014/main" id="{B06D5970-955F-6CE4-1F61-BFD97BC063FA}"/>
              </a:ext>
            </a:extLst>
          </p:cNvPr>
          <p:cNvSpPr>
            <a:spLocks noGrp="1"/>
          </p:cNvSpPr>
          <p:nvPr>
            <p:ph type="sldNum" sz="quarter" idx="15"/>
          </p:nvPr>
        </p:nvSpPr>
        <p:spPr/>
        <p:txBody>
          <a:bodyPr/>
          <a:lstStyle/>
          <a:p>
            <a:fld id="{98BF7C3C-24CC-6140-8A22-738C44F1CFEB}" type="slidenum">
              <a:rPr lang="it-IT" smtClean="0"/>
              <a:pPr/>
              <a:t>26</a:t>
            </a:fld>
            <a:endParaRPr lang="it-IT"/>
          </a:p>
        </p:txBody>
      </p:sp>
      <p:sp>
        <p:nvSpPr>
          <p:cNvPr id="5" name="Text Placeholder 4">
            <a:extLst>
              <a:ext uri="{FF2B5EF4-FFF2-40B4-BE49-F238E27FC236}">
                <a16:creationId xmlns:a16="http://schemas.microsoft.com/office/drawing/2014/main" id="{91A014DD-8C77-7E4E-734F-3B0C85B7FB19}"/>
              </a:ext>
            </a:extLst>
          </p:cNvPr>
          <p:cNvSpPr>
            <a:spLocks noGrp="1"/>
          </p:cNvSpPr>
          <p:nvPr>
            <p:ph type="body" sz="quarter" idx="13"/>
          </p:nvPr>
        </p:nvSpPr>
        <p:spPr/>
        <p:txBody>
          <a:bodyPr/>
          <a:lstStyle/>
          <a:p>
            <a:r>
              <a:rPr lang="it-IT"/>
              <a:t>ENGINEERING </a:t>
            </a:r>
            <a:r>
              <a:rPr lang="it-IT" b="0"/>
              <a:t>/ THE DIGITAL TRANSFORMATION COMPANY</a:t>
            </a:r>
          </a:p>
        </p:txBody>
      </p:sp>
      <p:graphicFrame>
        <p:nvGraphicFramePr>
          <p:cNvPr id="9" name="Table 8">
            <a:extLst>
              <a:ext uri="{FF2B5EF4-FFF2-40B4-BE49-F238E27FC236}">
                <a16:creationId xmlns:a16="http://schemas.microsoft.com/office/drawing/2014/main" id="{507BC561-C660-10D0-0737-BEC51951B1BF}"/>
              </a:ext>
            </a:extLst>
          </p:cNvPr>
          <p:cNvGraphicFramePr>
            <a:graphicFrameLocks noGrp="1"/>
          </p:cNvGraphicFramePr>
          <p:nvPr>
            <p:extLst>
              <p:ext uri="{D42A27DB-BD31-4B8C-83A1-F6EECF244321}">
                <p14:modId xmlns:p14="http://schemas.microsoft.com/office/powerpoint/2010/main" val="1587831920"/>
              </p:ext>
            </p:extLst>
          </p:nvPr>
        </p:nvGraphicFramePr>
        <p:xfrm>
          <a:off x="701313" y="888965"/>
          <a:ext cx="10912512" cy="5155376"/>
        </p:xfrm>
        <a:graphic>
          <a:graphicData uri="http://schemas.openxmlformats.org/drawingml/2006/table">
            <a:tbl>
              <a:tblPr firstRow="1" bandRow="1">
                <a:tableStyleId>{B301B821-A1FF-4177-AEE7-76D212191A09}</a:tableStyleId>
              </a:tblPr>
              <a:tblGrid>
                <a:gridCol w="1656934">
                  <a:extLst>
                    <a:ext uri="{9D8B030D-6E8A-4147-A177-3AD203B41FA5}">
                      <a16:colId xmlns:a16="http://schemas.microsoft.com/office/drawing/2014/main" val="591978116"/>
                    </a:ext>
                  </a:extLst>
                </a:gridCol>
                <a:gridCol w="3925460">
                  <a:extLst>
                    <a:ext uri="{9D8B030D-6E8A-4147-A177-3AD203B41FA5}">
                      <a16:colId xmlns:a16="http://schemas.microsoft.com/office/drawing/2014/main" val="2565297748"/>
                    </a:ext>
                  </a:extLst>
                </a:gridCol>
                <a:gridCol w="5330118">
                  <a:extLst>
                    <a:ext uri="{9D8B030D-6E8A-4147-A177-3AD203B41FA5}">
                      <a16:colId xmlns:a16="http://schemas.microsoft.com/office/drawing/2014/main" val="4218294998"/>
                    </a:ext>
                  </a:extLst>
                </a:gridCol>
              </a:tblGrid>
              <a:tr h="286658">
                <a:tc>
                  <a:txBody>
                    <a:bodyPr/>
                    <a:lstStyle/>
                    <a:p>
                      <a:r>
                        <a:rPr lang="it-IT" sz="1050">
                          <a:latin typeface="+mn-lt"/>
                          <a:cs typeface="Segoe UI" panose="020B0502040204020203" pitchFamily="34" charset="0"/>
                        </a:rPr>
                        <a:t>Topic</a:t>
                      </a:r>
                    </a:p>
                  </a:txBody>
                  <a:tcPr/>
                </a:tc>
                <a:tc>
                  <a:txBody>
                    <a:bodyPr/>
                    <a:lstStyle/>
                    <a:p>
                      <a:r>
                        <a:rPr lang="it-IT" sz="1050">
                          <a:latin typeface="+mn-lt"/>
                          <a:cs typeface="Segoe UI" panose="020B0502040204020203" pitchFamily="34" charset="0"/>
                        </a:rPr>
                        <a:t>Domanda</a:t>
                      </a:r>
                    </a:p>
                  </a:txBody>
                  <a:tcPr/>
                </a:tc>
                <a:tc>
                  <a:txBody>
                    <a:bodyPr/>
                    <a:lstStyle/>
                    <a:p>
                      <a:pPr marL="0" marR="0" lvl="0" indent="0" algn="l" defTabSz="914248" rtl="0" eaLnBrk="1" fontAlgn="auto" latinLnBrk="0" hangingPunct="1">
                        <a:lnSpc>
                          <a:spcPct val="100000"/>
                        </a:lnSpc>
                        <a:spcBef>
                          <a:spcPts val="0"/>
                        </a:spcBef>
                        <a:spcAft>
                          <a:spcPts val="0"/>
                        </a:spcAft>
                        <a:buClrTx/>
                        <a:buSzTx/>
                        <a:buFontTx/>
                        <a:buNone/>
                        <a:tabLst/>
                        <a:defRPr/>
                      </a:pPr>
                      <a:r>
                        <a:rPr lang="it-IT" sz="1050">
                          <a:latin typeface="+mn-lt"/>
                          <a:cs typeface="Segoe UI" panose="020B0502040204020203" pitchFamily="34" charset="0"/>
                        </a:rPr>
                        <a:t>Risposta</a:t>
                      </a:r>
                    </a:p>
                  </a:txBody>
                  <a:tcPr/>
                </a:tc>
                <a:extLst>
                  <a:ext uri="{0D108BD9-81ED-4DB2-BD59-A6C34878D82A}">
                    <a16:rowId xmlns:a16="http://schemas.microsoft.com/office/drawing/2014/main" val="1176281338"/>
                  </a:ext>
                </a:extLst>
              </a:tr>
              <a:tr h="570398">
                <a:tc rowSpan="3">
                  <a:txBody>
                    <a:bodyPr/>
                    <a:lstStyle/>
                    <a:p>
                      <a:r>
                        <a:rPr lang="it-IT" sz="1050" b="1">
                          <a:latin typeface="+mn-lt"/>
                          <a:cs typeface="Segoe UI" panose="020B0502040204020203" pitchFamily="34" charset="0"/>
                        </a:rPr>
                        <a:t>Manager Evaluation</a:t>
                      </a: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en-GB" sz="1050">
                          <a:latin typeface="+mn-lt"/>
                          <a:cs typeface="Segoe UI" panose="020B0502040204020203" pitchFamily="34" charset="0"/>
                        </a:rPr>
                        <a:t>Once I have completed the assessment, should I immediately schedule a meeting with the person?</a:t>
                      </a:r>
                      <a:endParaRPr lang="it-IT" sz="1050">
                        <a:latin typeface="+mn-lt"/>
                        <a:cs typeface="Segoe UI" panose="020B0502040204020203" pitchFamily="34" charset="0"/>
                      </a:endParaRPr>
                    </a:p>
                  </a:txBody>
                  <a:tcPr anchor="ctr">
                    <a:noFill/>
                  </a:tcPr>
                </a:tc>
                <a:tc>
                  <a:txBody>
                    <a:bodyPr/>
                    <a:lstStyle/>
                    <a:p>
                      <a:pPr marL="0" marR="0" lvl="0" indent="0" algn="l" rtl="0" eaLnBrk="1" fontAlgn="auto" latinLnBrk="0" hangingPunct="1">
                        <a:lnSpc>
                          <a:spcPct val="100000"/>
                        </a:lnSpc>
                        <a:spcBef>
                          <a:spcPts val="0"/>
                        </a:spcBef>
                        <a:spcAft>
                          <a:spcPts val="0"/>
                        </a:spcAft>
                        <a:buClrTx/>
                        <a:buSzTx/>
                        <a:buFont typeface="+mj-lt"/>
                        <a:buNone/>
                      </a:pPr>
                      <a:r>
                        <a:rPr lang="en-GB" sz="1050">
                          <a:latin typeface="+mn-lt"/>
                          <a:cs typeface="Segoe UI"/>
                        </a:rPr>
                        <a:t>Each Manager is required to schedule an individual moment with each person on their team. The meeting can be held once the review has been completed with the summary rating "on track – off track“.</a:t>
                      </a:r>
                      <a:endParaRPr lang="it-IT" sz="1050">
                        <a:latin typeface="+mn-lt"/>
                        <a:cs typeface="Segoe UI"/>
                      </a:endParaRPr>
                    </a:p>
                  </a:txBody>
                  <a:tcPr anchor="ctr">
                    <a:noFill/>
                  </a:tcPr>
                </a:tc>
                <a:extLst>
                  <a:ext uri="{0D108BD9-81ED-4DB2-BD59-A6C34878D82A}">
                    <a16:rowId xmlns:a16="http://schemas.microsoft.com/office/drawing/2014/main" val="1057320705"/>
                  </a:ext>
                </a:extLst>
              </a:tr>
              <a:tr h="479456">
                <a:tc vMerge="1">
                  <a:txBody>
                    <a:bodyPr/>
                    <a:lstStyle/>
                    <a:p>
                      <a:endParaRPr lang="it-IT" sz="1200" b="1">
                        <a:latin typeface="Segoe UI" panose="020B0502040204020203" pitchFamily="34" charset="0"/>
                        <a:cs typeface="Segoe UI" panose="020B0502040204020203" pitchFamily="34" charset="0"/>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en-GB" sz="1050">
                          <a:latin typeface="+mn-lt"/>
                          <a:cs typeface="Segoe UI" panose="020B0502040204020203" pitchFamily="34" charset="0"/>
                        </a:rPr>
                        <a:t>I completed the "Manager Evaluation" task and received the "To Do 1:1" task. Do I have to click "Submit" immediately?</a:t>
                      </a:r>
                      <a:endParaRPr lang="it-IT" sz="1050">
                        <a:latin typeface="+mn-lt"/>
                        <a:cs typeface="Segoe UI" panose="020B0502040204020203" pitchFamily="34" charset="0"/>
                      </a:endParaRPr>
                    </a:p>
                  </a:txBody>
                  <a:tcPr anchor="ctr">
                    <a:noFill/>
                  </a:tcPr>
                </a:tc>
                <a:tc>
                  <a:txBody>
                    <a:bodyPr/>
                    <a:lstStyle/>
                    <a:p>
                      <a:pPr marL="0" marR="0" lvl="0" indent="0" algn="l" rtl="0" eaLnBrk="1" fontAlgn="auto" latinLnBrk="0" hangingPunct="1">
                        <a:lnSpc>
                          <a:spcPct val="100000"/>
                        </a:lnSpc>
                        <a:spcBef>
                          <a:spcPts val="0"/>
                        </a:spcBef>
                        <a:spcAft>
                          <a:spcPts val="0"/>
                        </a:spcAft>
                        <a:buClrTx/>
                        <a:buSzTx/>
                        <a:buFont typeface="+mj-lt"/>
                        <a:buNone/>
                      </a:pPr>
                      <a:r>
                        <a:rPr lang="en-GB" sz="1050">
                          <a:latin typeface="+mn-lt"/>
                          <a:cs typeface="Segoe UI"/>
                        </a:rPr>
                        <a:t>Clicking "Submit" will send the rating to the person and it will no longer be possible to edit it. We suggest to first have the 1:1 meeting with the person and then click "Submit".</a:t>
                      </a:r>
                      <a:endParaRPr lang="it-IT" sz="1050">
                        <a:latin typeface="+mn-lt"/>
                        <a:cs typeface="Segoe UI"/>
                      </a:endParaRPr>
                    </a:p>
                  </a:txBody>
                  <a:tcPr anchor="ctr">
                    <a:noFill/>
                  </a:tcPr>
                </a:tc>
                <a:extLst>
                  <a:ext uri="{0D108BD9-81ED-4DB2-BD59-A6C34878D82A}">
                    <a16:rowId xmlns:a16="http://schemas.microsoft.com/office/drawing/2014/main" val="1708278292"/>
                  </a:ext>
                </a:extLst>
              </a:tr>
              <a:tr h="1016448">
                <a:tc vMerge="1">
                  <a:txBody>
                    <a:bodyPr/>
                    <a:lstStyle/>
                    <a:p>
                      <a:endParaRPr lang="it-IT" sz="1050" b="1">
                        <a:latin typeface="+mn-lt"/>
                        <a:cs typeface="Segoe UI" panose="020B0502040204020203" pitchFamily="34" charset="0"/>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en-GB" sz="1050">
                          <a:latin typeface="+mn-lt"/>
                          <a:cs typeface="Segoe UI" panose="020B0502040204020203" pitchFamily="34" charset="0"/>
                        </a:rPr>
                        <a:t>I accidentally submitted the Manager Evaluation—how can I go back?</a:t>
                      </a:r>
                      <a:endParaRPr lang="it-IT" sz="1050">
                        <a:latin typeface="+mn-lt"/>
                        <a:cs typeface="Segoe UI" panose="020B0502040204020203" pitchFamily="34" charset="0"/>
                      </a:endParaRPr>
                    </a:p>
                  </a:txBody>
                  <a:tcPr anchor="ctr">
                    <a:noFill/>
                  </a:tcPr>
                </a:tc>
                <a:tc>
                  <a:txBody>
                    <a:bodyPr/>
                    <a:lstStyle/>
                    <a:p>
                      <a:pPr marL="0" marR="0" lvl="0" indent="0" algn="l" rtl="0" eaLnBrk="1" fontAlgn="auto" latinLnBrk="0" hangingPunct="1">
                        <a:lnSpc>
                          <a:spcPct val="100000"/>
                        </a:lnSpc>
                        <a:spcBef>
                          <a:spcPts val="0"/>
                        </a:spcBef>
                        <a:spcAft>
                          <a:spcPts val="0"/>
                        </a:spcAft>
                        <a:buClrTx/>
                        <a:buSzTx/>
                        <a:buFont typeface="+mj-lt"/>
                        <a:buNone/>
                      </a:pPr>
                      <a:r>
                        <a:rPr lang="en-GB" sz="1050">
                          <a:latin typeface="+mn-lt"/>
                          <a:cs typeface="Segoe UI"/>
                        </a:rPr>
                        <a:t>If you mistakenly submitted the Manager Evaluation for the Mid Year Check-In 2025, unfortunately, </a:t>
                      </a:r>
                      <a:r>
                        <a:rPr lang="en-GB" sz="1050" b="1">
                          <a:latin typeface="+mn-lt"/>
                          <a:cs typeface="Segoe UI"/>
                        </a:rPr>
                        <a:t>it is not possible to revert it on your own once the form has been submitted.</a:t>
                      </a:r>
                    </a:p>
                    <a:p>
                      <a:pPr marL="0" marR="0" lvl="0" indent="0" algn="l" rtl="0" eaLnBrk="1" fontAlgn="auto" latinLnBrk="0" hangingPunct="1">
                        <a:lnSpc>
                          <a:spcPct val="100000"/>
                        </a:lnSpc>
                        <a:spcBef>
                          <a:spcPts val="0"/>
                        </a:spcBef>
                        <a:spcAft>
                          <a:spcPts val="0"/>
                        </a:spcAft>
                        <a:buClrTx/>
                        <a:buSzTx/>
                        <a:buFont typeface="+mj-lt"/>
                        <a:buNone/>
                      </a:pPr>
                      <a:endParaRPr lang="en-GB" sz="1050">
                        <a:latin typeface="+mn-lt"/>
                        <a:cs typeface="Segoe UI"/>
                      </a:endParaRPr>
                    </a:p>
                    <a:p>
                      <a:pPr marL="0" marR="0" lvl="0" indent="0" algn="l" rtl="0" eaLnBrk="1" fontAlgn="auto" latinLnBrk="0" hangingPunct="1">
                        <a:lnSpc>
                          <a:spcPct val="100000"/>
                        </a:lnSpc>
                        <a:spcBef>
                          <a:spcPts val="0"/>
                        </a:spcBef>
                        <a:spcAft>
                          <a:spcPts val="0"/>
                        </a:spcAft>
                        <a:buClrTx/>
                        <a:buSzTx/>
                        <a:buFont typeface="+mj-lt"/>
                        <a:buNone/>
                      </a:pPr>
                      <a:r>
                        <a:rPr lang="en-GB" sz="1050">
                          <a:latin typeface="+mn-lt"/>
                          <a:cs typeface="Segoe UI"/>
                        </a:rPr>
                        <a:t>In such cases, you’ll need to </a:t>
                      </a:r>
                      <a:r>
                        <a:rPr lang="en-GB" sz="1050" b="1">
                          <a:latin typeface="+mn-lt"/>
                          <a:cs typeface="Segoe UI"/>
                        </a:rPr>
                        <a:t>open a ticket on AZIZ to request support </a:t>
                      </a:r>
                      <a:r>
                        <a:rPr lang="en-GB" sz="1050">
                          <a:latin typeface="+mn-lt"/>
                          <a:cs typeface="Segoe UI"/>
                        </a:rPr>
                        <a:t>in resetting the task to the Manager Evaluation step. Please note that this action is only taken in cases where the form was not completed or contains significant errors.</a:t>
                      </a:r>
                      <a:endParaRPr lang="it-IT" sz="1050">
                        <a:latin typeface="+mn-lt"/>
                        <a:cs typeface="Segoe UI"/>
                      </a:endParaRPr>
                    </a:p>
                  </a:txBody>
                  <a:tcPr anchor="ctr">
                    <a:noFill/>
                  </a:tcPr>
                </a:tc>
                <a:extLst>
                  <a:ext uri="{0D108BD9-81ED-4DB2-BD59-A6C34878D82A}">
                    <a16:rowId xmlns:a16="http://schemas.microsoft.com/office/drawing/2014/main" val="1397979367"/>
                  </a:ext>
                </a:extLst>
              </a:tr>
              <a:tr h="1535688">
                <a:tc rowSpan="3">
                  <a:txBody>
                    <a:bodyPr/>
                    <a:lstStyle/>
                    <a:p>
                      <a:r>
                        <a:rPr lang="it-IT" sz="1050" b="1">
                          <a:latin typeface="+mn-lt"/>
                          <a:cs typeface="Segoe UI" panose="020B0502040204020203" pitchFamily="34" charset="0"/>
                        </a:rPr>
                        <a:t>Report</a:t>
                      </a: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en-GB" sz="1050">
                          <a:latin typeface="+mn-lt"/>
                          <a:cs typeface="Segoe UI" panose="020B0502040204020203" pitchFamily="34" charset="0"/>
                        </a:rPr>
                        <a:t>What reports can I use to track the progress of my team's Mid Year process?</a:t>
                      </a:r>
                      <a:endParaRPr lang="it-IT" sz="1050">
                        <a:latin typeface="+mn-lt"/>
                        <a:cs typeface="Segoe UI" panose="020B0502040204020203" pitchFamily="34" charset="0"/>
                      </a:endParaRPr>
                    </a:p>
                  </a:txBody>
                  <a:tcPr anchor="ctr">
                    <a:noFill/>
                  </a:tcPr>
                </a:tc>
                <a:tc>
                  <a:txBody>
                    <a:bodyPr/>
                    <a:lstStyle/>
                    <a:p>
                      <a:pPr marL="0" marR="0" lvl="0" indent="0" algn="l" rtl="0" eaLnBrk="1" fontAlgn="auto" latinLnBrk="0" hangingPunct="1">
                        <a:lnSpc>
                          <a:spcPct val="100000"/>
                        </a:lnSpc>
                        <a:spcBef>
                          <a:spcPts val="0"/>
                        </a:spcBef>
                        <a:spcAft>
                          <a:spcPts val="0"/>
                        </a:spcAft>
                        <a:buClrTx/>
                        <a:buSzTx/>
                        <a:buFont typeface="+mj-lt"/>
                        <a:buNone/>
                      </a:pPr>
                      <a:r>
                        <a:rPr lang="en-GB" sz="1050">
                          <a:latin typeface="+mn-lt"/>
                          <a:cs typeface="Segoe UI"/>
                        </a:rPr>
                        <a:t>From the “</a:t>
                      </a:r>
                      <a:r>
                        <a:rPr lang="en-GB" sz="1050" b="1">
                          <a:latin typeface="+mn-lt"/>
                          <a:cs typeface="Segoe UI"/>
                        </a:rPr>
                        <a:t>Talent &amp; Performance Management</a:t>
                      </a:r>
                      <a:r>
                        <a:rPr lang="en-GB" sz="1050">
                          <a:latin typeface="+mn-lt"/>
                          <a:cs typeface="Segoe UI"/>
                        </a:rPr>
                        <a:t>" dashboard by selecting “</a:t>
                      </a:r>
                      <a:r>
                        <a:rPr lang="en-GB" sz="1050" b="1">
                          <a:latin typeface="+mn-lt"/>
                          <a:cs typeface="Segoe UI"/>
                        </a:rPr>
                        <a:t>Mid Year Check – In</a:t>
                      </a:r>
                      <a:r>
                        <a:rPr lang="en-GB" sz="1050">
                          <a:latin typeface="+mn-lt"/>
                          <a:cs typeface="Segoe UI"/>
                        </a:rPr>
                        <a:t>" and filtering by Mid Year Check – In 2025 you will be able to view the following dashboards:</a:t>
                      </a:r>
                      <a:endParaRPr lang="en-US" sz="1050">
                        <a:latin typeface="+mn-lt"/>
                        <a:cs typeface="Segoe UI"/>
                      </a:endParaRPr>
                    </a:p>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GB" sz="1050" b="1">
                          <a:latin typeface="+mn-lt"/>
                          <a:cs typeface="Segoe UI"/>
                        </a:rPr>
                        <a:t>Performance Review Status: </a:t>
                      </a:r>
                      <a:r>
                        <a:rPr lang="en-GB" sz="1050" b="0">
                          <a:latin typeface="+mn-lt"/>
                          <a:cs typeface="Segoe UI"/>
                        </a:rPr>
                        <a:t>details of how many evaluations have been completed or are in progress</a:t>
                      </a:r>
                    </a:p>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50" b="1">
                          <a:latin typeface="+mn-lt"/>
                          <a:cs typeface="Segoe UI"/>
                        </a:rPr>
                        <a:t>Performance Review Status – Action Required: </a:t>
                      </a:r>
                      <a:r>
                        <a:rPr lang="en-GB" sz="1050" b="0">
                          <a:latin typeface="+mn-lt"/>
                          <a:cs typeface="Segoe UI"/>
                        </a:rPr>
                        <a:t>a report that shows where the assessments are in the process.</a:t>
                      </a:r>
                    </a:p>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50" b="1">
                          <a:latin typeface="+mn-lt"/>
                          <a:cs typeface="Segoe UI"/>
                        </a:rPr>
                        <a:t>My Team’s Performance Reviews: </a:t>
                      </a:r>
                      <a:r>
                        <a:rPr lang="en-GB" sz="1050" b="0">
                          <a:latin typeface="+mn-lt"/>
                          <a:cs typeface="Segoe UI"/>
                        </a:rPr>
                        <a:t>recap report to display the Manager rating "On Track – Off Track"</a:t>
                      </a:r>
                      <a:endParaRPr lang="it-IT" sz="1050" b="1">
                        <a:latin typeface="+mn-lt"/>
                        <a:cs typeface="Segoe UI"/>
                      </a:endParaRPr>
                    </a:p>
                  </a:txBody>
                  <a:tcPr anchor="ctr">
                    <a:noFill/>
                  </a:tcPr>
                </a:tc>
                <a:extLst>
                  <a:ext uri="{0D108BD9-81ED-4DB2-BD59-A6C34878D82A}">
                    <a16:rowId xmlns:a16="http://schemas.microsoft.com/office/drawing/2014/main" val="3683259121"/>
                  </a:ext>
                </a:extLst>
              </a:tr>
              <a:tr h="409517">
                <a:tc vMerge="1">
                  <a:txBody>
                    <a:bodyPr/>
                    <a:lstStyle/>
                    <a:p>
                      <a:endParaRPr lang="it-IT" sz="1200" b="1">
                        <a:latin typeface="Segoe UI" panose="020B0502040204020203" pitchFamily="34" charset="0"/>
                        <a:cs typeface="Segoe UI" panose="020B0502040204020203" pitchFamily="34" charset="0"/>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en-GB" sz="1050">
                          <a:latin typeface="+mn-lt"/>
                          <a:cs typeface="Segoe UI" panose="020B0502040204020203" pitchFamily="34" charset="0"/>
                        </a:rPr>
                        <a:t>How do I see all feedback given and received from my team?</a:t>
                      </a:r>
                      <a:endParaRPr lang="it-IT" sz="1050">
                        <a:latin typeface="+mn-lt"/>
                        <a:cs typeface="Segoe UI" panose="020B0502040204020203" pitchFamily="34" charset="0"/>
                      </a:endParaRPr>
                    </a:p>
                  </a:txBody>
                  <a:tcPr anchor="ctr">
                    <a:noFill/>
                  </a:tcPr>
                </a:tc>
                <a:tc>
                  <a:txBody>
                    <a:bodyPr/>
                    <a:lstStyle/>
                    <a:p>
                      <a:pPr marL="0" marR="0" lvl="0" indent="0" algn="l" rtl="0" eaLnBrk="1" fontAlgn="auto" latinLnBrk="0" hangingPunct="1">
                        <a:lnSpc>
                          <a:spcPct val="100000"/>
                        </a:lnSpc>
                        <a:spcBef>
                          <a:spcPts val="0"/>
                        </a:spcBef>
                        <a:spcAft>
                          <a:spcPts val="0"/>
                        </a:spcAft>
                        <a:buClrTx/>
                        <a:buSzTx/>
                        <a:buFont typeface="+mj-lt"/>
                        <a:buNone/>
                      </a:pPr>
                      <a:r>
                        <a:rPr lang="en-GB" sz="1050">
                          <a:latin typeface="+mn-lt"/>
                          <a:cs typeface="Segoe UI"/>
                        </a:rPr>
                        <a:t>You can view all the feedback given and received from the people on your team by writing in the search bar "Feedback Summary"</a:t>
                      </a:r>
                      <a:endParaRPr lang="it-IT" sz="1050" b="1">
                        <a:latin typeface="+mn-lt"/>
                        <a:cs typeface="Segoe UI"/>
                      </a:endParaRPr>
                    </a:p>
                  </a:txBody>
                  <a:tcPr anchor="ctr">
                    <a:noFill/>
                  </a:tcPr>
                </a:tc>
                <a:extLst>
                  <a:ext uri="{0D108BD9-81ED-4DB2-BD59-A6C34878D82A}">
                    <a16:rowId xmlns:a16="http://schemas.microsoft.com/office/drawing/2014/main" val="1116755008"/>
                  </a:ext>
                </a:extLst>
              </a:tr>
              <a:tr h="409517">
                <a:tc vMerge="1">
                  <a:txBody>
                    <a:bodyPr/>
                    <a:lstStyle/>
                    <a:p>
                      <a:endParaRPr lang="it-IT" sz="1100" b="1">
                        <a:latin typeface="Segoe UI" panose="020B0502040204020203" pitchFamily="34" charset="0"/>
                        <a:cs typeface="Segoe UI" panose="020B0502040204020203" pitchFamily="34" charset="0"/>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en-GB" sz="1050">
                          <a:latin typeface="+mn-lt"/>
                          <a:cs typeface="Segoe UI" panose="020B0502040204020203" pitchFamily="34" charset="0"/>
                        </a:rPr>
                        <a:t>Is there a report that shows me the status of the Feedback request?</a:t>
                      </a:r>
                      <a:endParaRPr lang="it-IT" sz="1050">
                        <a:latin typeface="+mn-lt"/>
                        <a:cs typeface="Segoe UI" panose="020B0502040204020203" pitchFamily="34" charset="0"/>
                      </a:endParaRPr>
                    </a:p>
                  </a:txBody>
                  <a:tcPr anchor="ctr">
                    <a:noFill/>
                  </a:tcPr>
                </a:tc>
                <a:tc>
                  <a:txBody>
                    <a:bodyPr/>
                    <a:lstStyle/>
                    <a:p>
                      <a:pPr marL="0" marR="0" lvl="0" indent="0" algn="l" rtl="0" eaLnBrk="1" fontAlgn="auto" latinLnBrk="0" hangingPunct="1">
                        <a:lnSpc>
                          <a:spcPct val="100000"/>
                        </a:lnSpc>
                        <a:spcBef>
                          <a:spcPts val="0"/>
                        </a:spcBef>
                        <a:spcAft>
                          <a:spcPts val="0"/>
                        </a:spcAft>
                        <a:buClrTx/>
                        <a:buSzTx/>
                        <a:buFont typeface="+mj-lt"/>
                        <a:buNone/>
                      </a:pPr>
                      <a:r>
                        <a:rPr lang="it-IT" sz="1050" b="0" err="1">
                          <a:latin typeface="+mn-lt"/>
                          <a:cs typeface="Segoe UI"/>
                        </a:rPr>
                        <a:t>You</a:t>
                      </a:r>
                      <a:r>
                        <a:rPr lang="it-IT" sz="1050" b="0">
                          <a:latin typeface="+mn-lt"/>
                          <a:cs typeface="Segoe UI"/>
                        </a:rPr>
                        <a:t> can use «</a:t>
                      </a:r>
                      <a:r>
                        <a:rPr lang="it-IT" sz="1050" b="0" err="1">
                          <a:latin typeface="+mn-lt"/>
                          <a:cs typeface="Segoe UI"/>
                        </a:rPr>
                        <a:t>Additional</a:t>
                      </a:r>
                      <a:r>
                        <a:rPr lang="it-IT" sz="1050" b="0">
                          <a:latin typeface="+mn-lt"/>
                          <a:cs typeface="Segoe UI"/>
                        </a:rPr>
                        <a:t> Manager Evaluation Status» report by </a:t>
                      </a:r>
                      <a:r>
                        <a:rPr lang="it-IT" sz="1050" b="0" err="1">
                          <a:latin typeface="+mn-lt"/>
                          <a:cs typeface="Segoe UI"/>
                        </a:rPr>
                        <a:t>typing</a:t>
                      </a:r>
                      <a:r>
                        <a:rPr lang="it-IT" sz="1050" b="0">
                          <a:latin typeface="+mn-lt"/>
                          <a:cs typeface="Segoe UI"/>
                        </a:rPr>
                        <a:t> in the </a:t>
                      </a:r>
                      <a:r>
                        <a:rPr lang="it-IT" sz="1050" b="0" err="1">
                          <a:latin typeface="+mn-lt"/>
                          <a:cs typeface="Segoe UI"/>
                        </a:rPr>
                        <a:t>search</a:t>
                      </a:r>
                      <a:r>
                        <a:rPr lang="it-IT" sz="1050" b="0">
                          <a:latin typeface="+mn-lt"/>
                          <a:cs typeface="Segoe UI"/>
                        </a:rPr>
                        <a:t> bar</a:t>
                      </a:r>
                    </a:p>
                  </a:txBody>
                  <a:tcPr anchor="ctr">
                    <a:noFill/>
                  </a:tcPr>
                </a:tc>
                <a:extLst>
                  <a:ext uri="{0D108BD9-81ED-4DB2-BD59-A6C34878D82A}">
                    <a16:rowId xmlns:a16="http://schemas.microsoft.com/office/drawing/2014/main" val="1812793497"/>
                  </a:ext>
                </a:extLst>
              </a:tr>
              <a:tr h="409517">
                <a:tc>
                  <a:txBody>
                    <a:bodyPr/>
                    <a:lstStyle/>
                    <a:p>
                      <a:endParaRPr lang="it-IT" sz="1200" b="1">
                        <a:latin typeface="Segoe UI" panose="020B0502040204020203" pitchFamily="34" charset="0"/>
                        <a:cs typeface="Segoe UI" panose="020B0502040204020203" pitchFamily="34" charset="0"/>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en-GB" sz="1050">
                          <a:latin typeface="+mn-lt"/>
                          <a:cs typeface="Segoe UI" panose="020B0502040204020203" pitchFamily="34" charset="0"/>
                        </a:rPr>
                        <a:t>How should I manage people who have resigned?</a:t>
                      </a:r>
                      <a:endParaRPr lang="it-IT" sz="1050">
                        <a:latin typeface="+mn-lt"/>
                        <a:cs typeface="Segoe UI" panose="020B0502040204020203" pitchFamily="34" charset="0"/>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en-GB" sz="1050">
                          <a:latin typeface="+mn-lt"/>
                          <a:cs typeface="Segoe UI"/>
                        </a:rPr>
                        <a:t>You don't have to do anything right now and you can leave the task "pending".</a:t>
                      </a:r>
                      <a:endParaRPr lang="it-IT" sz="1050">
                        <a:latin typeface="+mn-lt"/>
                        <a:cs typeface="Segoe UI"/>
                      </a:endParaRPr>
                    </a:p>
                  </a:txBody>
                  <a:tcPr anchor="ctr">
                    <a:noFill/>
                  </a:tcPr>
                </a:tc>
                <a:extLst>
                  <a:ext uri="{0D108BD9-81ED-4DB2-BD59-A6C34878D82A}">
                    <a16:rowId xmlns:a16="http://schemas.microsoft.com/office/drawing/2014/main" val="249087381"/>
                  </a:ext>
                </a:extLst>
              </a:tr>
            </a:tbl>
          </a:graphicData>
        </a:graphic>
      </p:graphicFrame>
    </p:spTree>
    <p:extLst>
      <p:ext uri="{BB962C8B-B14F-4D97-AF65-F5344CB8AC3E}">
        <p14:creationId xmlns:p14="http://schemas.microsoft.com/office/powerpoint/2010/main" val="4869280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C613D53-6D68-3430-323E-856379990B2C}"/>
              </a:ext>
            </a:extLst>
          </p:cNvPr>
          <p:cNvGraphicFramePr>
            <a:graphicFrameLocks noChangeAspect="1"/>
          </p:cNvGraphicFramePr>
          <p:nvPr>
            <p:custDataLst>
              <p:tags r:id="rId1"/>
            </p:custDataLst>
            <p:extLst>
              <p:ext uri="{D42A27DB-BD31-4B8C-83A1-F6EECF244321}">
                <p14:modId xmlns:p14="http://schemas.microsoft.com/office/powerpoint/2010/main" val="1936839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2" name="think-cell data - do not delete" hidden="1">
                        <a:extLst>
                          <a:ext uri="{FF2B5EF4-FFF2-40B4-BE49-F238E27FC236}">
                            <a16:creationId xmlns:a16="http://schemas.microsoft.com/office/drawing/2014/main" id="{7C613D53-6D68-3430-323E-856379990B2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olo 5">
            <a:extLst>
              <a:ext uri="{FF2B5EF4-FFF2-40B4-BE49-F238E27FC236}">
                <a16:creationId xmlns:a16="http://schemas.microsoft.com/office/drawing/2014/main" id="{02484010-A516-D61C-A717-BDBBBEAF32D6}"/>
              </a:ext>
            </a:extLst>
          </p:cNvPr>
          <p:cNvSpPr>
            <a:spLocks noGrp="1"/>
          </p:cNvSpPr>
          <p:nvPr>
            <p:ph type="ctrTitle"/>
          </p:nvPr>
        </p:nvSpPr>
        <p:spPr/>
        <p:txBody>
          <a:bodyPr vert="horz"/>
          <a:lstStyle/>
          <a:p>
            <a:r>
              <a:rPr lang="en-US"/>
              <a:t>Thank you</a:t>
            </a:r>
            <a:endParaRPr lang="it-IT"/>
          </a:p>
        </p:txBody>
      </p:sp>
      <p:sp>
        <p:nvSpPr>
          <p:cNvPr id="3" name="Segnaposto testo 2">
            <a:extLst>
              <a:ext uri="{FF2B5EF4-FFF2-40B4-BE49-F238E27FC236}">
                <a16:creationId xmlns:a16="http://schemas.microsoft.com/office/drawing/2014/main" id="{B3E268AE-3FC6-7EE3-352A-279CC14BCAD1}"/>
              </a:ext>
            </a:extLst>
          </p:cNvPr>
          <p:cNvSpPr>
            <a:spLocks noGrp="1"/>
          </p:cNvSpPr>
          <p:nvPr>
            <p:ph type="body" sz="quarter" idx="16"/>
          </p:nvPr>
        </p:nvSpPr>
        <p:spPr>
          <a:xfrm>
            <a:off x="701999" y="234000"/>
            <a:ext cx="4287513" cy="244800"/>
          </a:xfrm>
        </p:spPr>
        <p:txBody>
          <a:bodyPr/>
          <a:lstStyle/>
          <a:p>
            <a:r>
              <a:rPr lang="it-IT"/>
              <a:t>ENGINEERING </a:t>
            </a:r>
            <a:r>
              <a:rPr lang="it-IT" b="0"/>
              <a:t>/ THE DIGITAL TRANSFORMATION COMPANY</a:t>
            </a:r>
          </a:p>
        </p:txBody>
      </p:sp>
      <p:pic>
        <p:nvPicPr>
          <p:cNvPr id="7" name="Segnaposto immagine 6">
            <a:extLst>
              <a:ext uri="{FF2B5EF4-FFF2-40B4-BE49-F238E27FC236}">
                <a16:creationId xmlns:a16="http://schemas.microsoft.com/office/drawing/2014/main" id="{4DFCDA66-1B05-ED66-1DA7-71845F1EDE83}"/>
              </a:ext>
            </a:extLst>
          </p:cNvPr>
          <p:cNvPicPr>
            <a:picLocks noGrp="1" noChangeAspect="1"/>
          </p:cNvPicPr>
          <p:nvPr>
            <p:ph type="pic" sz="quarter" idx="11"/>
          </p:nvPr>
        </p:nvPicPr>
        <p:blipFill>
          <a:blip r:embed="rId6"/>
          <a:srcRect l="24934" r="24934"/>
          <a:stretch/>
        </p:blipFill>
        <p:spPr/>
      </p:pic>
    </p:spTree>
    <p:extLst>
      <p:ext uri="{BB962C8B-B14F-4D97-AF65-F5344CB8AC3E}">
        <p14:creationId xmlns:p14="http://schemas.microsoft.com/office/powerpoint/2010/main" val="42734082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A288217C-77E8-0E23-E8E1-2253F3DC5222}"/>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C16A460-75AF-0C6E-D730-CD4BBCCD272E}"/>
              </a:ext>
            </a:extLst>
          </p:cNvPr>
          <p:cNvGraphicFramePr>
            <a:graphicFrameLocks noChangeAspect="1"/>
          </p:cNvGraphicFramePr>
          <p:nvPr>
            <p:custDataLst>
              <p:tags r:id="rId1"/>
            </p:custDataLst>
            <p:extLst>
              <p:ext uri="{D42A27DB-BD31-4B8C-83A1-F6EECF244321}">
                <p14:modId xmlns:p14="http://schemas.microsoft.com/office/powerpoint/2010/main" val="11185610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00" imgH="501" progId="TCLayout.ActiveDocument.1">
                  <p:embed/>
                </p:oleObj>
              </mc:Choice>
              <mc:Fallback>
                <p:oleObj name="think-cell Slide" r:id="rId5" imgW="500" imgH="501" progId="TCLayout.ActiveDocument.1">
                  <p:embed/>
                  <p:pic>
                    <p:nvPicPr>
                      <p:cNvPr id="2" name="think-cell data - do not delete" hidden="1">
                        <a:extLst>
                          <a:ext uri="{FF2B5EF4-FFF2-40B4-BE49-F238E27FC236}">
                            <a16:creationId xmlns:a16="http://schemas.microsoft.com/office/drawing/2014/main" id="{DC16A460-75AF-0C6E-D730-CD4BBCCD272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itolo 5">
            <a:extLst>
              <a:ext uri="{FF2B5EF4-FFF2-40B4-BE49-F238E27FC236}">
                <a16:creationId xmlns:a16="http://schemas.microsoft.com/office/drawing/2014/main" id="{43AFD808-3290-76ED-2FCC-FF24EF195A0C}"/>
              </a:ext>
            </a:extLst>
          </p:cNvPr>
          <p:cNvSpPr>
            <a:spLocks noGrp="1"/>
          </p:cNvSpPr>
          <p:nvPr>
            <p:ph type="ctrTitle"/>
          </p:nvPr>
        </p:nvSpPr>
        <p:spPr/>
        <p:txBody>
          <a:bodyPr vert="horz"/>
          <a:lstStyle/>
          <a:p>
            <a:r>
              <a:rPr lang="en-GB"/>
              <a:t>Mid Year Check 2025 – Workday </a:t>
            </a:r>
            <a:r>
              <a:rPr lang="en-GB" err="1"/>
              <a:t>Manuale</a:t>
            </a:r>
            <a:r>
              <a:rPr lang="en-GB"/>
              <a:t> </a:t>
            </a:r>
            <a:r>
              <a:rPr lang="en-GB" err="1"/>
              <a:t>Utente</a:t>
            </a:r>
            <a:endParaRPr lang="it-IT"/>
          </a:p>
        </p:txBody>
      </p:sp>
      <p:sp>
        <p:nvSpPr>
          <p:cNvPr id="7" name="Sottotitolo 6">
            <a:extLst>
              <a:ext uri="{FF2B5EF4-FFF2-40B4-BE49-F238E27FC236}">
                <a16:creationId xmlns:a16="http://schemas.microsoft.com/office/drawing/2014/main" id="{E8A36A6B-51EC-F0F3-F8F1-7059044CE306}"/>
              </a:ext>
            </a:extLst>
          </p:cNvPr>
          <p:cNvSpPr>
            <a:spLocks noGrp="1"/>
          </p:cNvSpPr>
          <p:nvPr>
            <p:ph type="subTitle" idx="1"/>
          </p:nvPr>
        </p:nvSpPr>
        <p:spPr/>
        <p:txBody>
          <a:bodyPr/>
          <a:lstStyle/>
          <a:p>
            <a:r>
              <a:rPr lang="it-IT"/>
              <a:t>For </a:t>
            </a:r>
            <a:r>
              <a:rPr lang="it-IT" err="1"/>
              <a:t>internal</a:t>
            </a:r>
            <a:r>
              <a:rPr lang="it-IT"/>
              <a:t> use </a:t>
            </a:r>
            <a:r>
              <a:rPr lang="it-IT" err="1"/>
              <a:t>only</a:t>
            </a:r>
            <a:endParaRPr lang="it-IT"/>
          </a:p>
          <a:p>
            <a:endParaRPr lang="it-IT"/>
          </a:p>
        </p:txBody>
      </p:sp>
      <p:sp>
        <p:nvSpPr>
          <p:cNvPr id="9" name="Segnaposto testo 8">
            <a:extLst>
              <a:ext uri="{FF2B5EF4-FFF2-40B4-BE49-F238E27FC236}">
                <a16:creationId xmlns:a16="http://schemas.microsoft.com/office/drawing/2014/main" id="{D6310763-81B0-38F1-4B6D-C4F6B6FB0A8D}"/>
              </a:ext>
            </a:extLst>
          </p:cNvPr>
          <p:cNvSpPr>
            <a:spLocks noGrp="1"/>
          </p:cNvSpPr>
          <p:nvPr>
            <p:ph type="body" sz="quarter" idx="17"/>
          </p:nvPr>
        </p:nvSpPr>
        <p:spPr/>
        <p:txBody>
          <a:bodyPr/>
          <a:lstStyle/>
          <a:p>
            <a:r>
              <a:rPr lang="it-IT"/>
              <a:t>Luglio 2025</a:t>
            </a:r>
          </a:p>
        </p:txBody>
      </p:sp>
      <p:sp>
        <p:nvSpPr>
          <p:cNvPr id="8" name="Segnaposto testo 7">
            <a:extLst>
              <a:ext uri="{FF2B5EF4-FFF2-40B4-BE49-F238E27FC236}">
                <a16:creationId xmlns:a16="http://schemas.microsoft.com/office/drawing/2014/main" id="{B2EC66F3-8478-F748-0541-6544FC87CAFB}"/>
              </a:ext>
            </a:extLst>
          </p:cNvPr>
          <p:cNvSpPr>
            <a:spLocks noGrp="1"/>
          </p:cNvSpPr>
          <p:nvPr>
            <p:ph type="body" sz="quarter" idx="16"/>
          </p:nvPr>
        </p:nvSpPr>
        <p:spPr/>
        <p:txBody>
          <a:bodyPr/>
          <a:lstStyle/>
          <a:p>
            <a:r>
              <a:rPr lang="it-IT"/>
              <a:t>ENGINEERING </a:t>
            </a:r>
            <a:r>
              <a:rPr lang="it-IT" b="0"/>
              <a:t>/ THE DIGITAL TRANSFORMATION COMPANY</a:t>
            </a:r>
          </a:p>
        </p:txBody>
      </p:sp>
    </p:spTree>
    <p:extLst>
      <p:ext uri="{BB962C8B-B14F-4D97-AF65-F5344CB8AC3E}">
        <p14:creationId xmlns:p14="http://schemas.microsoft.com/office/powerpoint/2010/main" val="37306285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77725-160A-A034-4E2A-C9BF7CB7F7DF}"/>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EE77250-B035-88B5-B1C6-594C9617F85B}"/>
              </a:ext>
            </a:extLst>
          </p:cNvPr>
          <p:cNvGraphicFramePr>
            <a:graphicFrameLocks noChangeAspect="1"/>
          </p:cNvGraphicFramePr>
          <p:nvPr>
            <p:custDataLst>
              <p:tags r:id="rId1"/>
            </p:custDataLst>
            <p:extLst>
              <p:ext uri="{D42A27DB-BD31-4B8C-83A1-F6EECF244321}">
                <p14:modId xmlns:p14="http://schemas.microsoft.com/office/powerpoint/2010/main" val="29515143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4EE77250-B035-88B5-B1C6-594C9617F85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22D9D1FD-5633-6600-306D-BA7F643DF23C}"/>
              </a:ext>
            </a:extLst>
          </p:cNvPr>
          <p:cNvSpPr>
            <a:spLocks noGrp="1"/>
          </p:cNvSpPr>
          <p:nvPr>
            <p:ph type="title"/>
          </p:nvPr>
        </p:nvSpPr>
        <p:spPr/>
        <p:txBody>
          <a:bodyPr vert="horz"/>
          <a:lstStyle/>
          <a:p>
            <a:r>
              <a:rPr lang="it-IT"/>
              <a:t>Introduzione </a:t>
            </a:r>
            <a:r>
              <a:rPr lang="it-IT" b="0"/>
              <a:t>/ Come leggere il presente manuale: guida step by step a sistema</a:t>
            </a:r>
          </a:p>
        </p:txBody>
      </p:sp>
      <p:sp>
        <p:nvSpPr>
          <p:cNvPr id="4" name="Segnaposto numero diapositiva 3">
            <a:extLst>
              <a:ext uri="{FF2B5EF4-FFF2-40B4-BE49-F238E27FC236}">
                <a16:creationId xmlns:a16="http://schemas.microsoft.com/office/drawing/2014/main" id="{FFC98BED-CCBF-AE57-EBD0-328F9CB87CFF}"/>
              </a:ext>
            </a:extLst>
          </p:cNvPr>
          <p:cNvSpPr>
            <a:spLocks noGrp="1"/>
          </p:cNvSpPr>
          <p:nvPr>
            <p:ph type="sldNum" sz="quarter" idx="15"/>
          </p:nvPr>
        </p:nvSpPr>
        <p:spPr/>
        <p:txBody>
          <a:bodyPr/>
          <a:lstStyle/>
          <a:p>
            <a:fld id="{98BF7C3C-24CC-6140-8A22-738C44F1CFEB}" type="slidenum">
              <a:rPr lang="it-IT" smtClean="0"/>
              <a:pPr/>
              <a:t>29</a:t>
            </a:fld>
            <a:endParaRPr lang="it-IT"/>
          </a:p>
        </p:txBody>
      </p:sp>
      <p:sp>
        <p:nvSpPr>
          <p:cNvPr id="6" name="Segnaposto testo 5">
            <a:extLst>
              <a:ext uri="{FF2B5EF4-FFF2-40B4-BE49-F238E27FC236}">
                <a16:creationId xmlns:a16="http://schemas.microsoft.com/office/drawing/2014/main" id="{687770A4-91CF-9E08-E7C8-0CCEF370C61D}"/>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A816A83A-70D1-21AC-A605-06B1BC5F56FA}"/>
              </a:ext>
            </a:extLst>
          </p:cNvPr>
          <p:cNvSpPr>
            <a:spLocks noGrp="1"/>
          </p:cNvSpPr>
          <p:nvPr>
            <p:ph type="ftr" sz="quarter" idx="14"/>
          </p:nvPr>
        </p:nvSpPr>
        <p:spPr/>
        <p:txBody>
          <a:bodyPr/>
          <a:lstStyle/>
          <a:p>
            <a:endParaRPr lang="it-IT"/>
          </a:p>
        </p:txBody>
      </p:sp>
      <p:pic>
        <p:nvPicPr>
          <p:cNvPr id="9" name="Immagine 16">
            <a:extLst>
              <a:ext uri="{FF2B5EF4-FFF2-40B4-BE49-F238E27FC236}">
                <a16:creationId xmlns:a16="http://schemas.microsoft.com/office/drawing/2014/main" id="{FDCAF90D-82F9-3E3E-3BFD-65194DC16E73}"/>
              </a:ext>
            </a:extLst>
          </p:cNvPr>
          <p:cNvPicPr>
            <a:picLocks noChangeAspect="1"/>
          </p:cNvPicPr>
          <p:nvPr/>
        </p:nvPicPr>
        <p:blipFill rotWithShape="1">
          <a:blip r:embed="rId6"/>
          <a:srcRect l="405" t="7769" r="-55" b="10962"/>
          <a:stretch/>
        </p:blipFill>
        <p:spPr>
          <a:xfrm>
            <a:off x="1196588" y="1433909"/>
            <a:ext cx="9414237" cy="5118479"/>
          </a:xfrm>
          <a:prstGeom prst="rect">
            <a:avLst/>
          </a:prstGeom>
          <a:ln>
            <a:solidFill>
              <a:schemeClr val="tx1">
                <a:lumMod val="65000"/>
                <a:lumOff val="35000"/>
              </a:schemeClr>
            </a:solidFill>
          </a:ln>
        </p:spPr>
      </p:pic>
      <p:sp>
        <p:nvSpPr>
          <p:cNvPr id="10" name="Fumetto: rettangolo 7">
            <a:extLst>
              <a:ext uri="{FF2B5EF4-FFF2-40B4-BE49-F238E27FC236}">
                <a16:creationId xmlns:a16="http://schemas.microsoft.com/office/drawing/2014/main" id="{25885C0D-D613-2681-21D8-B006CC676640}"/>
              </a:ext>
            </a:extLst>
          </p:cNvPr>
          <p:cNvSpPr/>
          <p:nvPr/>
        </p:nvSpPr>
        <p:spPr>
          <a:xfrm>
            <a:off x="1308034" y="4915920"/>
            <a:ext cx="2374985" cy="1270341"/>
          </a:xfrm>
          <a:prstGeom prst="wedgeRectCallout">
            <a:avLst>
              <a:gd name="adj1" fmla="val 61337"/>
              <a:gd name="adj2" fmla="val -72579"/>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248"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srgbClr val="FFFFFF"/>
                </a:solidFill>
                <a:effectLst/>
                <a:uLnTx/>
                <a:uFillTx/>
                <a:latin typeface="CocoEng" pitchFamily="50" charset="0"/>
                <a:ea typeface="+mn-ea"/>
                <a:cs typeface="Segoe UI" panose="020B0502040204020203" pitchFamily="34" charset="0"/>
              </a:rPr>
              <a:t>Vedi la schermata di riferimento a sinistra della slide.</a:t>
            </a:r>
          </a:p>
          <a:p>
            <a:pPr marL="0" marR="0" lvl="0" indent="0" algn="l" defTabSz="914248" rtl="0" eaLnBrk="1" fontAlgn="auto" latinLnBrk="0" hangingPunct="1">
              <a:lnSpc>
                <a:spcPct val="100000"/>
              </a:lnSpc>
              <a:spcBef>
                <a:spcPts val="0"/>
              </a:spcBef>
              <a:spcAft>
                <a:spcPts val="0"/>
              </a:spcAft>
              <a:buClrTx/>
              <a:buSzTx/>
              <a:buFontTx/>
              <a:buNone/>
              <a:tabLst/>
              <a:defRPr/>
            </a:pPr>
            <a:endParaRPr kumimoji="0" lang="it-IT" sz="1200" b="0" i="0" u="none" strike="noStrike" kern="1200" cap="none" spc="0" normalizeH="0" baseline="0" noProof="0">
              <a:ln>
                <a:noFill/>
              </a:ln>
              <a:solidFill>
                <a:srgbClr val="FFFFFF"/>
              </a:solidFill>
              <a:effectLst/>
              <a:uLnTx/>
              <a:uFillTx/>
              <a:latin typeface="CocoEng" pitchFamily="50" charset="0"/>
              <a:ea typeface="+mn-ea"/>
              <a:cs typeface="Segoe UI" panose="020B0502040204020203" pitchFamily="34" charset="0"/>
            </a:endParaRPr>
          </a:p>
          <a:p>
            <a:pPr marL="0" marR="0" lvl="0" indent="0" algn="l" defTabSz="914248" rtl="0" eaLnBrk="1" fontAlgn="auto" latinLnBrk="0" hangingPunct="1">
              <a:lnSpc>
                <a:spcPct val="100000"/>
              </a:lnSpc>
              <a:spcBef>
                <a:spcPts val="0"/>
              </a:spcBef>
              <a:spcAft>
                <a:spcPts val="0"/>
              </a:spcAft>
              <a:buClrTx/>
              <a:buSzTx/>
              <a:buFontTx/>
              <a:buNone/>
              <a:tabLst/>
              <a:defRPr/>
            </a:pPr>
            <a:r>
              <a:rPr kumimoji="0" lang="it-IT" sz="1100" b="1" i="1" u="none" strike="noStrike" kern="1200" cap="none" spc="0" normalizeH="0" baseline="0" noProof="0">
                <a:ln>
                  <a:noFill/>
                </a:ln>
                <a:solidFill>
                  <a:srgbClr val="FFFFFF"/>
                </a:solidFill>
                <a:effectLst/>
                <a:uLnTx/>
                <a:uFillTx/>
                <a:latin typeface="CocoEng" pitchFamily="50" charset="0"/>
                <a:ea typeface="+mn-ea"/>
                <a:cs typeface="Segoe UI" panose="020B0502040204020203" pitchFamily="34" charset="0"/>
              </a:rPr>
              <a:t>Nota: le informazioni legate ai nominativi nelle schermate sono presenti a titolo illustrativo</a:t>
            </a:r>
          </a:p>
        </p:txBody>
      </p:sp>
      <p:sp>
        <p:nvSpPr>
          <p:cNvPr id="11" name="Fumetto: rettangolo 6">
            <a:extLst>
              <a:ext uri="{FF2B5EF4-FFF2-40B4-BE49-F238E27FC236}">
                <a16:creationId xmlns:a16="http://schemas.microsoft.com/office/drawing/2014/main" id="{35E90B22-C93A-E615-FC34-1CD5E0123D9F}"/>
              </a:ext>
            </a:extLst>
          </p:cNvPr>
          <p:cNvSpPr/>
          <p:nvPr/>
        </p:nvSpPr>
        <p:spPr>
          <a:xfrm>
            <a:off x="9833665" y="4541502"/>
            <a:ext cx="1931583" cy="1270341"/>
          </a:xfrm>
          <a:prstGeom prst="wedgeRectCallout">
            <a:avLst>
              <a:gd name="adj1" fmla="val -60724"/>
              <a:gd name="adj2" fmla="val -101603"/>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248" rtl="0" eaLnBrk="1" fontAlgn="auto" latinLnBrk="0" hangingPunct="1">
              <a:lnSpc>
                <a:spcPct val="100000"/>
              </a:lnSpc>
              <a:spcBef>
                <a:spcPts val="0"/>
              </a:spcBef>
              <a:spcAft>
                <a:spcPts val="0"/>
              </a:spcAft>
              <a:buClrTx/>
              <a:buSzTx/>
              <a:buFontTx/>
              <a:buNone/>
              <a:tabLst/>
              <a:defRPr/>
            </a:pPr>
            <a:r>
              <a:rPr kumimoji="0" lang="it-IT" sz="1200" b="0" i="0" u="none" strike="noStrike" kern="1200" cap="none" spc="0" normalizeH="0" baseline="0" noProof="0">
                <a:ln>
                  <a:noFill/>
                </a:ln>
                <a:solidFill>
                  <a:srgbClr val="FFFFFF"/>
                </a:solidFill>
                <a:effectLst/>
                <a:uLnTx/>
                <a:uFillTx/>
                <a:latin typeface="CocoEng" pitchFamily="50" charset="0"/>
                <a:ea typeface="+mn-ea"/>
                <a:cs typeface="Segoe UI" panose="020B0502040204020203" pitchFamily="34" charset="0"/>
              </a:rPr>
              <a:t>Vedi a destra della slide la descrizione degli step da effettuare per procedere nel processo/funzionalità.</a:t>
            </a:r>
          </a:p>
        </p:txBody>
      </p:sp>
      <p:sp>
        <p:nvSpPr>
          <p:cNvPr id="12" name="TextBox 11">
            <a:extLst>
              <a:ext uri="{FF2B5EF4-FFF2-40B4-BE49-F238E27FC236}">
                <a16:creationId xmlns:a16="http://schemas.microsoft.com/office/drawing/2014/main" id="{2E31120E-D8E7-64C2-3775-98FAAD3DEEE5}"/>
              </a:ext>
            </a:extLst>
          </p:cNvPr>
          <p:cNvSpPr txBox="1"/>
          <p:nvPr/>
        </p:nvSpPr>
        <p:spPr>
          <a:xfrm>
            <a:off x="701313" y="838744"/>
            <a:ext cx="11026450" cy="523220"/>
          </a:xfrm>
          <a:prstGeom prst="rect">
            <a:avLst/>
          </a:prstGeom>
          <a:noFill/>
        </p:spPr>
        <p:txBody>
          <a:bodyPr wrap="square">
            <a:spAutoFit/>
          </a:bodyPr>
          <a:lstStyle/>
          <a:p>
            <a:r>
              <a:rPr lang="it-IT" sz="1400">
                <a:latin typeface="+mj-lt"/>
                <a:cs typeface="Segoe UI"/>
              </a:rPr>
              <a:t>Lo scopo di questo documento è quello di fornire gli </a:t>
            </a:r>
            <a:r>
              <a:rPr lang="it-IT" sz="1400" b="1">
                <a:latin typeface="+mj-lt"/>
                <a:cs typeface="Segoe UI"/>
              </a:rPr>
              <a:t>strumenti utili </a:t>
            </a:r>
            <a:r>
              <a:rPr lang="it-IT" sz="1400">
                <a:latin typeface="+mj-lt"/>
                <a:cs typeface="Segoe UI"/>
              </a:rPr>
              <a:t>e la </a:t>
            </a:r>
            <a:r>
              <a:rPr lang="it-IT" sz="1400" b="1">
                <a:latin typeface="+mj-lt"/>
                <a:cs typeface="Segoe UI"/>
              </a:rPr>
              <a:t>conoscenza necessaria</a:t>
            </a:r>
            <a:r>
              <a:rPr lang="it-IT" sz="1400">
                <a:latin typeface="+mj-lt"/>
                <a:cs typeface="Segoe UI"/>
              </a:rPr>
              <a:t> per utilizzare la piattaforma di </a:t>
            </a:r>
            <a:r>
              <a:rPr lang="it-IT" sz="1400" b="1" err="1">
                <a:solidFill>
                  <a:schemeClr val="accent1"/>
                </a:solidFill>
                <a:latin typeface="+mj-lt"/>
                <a:cs typeface="Segoe UI"/>
              </a:rPr>
              <a:t>Workday</a:t>
            </a:r>
            <a:r>
              <a:rPr lang="it-IT" sz="1400" b="1">
                <a:solidFill>
                  <a:schemeClr val="accent1"/>
                </a:solidFill>
                <a:latin typeface="+mj-lt"/>
                <a:cs typeface="Segoe UI"/>
              </a:rPr>
              <a:t> </a:t>
            </a:r>
            <a:r>
              <a:rPr lang="it-IT" sz="1400">
                <a:latin typeface="+mj-lt"/>
                <a:cs typeface="Segoe UI"/>
              </a:rPr>
              <a:t>nell’ambito del processo di </a:t>
            </a:r>
            <a:r>
              <a:rPr lang="it-IT" sz="1400" b="1" err="1">
                <a:solidFill>
                  <a:schemeClr val="accent1"/>
                </a:solidFill>
                <a:latin typeface="+mj-lt"/>
                <a:cs typeface="Segoe UI"/>
              </a:rPr>
              <a:t>Mid</a:t>
            </a:r>
            <a:r>
              <a:rPr lang="it-IT" sz="1400" b="1">
                <a:solidFill>
                  <a:schemeClr val="accent1"/>
                </a:solidFill>
                <a:latin typeface="+mj-lt"/>
                <a:cs typeface="Segoe UI"/>
              </a:rPr>
              <a:t> </a:t>
            </a:r>
            <a:r>
              <a:rPr lang="it-IT" sz="1400" b="1" err="1">
                <a:solidFill>
                  <a:schemeClr val="accent1"/>
                </a:solidFill>
                <a:latin typeface="+mj-lt"/>
                <a:cs typeface="Segoe UI"/>
              </a:rPr>
              <a:t>Year</a:t>
            </a:r>
            <a:r>
              <a:rPr lang="it-IT" sz="1400" b="1">
                <a:solidFill>
                  <a:schemeClr val="accent1"/>
                </a:solidFill>
                <a:latin typeface="+mj-lt"/>
                <a:cs typeface="Segoe UI"/>
              </a:rPr>
              <a:t> Check – In</a:t>
            </a:r>
            <a:r>
              <a:rPr lang="it-IT" sz="1400">
                <a:latin typeface="+mj-lt"/>
                <a:cs typeface="Segoe UI"/>
              </a:rPr>
              <a:t>. </a:t>
            </a:r>
            <a:endParaRPr lang="en-GB" sz="1400">
              <a:latin typeface="+mj-lt"/>
            </a:endParaRPr>
          </a:p>
        </p:txBody>
      </p:sp>
    </p:spTree>
    <p:extLst>
      <p:ext uri="{BB962C8B-B14F-4D97-AF65-F5344CB8AC3E}">
        <p14:creationId xmlns:p14="http://schemas.microsoft.com/office/powerpoint/2010/main" val="14451410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69A86-60CB-5F3F-E1BD-18C5196F247B}"/>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72C6380-323C-24DF-F65F-D923D82E8F0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3" name="think-cell data - do not delete" hidden="1">
                        <a:extLst>
                          <a:ext uri="{FF2B5EF4-FFF2-40B4-BE49-F238E27FC236}">
                            <a16:creationId xmlns:a16="http://schemas.microsoft.com/office/drawing/2014/main" id="{D72C6380-323C-24DF-F65F-D923D82E8F0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6" name="Segnaposto immagine 5">
            <a:extLst>
              <a:ext uri="{FF2B5EF4-FFF2-40B4-BE49-F238E27FC236}">
                <a16:creationId xmlns:a16="http://schemas.microsoft.com/office/drawing/2014/main" id="{5BD570C9-3EDB-0667-E6C3-6DF5DAFEF71C}"/>
              </a:ext>
            </a:extLst>
          </p:cNvPr>
          <p:cNvPicPr>
            <a:picLocks noGrp="1" noChangeAspect="1"/>
          </p:cNvPicPr>
          <p:nvPr>
            <p:ph type="pic" sz="quarter" idx="11"/>
          </p:nvPr>
        </p:nvPicPr>
        <p:blipFill>
          <a:blip r:embed="rId6"/>
          <a:srcRect l="24934" r="24934"/>
          <a:stretch/>
        </p:blipFill>
        <p:spPr>
          <a:xfrm>
            <a:off x="6095999" y="0"/>
            <a:ext cx="6111325" cy="6858000"/>
          </a:xfrm>
        </p:spPr>
      </p:pic>
      <p:sp>
        <p:nvSpPr>
          <p:cNvPr id="5" name="Segnaposto testo 4">
            <a:extLst>
              <a:ext uri="{FF2B5EF4-FFF2-40B4-BE49-F238E27FC236}">
                <a16:creationId xmlns:a16="http://schemas.microsoft.com/office/drawing/2014/main" id="{CFA22481-9D10-496F-8F45-3503C26CCC29}"/>
              </a:ext>
            </a:extLst>
          </p:cNvPr>
          <p:cNvSpPr>
            <a:spLocks noGrp="1"/>
          </p:cNvSpPr>
          <p:nvPr>
            <p:ph type="body" sz="quarter" idx="20"/>
          </p:nvPr>
        </p:nvSpPr>
        <p:spPr/>
        <p:txBody>
          <a:bodyPr/>
          <a:lstStyle/>
          <a:p>
            <a:r>
              <a:rPr lang="it-IT" b="1" err="1">
                <a:solidFill>
                  <a:schemeClr val="accent1"/>
                </a:solidFill>
              </a:rPr>
              <a:t>Employee</a:t>
            </a:r>
            <a:r>
              <a:rPr lang="it-IT" b="1">
                <a:solidFill>
                  <a:schemeClr val="accent1"/>
                </a:solidFill>
              </a:rPr>
              <a:t> – Self Evaluation </a:t>
            </a:r>
          </a:p>
          <a:p>
            <a:r>
              <a:rPr lang="it-IT"/>
              <a:t>Manager – </a:t>
            </a:r>
            <a:r>
              <a:rPr lang="it-IT" err="1"/>
              <a:t>Get</a:t>
            </a:r>
            <a:r>
              <a:rPr lang="it-IT"/>
              <a:t> </a:t>
            </a:r>
            <a:r>
              <a:rPr lang="it-IT" err="1"/>
              <a:t>Additional</a:t>
            </a:r>
            <a:r>
              <a:rPr lang="it-IT"/>
              <a:t> Manager Evaluation</a:t>
            </a:r>
          </a:p>
          <a:p>
            <a:r>
              <a:rPr lang="it-IT" err="1"/>
              <a:t>Additional</a:t>
            </a:r>
            <a:r>
              <a:rPr lang="it-IT"/>
              <a:t> Manager – </a:t>
            </a:r>
            <a:r>
              <a:rPr lang="it-IT" err="1"/>
              <a:t>Additional</a:t>
            </a:r>
            <a:r>
              <a:rPr lang="it-IT"/>
              <a:t> Manager Evaluation</a:t>
            </a:r>
          </a:p>
          <a:p>
            <a:r>
              <a:rPr lang="it-IT"/>
              <a:t>Manager – Manager Evaluation &amp; To Do</a:t>
            </a:r>
          </a:p>
          <a:p>
            <a:r>
              <a:rPr lang="it-IT" err="1"/>
              <a:t>Employee</a:t>
            </a:r>
            <a:r>
              <a:rPr lang="it-IT"/>
              <a:t> – </a:t>
            </a:r>
            <a:r>
              <a:rPr lang="it-IT" err="1"/>
              <a:t>Acknowledgement</a:t>
            </a:r>
            <a:r>
              <a:rPr lang="it-IT"/>
              <a:t> </a:t>
            </a:r>
          </a:p>
          <a:p>
            <a:r>
              <a:rPr lang="it-IT" err="1"/>
              <a:t>FAQs</a:t>
            </a:r>
            <a:endParaRPr lang="it-IT"/>
          </a:p>
          <a:p>
            <a:endParaRPr lang="en-GB"/>
          </a:p>
        </p:txBody>
      </p:sp>
      <p:sp>
        <p:nvSpPr>
          <p:cNvPr id="11" name="Titolo 10">
            <a:extLst>
              <a:ext uri="{FF2B5EF4-FFF2-40B4-BE49-F238E27FC236}">
                <a16:creationId xmlns:a16="http://schemas.microsoft.com/office/drawing/2014/main" id="{873DD2DA-DB92-786E-9D13-198544A74F99}"/>
              </a:ext>
            </a:extLst>
          </p:cNvPr>
          <p:cNvSpPr>
            <a:spLocks noGrp="1"/>
          </p:cNvSpPr>
          <p:nvPr>
            <p:ph type="title"/>
          </p:nvPr>
        </p:nvSpPr>
        <p:spPr/>
        <p:txBody>
          <a:bodyPr vert="horz"/>
          <a:lstStyle/>
          <a:p>
            <a:r>
              <a:rPr lang="it-IT"/>
              <a:t>Agenda</a:t>
            </a:r>
            <a:br>
              <a:rPr lang="it-IT"/>
            </a:br>
            <a:r>
              <a:rPr lang="it-IT" err="1"/>
              <a:t>Workday</a:t>
            </a:r>
            <a:r>
              <a:rPr lang="it-IT"/>
              <a:t> Tasks</a:t>
            </a:r>
          </a:p>
        </p:txBody>
      </p:sp>
      <p:sp>
        <p:nvSpPr>
          <p:cNvPr id="9" name="Segnaposto testo 8">
            <a:extLst>
              <a:ext uri="{FF2B5EF4-FFF2-40B4-BE49-F238E27FC236}">
                <a16:creationId xmlns:a16="http://schemas.microsoft.com/office/drawing/2014/main" id="{CB25D603-C350-FFF6-F7AE-FD9248CB3E66}"/>
              </a:ext>
            </a:extLst>
          </p:cNvPr>
          <p:cNvSpPr>
            <a:spLocks noGrp="1"/>
          </p:cNvSpPr>
          <p:nvPr>
            <p:ph type="body" sz="quarter" idx="13"/>
          </p:nvPr>
        </p:nvSpPr>
        <p:spPr/>
        <p:txBody>
          <a:bodyPr/>
          <a:lstStyle/>
          <a:p>
            <a:r>
              <a:rPr lang="it-IT"/>
              <a:t>ENGINEERING </a:t>
            </a:r>
            <a:r>
              <a:rPr lang="it-IT" b="0"/>
              <a:t>/ THE DIGITAL TRANSFORMATION COMPANY</a:t>
            </a:r>
          </a:p>
        </p:txBody>
      </p:sp>
      <p:sp>
        <p:nvSpPr>
          <p:cNvPr id="13" name="Segnaposto piè di pagina 12">
            <a:extLst>
              <a:ext uri="{FF2B5EF4-FFF2-40B4-BE49-F238E27FC236}">
                <a16:creationId xmlns:a16="http://schemas.microsoft.com/office/drawing/2014/main" id="{28A8A5C8-DD31-602D-A5F5-14A2DB9900FE}"/>
              </a:ext>
            </a:extLst>
          </p:cNvPr>
          <p:cNvSpPr>
            <a:spLocks noGrp="1"/>
          </p:cNvSpPr>
          <p:nvPr>
            <p:ph type="ftr" sz="quarter" idx="17"/>
          </p:nvPr>
        </p:nvSpPr>
        <p:spPr/>
        <p:txBody>
          <a:bodyPr/>
          <a:lstStyle/>
          <a:p>
            <a:endParaRPr lang="it-IT"/>
          </a:p>
        </p:txBody>
      </p:sp>
      <p:sp>
        <p:nvSpPr>
          <p:cNvPr id="2" name="Segnaposto numero diapositiva 1">
            <a:extLst>
              <a:ext uri="{FF2B5EF4-FFF2-40B4-BE49-F238E27FC236}">
                <a16:creationId xmlns:a16="http://schemas.microsoft.com/office/drawing/2014/main" id="{D7496A09-9AA6-4E79-D245-45BF90E718E5}"/>
              </a:ext>
            </a:extLst>
          </p:cNvPr>
          <p:cNvSpPr>
            <a:spLocks noGrp="1"/>
          </p:cNvSpPr>
          <p:nvPr>
            <p:ph type="sldNum" sz="quarter" idx="18"/>
          </p:nvPr>
        </p:nvSpPr>
        <p:spPr/>
        <p:txBody>
          <a:bodyPr/>
          <a:lstStyle/>
          <a:p>
            <a:fld id="{98BF7C3C-24CC-6140-8A22-738C44F1CFEB}" type="slidenum">
              <a:rPr lang="it-IT" smtClean="0"/>
              <a:pPr/>
              <a:t>30</a:t>
            </a:fld>
            <a:endParaRPr lang="it-IT"/>
          </a:p>
        </p:txBody>
      </p:sp>
    </p:spTree>
    <p:extLst>
      <p:ext uri="{BB962C8B-B14F-4D97-AF65-F5344CB8AC3E}">
        <p14:creationId xmlns:p14="http://schemas.microsoft.com/office/powerpoint/2010/main" val="26283852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AD002-4FC1-B800-E288-82BDE5611DAE}"/>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A593C05-E62E-B1E4-24FF-3E129BBE4012}"/>
              </a:ext>
            </a:extLst>
          </p:cNvPr>
          <p:cNvGraphicFramePr>
            <a:graphicFrameLocks noChangeAspect="1"/>
          </p:cNvGraphicFramePr>
          <p:nvPr>
            <p:custDataLst>
              <p:tags r:id="rId1"/>
            </p:custDataLst>
            <p:extLst>
              <p:ext uri="{D42A27DB-BD31-4B8C-83A1-F6EECF244321}">
                <p14:modId xmlns:p14="http://schemas.microsoft.com/office/powerpoint/2010/main" val="42617202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EA593C05-E62E-B1E4-24FF-3E129BBE401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EB133284-A953-C7F6-7975-66094B3BE6A8}"/>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Self Evaluation (1/5)</a:t>
            </a:r>
          </a:p>
        </p:txBody>
      </p:sp>
      <p:sp>
        <p:nvSpPr>
          <p:cNvPr id="4" name="Segnaposto numero diapositiva 3">
            <a:extLst>
              <a:ext uri="{FF2B5EF4-FFF2-40B4-BE49-F238E27FC236}">
                <a16:creationId xmlns:a16="http://schemas.microsoft.com/office/drawing/2014/main" id="{531C0F95-B45F-51EF-5CAB-AB520BFA5420}"/>
              </a:ext>
            </a:extLst>
          </p:cNvPr>
          <p:cNvSpPr>
            <a:spLocks noGrp="1"/>
          </p:cNvSpPr>
          <p:nvPr>
            <p:ph type="sldNum" sz="quarter" idx="15"/>
          </p:nvPr>
        </p:nvSpPr>
        <p:spPr/>
        <p:txBody>
          <a:bodyPr/>
          <a:lstStyle/>
          <a:p>
            <a:fld id="{98BF7C3C-24CC-6140-8A22-738C44F1CFEB}" type="slidenum">
              <a:rPr lang="it-IT" smtClean="0"/>
              <a:pPr/>
              <a:t>31</a:t>
            </a:fld>
            <a:endParaRPr lang="it-IT"/>
          </a:p>
        </p:txBody>
      </p:sp>
      <p:sp>
        <p:nvSpPr>
          <p:cNvPr id="6" name="Segnaposto testo 5">
            <a:extLst>
              <a:ext uri="{FF2B5EF4-FFF2-40B4-BE49-F238E27FC236}">
                <a16:creationId xmlns:a16="http://schemas.microsoft.com/office/drawing/2014/main" id="{31992462-AB3D-9B94-92CE-CA899BB3D71A}"/>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70A339E3-D52A-D3F7-31B1-F97C45C872F0}"/>
              </a:ext>
            </a:extLst>
          </p:cNvPr>
          <p:cNvSpPr>
            <a:spLocks noGrp="1"/>
          </p:cNvSpPr>
          <p:nvPr>
            <p:ph type="ftr" sz="quarter" idx="14"/>
          </p:nvPr>
        </p:nvSpPr>
        <p:spPr/>
        <p:txBody>
          <a:bodyPr/>
          <a:lstStyle/>
          <a:p>
            <a:endParaRPr lang="it-IT"/>
          </a:p>
        </p:txBody>
      </p:sp>
      <p:pic>
        <p:nvPicPr>
          <p:cNvPr id="8" name="Picture 7">
            <a:extLst>
              <a:ext uri="{FF2B5EF4-FFF2-40B4-BE49-F238E27FC236}">
                <a16:creationId xmlns:a16="http://schemas.microsoft.com/office/drawing/2014/main" id="{77281C2B-9A48-9410-3FA8-2937C2633A97}"/>
              </a:ext>
            </a:extLst>
          </p:cNvPr>
          <p:cNvPicPr>
            <a:picLocks noChangeAspect="1"/>
          </p:cNvPicPr>
          <p:nvPr/>
        </p:nvPicPr>
        <p:blipFill>
          <a:blip r:embed="rId6"/>
          <a:stretch>
            <a:fillRect/>
          </a:stretch>
        </p:blipFill>
        <p:spPr>
          <a:xfrm>
            <a:off x="881054" y="1489123"/>
            <a:ext cx="2538288" cy="1396059"/>
          </a:xfrm>
          <a:prstGeom prst="rect">
            <a:avLst/>
          </a:prstGeom>
          <a:ln>
            <a:solidFill>
              <a:schemeClr val="accent6"/>
            </a:solidFill>
          </a:ln>
        </p:spPr>
      </p:pic>
      <p:sp>
        <p:nvSpPr>
          <p:cNvPr id="12" name="Rettangolo 3">
            <a:extLst>
              <a:ext uri="{FF2B5EF4-FFF2-40B4-BE49-F238E27FC236}">
                <a16:creationId xmlns:a16="http://schemas.microsoft.com/office/drawing/2014/main" id="{456B05F4-E710-6CA6-9195-580FD2F20C62}"/>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8A7D8A17-428D-C327-F0C0-97DC844722BE}"/>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E2AF8D5B-CD45-B337-BF09-7AEF9B4C0A0A}"/>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FB39C510-BF52-3D79-690C-0C75E4DE0988}"/>
              </a:ext>
            </a:extLst>
          </p:cNvPr>
          <p:cNvSpPr txBox="1"/>
          <p:nvPr/>
        </p:nvSpPr>
        <p:spPr>
          <a:xfrm>
            <a:off x="8696680" y="1402163"/>
            <a:ext cx="3066210" cy="646331"/>
          </a:xfrm>
          <a:prstGeom prst="rect">
            <a:avLst/>
          </a:prstGeom>
          <a:noFill/>
          <a:ln>
            <a:solidFill>
              <a:schemeClr val="bg2"/>
            </a:solidFill>
            <a:prstDash val="dash"/>
          </a:ln>
        </p:spPr>
        <p:txBody>
          <a:bodyPr wrap="square">
            <a:spAutoFit/>
          </a:bodyPr>
          <a:lstStyle/>
          <a:p>
            <a:r>
              <a:rPr lang="en-US" sz="1200">
                <a:latin typeface="+mj-lt"/>
                <a:cs typeface="Segoe UI" panose="020B0502040204020203" pitchFamily="34" charset="0"/>
              </a:rPr>
              <a:t>Nella </a:t>
            </a:r>
            <a:r>
              <a:rPr lang="en-US" sz="1200" err="1">
                <a:latin typeface="+mj-lt"/>
                <a:cs typeface="Segoe UI" panose="020B0502040204020203" pitchFamily="34" charset="0"/>
              </a:rPr>
              <a:t>sezione</a:t>
            </a:r>
            <a:r>
              <a:rPr lang="en-US" sz="1200">
                <a:latin typeface="+mj-lt"/>
                <a:cs typeface="Segoe UI" panose="020B0502040204020203" pitchFamily="34" charset="0"/>
              </a:rPr>
              <a:t> </a:t>
            </a:r>
            <a:r>
              <a:rPr lang="en-US" sz="1200" b="1">
                <a:latin typeface="+mj-lt"/>
                <a:cs typeface="Segoe UI" panose="020B0502040204020203" pitchFamily="34" charset="0"/>
              </a:rPr>
              <a:t>"Awaiting Your Action</a:t>
            </a:r>
            <a:r>
              <a:rPr lang="en-US" sz="1200">
                <a:latin typeface="+mj-lt"/>
                <a:cs typeface="Segoe UI" panose="020B0502040204020203" pitchFamily="34" charset="0"/>
              </a:rPr>
              <a:t>", </a:t>
            </a:r>
            <a:r>
              <a:rPr lang="en-US" sz="1200" err="1">
                <a:latin typeface="+mj-lt"/>
                <a:cs typeface="Segoe UI" panose="020B0502040204020203" pitchFamily="34" charset="0"/>
              </a:rPr>
              <a:t>clicca</a:t>
            </a:r>
            <a:r>
              <a:rPr lang="en-US" sz="1200">
                <a:latin typeface="+mj-lt"/>
                <a:cs typeface="Segoe UI" panose="020B0502040204020203" pitchFamily="34" charset="0"/>
              </a:rPr>
              <a:t> </a:t>
            </a:r>
            <a:r>
              <a:rPr lang="en-US" sz="1200" err="1">
                <a:latin typeface="+mj-lt"/>
                <a:cs typeface="Segoe UI" panose="020B0502040204020203" pitchFamily="34" charset="0"/>
              </a:rPr>
              <a:t>sul</a:t>
            </a:r>
            <a:r>
              <a:rPr lang="en-US" sz="1200">
                <a:latin typeface="+mj-lt"/>
                <a:cs typeface="Segoe UI" panose="020B0502040204020203" pitchFamily="34" charset="0"/>
              </a:rPr>
              <a:t> task "</a:t>
            </a:r>
            <a:r>
              <a:rPr lang="en-US" sz="1200" b="1">
                <a:latin typeface="+mj-lt"/>
                <a:cs typeface="Segoe UI" panose="020B0502040204020203" pitchFamily="34" charset="0"/>
              </a:rPr>
              <a:t>Self Evaluation Mid Year Check-In 2025: Name and Surname"</a:t>
            </a:r>
            <a:endParaRPr lang="it-IT" sz="1200" b="1">
              <a:latin typeface="+mj-lt"/>
              <a:cs typeface="Segoe UI" panose="020B0502040204020203" pitchFamily="34" charset="0"/>
            </a:endParaRPr>
          </a:p>
        </p:txBody>
      </p:sp>
      <p:sp>
        <p:nvSpPr>
          <p:cNvPr id="16" name="Ovale 11">
            <a:extLst>
              <a:ext uri="{FF2B5EF4-FFF2-40B4-BE49-F238E27FC236}">
                <a16:creationId xmlns:a16="http://schemas.microsoft.com/office/drawing/2014/main" id="{ECEDD68E-9A08-80F3-78B1-B087B252845B}"/>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17" name="CasellaDiTesto 38">
            <a:extLst>
              <a:ext uri="{FF2B5EF4-FFF2-40B4-BE49-F238E27FC236}">
                <a16:creationId xmlns:a16="http://schemas.microsoft.com/office/drawing/2014/main" id="{EDA1689A-F81F-387E-F477-4217C5F64CF7}"/>
              </a:ext>
            </a:extLst>
          </p:cNvPr>
          <p:cNvSpPr txBox="1"/>
          <p:nvPr/>
        </p:nvSpPr>
        <p:spPr>
          <a:xfrm>
            <a:off x="8696680" y="2167500"/>
            <a:ext cx="3066210" cy="461665"/>
          </a:xfrm>
          <a:prstGeom prst="rect">
            <a:avLst/>
          </a:prstGeom>
          <a:noFill/>
          <a:ln>
            <a:solidFill>
              <a:schemeClr val="bg2"/>
            </a:solidFill>
            <a:prstDash val="dash"/>
          </a:ln>
        </p:spPr>
        <p:txBody>
          <a:bodyPr wrap="square">
            <a:spAutoFit/>
          </a:bodyPr>
          <a:lstStyle/>
          <a:p>
            <a:r>
              <a:rPr lang="en-US" sz="1200" err="1">
                <a:latin typeface="+mj-lt"/>
                <a:cs typeface="Segoe UI" panose="020B0502040204020203" pitchFamily="34" charset="0"/>
              </a:rPr>
              <a:t>Seleziona</a:t>
            </a:r>
            <a:r>
              <a:rPr lang="en-US" sz="1200">
                <a:latin typeface="+mj-lt"/>
                <a:cs typeface="Segoe UI" panose="020B0502040204020203" pitchFamily="34" charset="0"/>
              </a:rPr>
              <a:t> </a:t>
            </a:r>
            <a:r>
              <a:rPr lang="en-US" sz="1200" b="1">
                <a:latin typeface="+mj-lt"/>
                <a:cs typeface="Segoe UI" panose="020B0502040204020203" pitchFamily="34" charset="0"/>
              </a:rPr>
              <a:t>"Get Started" </a:t>
            </a:r>
            <a:r>
              <a:rPr lang="en-US" sz="1200">
                <a:latin typeface="+mj-lt"/>
                <a:cs typeface="Segoe UI" panose="020B0502040204020203" pitchFamily="34" charset="0"/>
              </a:rPr>
              <a:t>per </a:t>
            </a:r>
            <a:r>
              <a:rPr lang="en-US" sz="1200" err="1">
                <a:latin typeface="+mj-lt"/>
                <a:cs typeface="Segoe UI" panose="020B0502040204020203" pitchFamily="34" charset="0"/>
              </a:rPr>
              <a:t>iniziare</a:t>
            </a:r>
            <a:r>
              <a:rPr lang="en-US" sz="1200">
                <a:latin typeface="+mj-lt"/>
                <a:cs typeface="Segoe UI" panose="020B0502040204020203" pitchFamily="34" charset="0"/>
              </a:rPr>
              <a:t> la </a:t>
            </a:r>
            <a:r>
              <a:rPr lang="en-US" sz="1200" err="1">
                <a:latin typeface="+mj-lt"/>
                <a:cs typeface="Segoe UI" panose="020B0502040204020203" pitchFamily="34" charset="0"/>
              </a:rPr>
              <a:t>tua</a:t>
            </a:r>
            <a:r>
              <a:rPr lang="en-US" sz="1200">
                <a:latin typeface="+mj-lt"/>
                <a:cs typeface="Segoe UI" panose="020B0502040204020203" pitchFamily="34" charset="0"/>
              </a:rPr>
              <a:t> </a:t>
            </a:r>
            <a:r>
              <a:rPr lang="en-US" sz="1200" err="1">
                <a:latin typeface="+mj-lt"/>
                <a:cs typeface="Segoe UI" panose="020B0502040204020203" pitchFamily="34" charset="0"/>
              </a:rPr>
              <a:t>valutazione</a:t>
            </a:r>
            <a:r>
              <a:rPr lang="en-US" sz="1200">
                <a:latin typeface="+mj-lt"/>
                <a:cs typeface="Segoe UI" panose="020B0502040204020203" pitchFamily="34" charset="0"/>
              </a:rPr>
              <a:t>.</a:t>
            </a:r>
            <a:endParaRPr lang="it-IT" sz="1200">
              <a:latin typeface="+mj-lt"/>
              <a:cs typeface="Segoe UI" panose="020B0502040204020203" pitchFamily="34" charset="0"/>
            </a:endParaRPr>
          </a:p>
        </p:txBody>
      </p:sp>
      <p:sp>
        <p:nvSpPr>
          <p:cNvPr id="18" name="Ovale 11">
            <a:extLst>
              <a:ext uri="{FF2B5EF4-FFF2-40B4-BE49-F238E27FC236}">
                <a16:creationId xmlns:a16="http://schemas.microsoft.com/office/drawing/2014/main" id="{F6953E2A-5604-872E-86F4-959879C4947C}"/>
              </a:ext>
            </a:extLst>
          </p:cNvPr>
          <p:cNvSpPr/>
          <p:nvPr/>
        </p:nvSpPr>
        <p:spPr>
          <a:xfrm>
            <a:off x="8226273" y="2195786"/>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19" name="Ovale 11">
            <a:extLst>
              <a:ext uri="{FF2B5EF4-FFF2-40B4-BE49-F238E27FC236}">
                <a16:creationId xmlns:a16="http://schemas.microsoft.com/office/drawing/2014/main" id="{A08D8364-EB71-4E23-EACE-052D3077D00D}"/>
              </a:ext>
            </a:extLst>
          </p:cNvPr>
          <p:cNvSpPr/>
          <p:nvPr/>
        </p:nvSpPr>
        <p:spPr>
          <a:xfrm>
            <a:off x="3193517" y="1446649"/>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pic>
        <p:nvPicPr>
          <p:cNvPr id="34" name="Elemento grafico 36" descr="Utente con riempimento a tinta unita">
            <a:extLst>
              <a:ext uri="{FF2B5EF4-FFF2-40B4-BE49-F238E27FC236}">
                <a16:creationId xmlns:a16="http://schemas.microsoft.com/office/drawing/2014/main" id="{D38D7A84-D4FF-A746-E8B5-17AC3FDF649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1C35AFBB-9BE2-176F-B4BB-141732C96CB0}"/>
              </a:ext>
            </a:extLst>
          </p:cNvPr>
          <p:cNvSpPr txBox="1"/>
          <p:nvPr/>
        </p:nvSpPr>
        <p:spPr>
          <a:xfrm>
            <a:off x="10403001" y="435276"/>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err="1">
                <a:solidFill>
                  <a:schemeClr val="accent2"/>
                </a:solidFill>
                <a:latin typeface="CocoEng" pitchFamily="50" charset="0"/>
                <a:cs typeface="Segoe UI" panose="020B0502040204020203" pitchFamily="34" charset="0"/>
              </a:rPr>
              <a:t>Employee</a:t>
            </a:r>
            <a:endParaRPr lang="it-IT" sz="1600" b="1">
              <a:solidFill>
                <a:schemeClr val="accent2"/>
              </a:solidFill>
              <a:latin typeface="CocoEng" pitchFamily="50" charset="0"/>
              <a:cs typeface="Segoe UI" panose="020B0502040204020203" pitchFamily="34" charset="0"/>
            </a:endParaRPr>
          </a:p>
        </p:txBody>
      </p:sp>
      <p:pic>
        <p:nvPicPr>
          <p:cNvPr id="21" name="Picture 20">
            <a:extLst>
              <a:ext uri="{FF2B5EF4-FFF2-40B4-BE49-F238E27FC236}">
                <a16:creationId xmlns:a16="http://schemas.microsoft.com/office/drawing/2014/main" id="{648B9C2B-F765-C48D-9EDA-06C75DF6C01F}"/>
              </a:ext>
            </a:extLst>
          </p:cNvPr>
          <p:cNvPicPr>
            <a:picLocks noChangeAspect="1"/>
          </p:cNvPicPr>
          <p:nvPr/>
        </p:nvPicPr>
        <p:blipFill>
          <a:blip r:embed="rId9"/>
          <a:srcRect l="-410" t="-686" r="2870" b="23744"/>
          <a:stretch/>
        </p:blipFill>
        <p:spPr>
          <a:xfrm>
            <a:off x="3675144" y="1489123"/>
            <a:ext cx="4229945" cy="2855892"/>
          </a:xfrm>
          <a:prstGeom prst="rect">
            <a:avLst/>
          </a:prstGeom>
          <a:ln>
            <a:solidFill>
              <a:schemeClr val="accent6"/>
            </a:solidFill>
          </a:ln>
        </p:spPr>
      </p:pic>
      <p:sp>
        <p:nvSpPr>
          <p:cNvPr id="20" name="Ovale 11">
            <a:extLst>
              <a:ext uri="{FF2B5EF4-FFF2-40B4-BE49-F238E27FC236}">
                <a16:creationId xmlns:a16="http://schemas.microsoft.com/office/drawing/2014/main" id="{281CB4C1-E29F-04BA-62CC-DCA0F04813EC}"/>
              </a:ext>
            </a:extLst>
          </p:cNvPr>
          <p:cNvSpPr/>
          <p:nvPr/>
        </p:nvSpPr>
        <p:spPr>
          <a:xfrm>
            <a:off x="4736033" y="3883797"/>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Tree>
    <p:extLst>
      <p:ext uri="{BB962C8B-B14F-4D97-AF65-F5344CB8AC3E}">
        <p14:creationId xmlns:p14="http://schemas.microsoft.com/office/powerpoint/2010/main" val="26181705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6D1E0-6453-502E-02D2-01EB9C83A683}"/>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126D05C-1505-5C3E-6F25-47E1BE103B00}"/>
              </a:ext>
            </a:extLst>
          </p:cNvPr>
          <p:cNvGraphicFramePr>
            <a:graphicFrameLocks noChangeAspect="1"/>
          </p:cNvGraphicFramePr>
          <p:nvPr>
            <p:custDataLst>
              <p:tags r:id="rId1"/>
            </p:custDataLst>
            <p:extLst>
              <p:ext uri="{D42A27DB-BD31-4B8C-83A1-F6EECF244321}">
                <p14:modId xmlns:p14="http://schemas.microsoft.com/office/powerpoint/2010/main" val="32107791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2126D05C-1505-5C3E-6F25-47E1BE103B0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1816E6BA-5E31-701C-650E-FE84B0E0B258}"/>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Self Evaluation (2/5)</a:t>
            </a:r>
          </a:p>
        </p:txBody>
      </p:sp>
      <p:sp>
        <p:nvSpPr>
          <p:cNvPr id="4" name="Segnaposto numero diapositiva 3">
            <a:extLst>
              <a:ext uri="{FF2B5EF4-FFF2-40B4-BE49-F238E27FC236}">
                <a16:creationId xmlns:a16="http://schemas.microsoft.com/office/drawing/2014/main" id="{86966F5A-1428-4F9F-130C-1983507AF25F}"/>
              </a:ext>
            </a:extLst>
          </p:cNvPr>
          <p:cNvSpPr>
            <a:spLocks noGrp="1"/>
          </p:cNvSpPr>
          <p:nvPr>
            <p:ph type="sldNum" sz="quarter" idx="15"/>
          </p:nvPr>
        </p:nvSpPr>
        <p:spPr/>
        <p:txBody>
          <a:bodyPr/>
          <a:lstStyle/>
          <a:p>
            <a:fld id="{98BF7C3C-24CC-6140-8A22-738C44F1CFEB}" type="slidenum">
              <a:rPr lang="it-IT" smtClean="0"/>
              <a:pPr/>
              <a:t>32</a:t>
            </a:fld>
            <a:endParaRPr lang="it-IT"/>
          </a:p>
        </p:txBody>
      </p:sp>
      <p:sp>
        <p:nvSpPr>
          <p:cNvPr id="6" name="Segnaposto testo 5">
            <a:extLst>
              <a:ext uri="{FF2B5EF4-FFF2-40B4-BE49-F238E27FC236}">
                <a16:creationId xmlns:a16="http://schemas.microsoft.com/office/drawing/2014/main" id="{5B42957C-D3FD-21D7-1755-FC6AF46C67CD}"/>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34A09C0C-97BE-2241-1BE9-E74A056927F1}"/>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B661C612-7B17-A3E9-83C7-BBF7C855F824}"/>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DD1B58DD-FD7B-90AF-05C1-524EAAE6DCB2}"/>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992E18BE-5E4E-625E-E6F3-7C14116946BB}"/>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9892FAF9-D0F2-E36A-0C4D-1AF27FE5C447}"/>
              </a:ext>
            </a:extLst>
          </p:cNvPr>
          <p:cNvSpPr txBox="1"/>
          <p:nvPr/>
        </p:nvSpPr>
        <p:spPr>
          <a:xfrm>
            <a:off x="8696680" y="1402163"/>
            <a:ext cx="3066210" cy="1384995"/>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La self –evaluation è </a:t>
            </a:r>
            <a:r>
              <a:rPr lang="en-GB" sz="1200" err="1">
                <a:latin typeface="+mj-lt"/>
                <a:cs typeface="Segoe UI" panose="020B0502040204020203" pitchFamily="34" charset="0"/>
              </a:rPr>
              <a:t>composta</a:t>
            </a:r>
            <a:r>
              <a:rPr lang="en-GB" sz="1200">
                <a:latin typeface="+mj-lt"/>
                <a:cs typeface="Segoe UI" panose="020B0502040204020203" pitchFamily="34" charset="0"/>
              </a:rPr>
              <a:t> </a:t>
            </a:r>
            <a:r>
              <a:rPr lang="en-GB" sz="1200" err="1">
                <a:latin typeface="+mj-lt"/>
                <a:cs typeface="Segoe UI" panose="020B0502040204020203" pitchFamily="34" charset="0"/>
              </a:rPr>
              <a:t>dalle</a:t>
            </a:r>
            <a:r>
              <a:rPr lang="en-GB" sz="1200">
                <a:latin typeface="+mj-lt"/>
                <a:cs typeface="Segoe UI" panose="020B0502040204020203" pitchFamily="34" charset="0"/>
              </a:rPr>
              <a:t> </a:t>
            </a:r>
            <a:r>
              <a:rPr lang="en-GB" sz="1200" err="1">
                <a:latin typeface="+mj-lt"/>
                <a:cs typeface="Segoe UI" panose="020B0502040204020203" pitchFamily="34" charset="0"/>
              </a:rPr>
              <a:t>seguenti</a:t>
            </a:r>
            <a:r>
              <a:rPr lang="en-GB" sz="1200">
                <a:latin typeface="+mj-lt"/>
                <a:cs typeface="Segoe UI" panose="020B0502040204020203" pitchFamily="34" charset="0"/>
              </a:rPr>
              <a:t> </a:t>
            </a:r>
            <a:r>
              <a:rPr lang="en-GB" sz="1200" err="1">
                <a:latin typeface="+mj-lt"/>
                <a:cs typeface="Segoe UI" panose="020B0502040204020203" pitchFamily="34" charset="0"/>
              </a:rPr>
              <a:t>sezioni</a:t>
            </a:r>
            <a:r>
              <a:rPr lang="en-GB" sz="1200">
                <a:latin typeface="+mj-lt"/>
                <a:cs typeface="Segoe UI" panose="020B0502040204020203" pitchFamily="34" charset="0"/>
              </a:rPr>
              <a:t>: </a:t>
            </a:r>
          </a:p>
          <a:p>
            <a:pPr marL="285750" indent="-285750">
              <a:buFont typeface="Arial" panose="020B0604020202020204" pitchFamily="34" charset="0"/>
              <a:buChar char="•"/>
            </a:pPr>
            <a:r>
              <a:rPr lang="en-GB" sz="1200">
                <a:latin typeface="+mj-lt"/>
                <a:cs typeface="Segoe UI" panose="020B0502040204020203" pitchFamily="34" charset="0"/>
              </a:rPr>
              <a:t>Feedback</a:t>
            </a:r>
          </a:p>
          <a:p>
            <a:pPr marL="285750" indent="-285750">
              <a:buFont typeface="Arial" panose="020B0604020202020204" pitchFamily="34" charset="0"/>
              <a:buChar char="•"/>
            </a:pPr>
            <a:r>
              <a:rPr lang="en-GB" sz="1200">
                <a:latin typeface="+mj-lt"/>
                <a:cs typeface="Segoe UI" panose="020B0502040204020203" pitchFamily="34" charset="0"/>
              </a:rPr>
              <a:t>Goals</a:t>
            </a:r>
          </a:p>
          <a:p>
            <a:pPr marL="285750" indent="-285750">
              <a:buFont typeface="Arial" panose="020B0604020202020204" pitchFamily="34" charset="0"/>
              <a:buChar char="•"/>
            </a:pPr>
            <a:r>
              <a:rPr lang="en-GB" sz="1200">
                <a:latin typeface="+mj-lt"/>
                <a:cs typeface="Segoe UI" panose="020B0502040204020203" pitchFamily="34" charset="0"/>
              </a:rPr>
              <a:t>Behaviours</a:t>
            </a:r>
          </a:p>
          <a:p>
            <a:pPr marL="285750" indent="-285750">
              <a:buFont typeface="Arial" panose="020B0604020202020204" pitchFamily="34" charset="0"/>
              <a:buChar char="•"/>
            </a:pPr>
            <a:r>
              <a:rPr lang="en-GB" sz="1200">
                <a:latin typeface="+mj-lt"/>
                <a:cs typeface="Segoe UI" panose="020B0502040204020203" pitchFamily="34" charset="0"/>
              </a:rPr>
              <a:t>Supporting Documents</a:t>
            </a:r>
          </a:p>
          <a:p>
            <a:pPr marL="285750" indent="-285750">
              <a:buFont typeface="Arial" panose="020B0604020202020204" pitchFamily="34" charset="0"/>
              <a:buChar char="•"/>
            </a:pPr>
            <a:r>
              <a:rPr lang="en-GB" sz="1200">
                <a:latin typeface="+mj-lt"/>
                <a:cs typeface="Segoe UI" panose="020B0502040204020203" pitchFamily="34" charset="0"/>
              </a:rPr>
              <a:t>Review and Submit</a:t>
            </a:r>
            <a:endParaRPr lang="it-IT" sz="1200" b="1">
              <a:latin typeface="+mj-lt"/>
              <a:cs typeface="Segoe UI" panose="020B0502040204020203" pitchFamily="34" charset="0"/>
            </a:endParaRPr>
          </a:p>
        </p:txBody>
      </p:sp>
      <p:sp>
        <p:nvSpPr>
          <p:cNvPr id="16" name="Ovale 11">
            <a:extLst>
              <a:ext uri="{FF2B5EF4-FFF2-40B4-BE49-F238E27FC236}">
                <a16:creationId xmlns:a16="http://schemas.microsoft.com/office/drawing/2014/main" id="{6DE91BE3-FA6F-3726-B3FF-19E9D5D5862A}"/>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18" name="Ovale 11">
            <a:extLst>
              <a:ext uri="{FF2B5EF4-FFF2-40B4-BE49-F238E27FC236}">
                <a16:creationId xmlns:a16="http://schemas.microsoft.com/office/drawing/2014/main" id="{B8BF5E81-EFC9-CE1C-D488-259E90E10186}"/>
              </a:ext>
            </a:extLst>
          </p:cNvPr>
          <p:cNvSpPr/>
          <p:nvPr/>
        </p:nvSpPr>
        <p:spPr>
          <a:xfrm>
            <a:off x="8226273" y="2853662"/>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pic>
        <p:nvPicPr>
          <p:cNvPr id="34" name="Elemento grafico 36" descr="Utente con riempimento a tinta unita">
            <a:extLst>
              <a:ext uri="{FF2B5EF4-FFF2-40B4-BE49-F238E27FC236}">
                <a16:creationId xmlns:a16="http://schemas.microsoft.com/office/drawing/2014/main" id="{47E4264D-D12D-5D48-D93B-32CD09914B5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1FB1DBCC-C4FF-7572-9111-B39E4BF2B2F7}"/>
              </a:ext>
            </a:extLst>
          </p:cNvPr>
          <p:cNvSpPr txBox="1"/>
          <p:nvPr/>
        </p:nvSpPr>
        <p:spPr>
          <a:xfrm>
            <a:off x="10403001" y="435276"/>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err="1">
                <a:solidFill>
                  <a:schemeClr val="accent2"/>
                </a:solidFill>
                <a:latin typeface="CocoEng" pitchFamily="50" charset="0"/>
                <a:cs typeface="Segoe UI" panose="020B0502040204020203" pitchFamily="34" charset="0"/>
              </a:rPr>
              <a:t>Employee</a:t>
            </a:r>
            <a:endParaRPr lang="it-IT" sz="1600" b="1">
              <a:solidFill>
                <a:schemeClr val="accent2"/>
              </a:solidFill>
              <a:latin typeface="CocoEng" pitchFamily="50" charset="0"/>
              <a:cs typeface="Segoe UI" panose="020B0502040204020203" pitchFamily="34" charset="0"/>
            </a:endParaRPr>
          </a:p>
        </p:txBody>
      </p:sp>
      <p:sp>
        <p:nvSpPr>
          <p:cNvPr id="2" name="CasellaDiTesto 38">
            <a:extLst>
              <a:ext uri="{FF2B5EF4-FFF2-40B4-BE49-F238E27FC236}">
                <a16:creationId xmlns:a16="http://schemas.microsoft.com/office/drawing/2014/main" id="{8A4EF341-2190-38D3-4F14-C654043939DB}"/>
              </a:ext>
            </a:extLst>
          </p:cNvPr>
          <p:cNvSpPr txBox="1"/>
          <p:nvPr/>
        </p:nvSpPr>
        <p:spPr>
          <a:xfrm>
            <a:off x="8696680" y="2853662"/>
            <a:ext cx="3066210" cy="830997"/>
          </a:xfrm>
          <a:prstGeom prst="rect">
            <a:avLst/>
          </a:prstGeom>
          <a:noFill/>
          <a:ln>
            <a:solidFill>
              <a:schemeClr val="bg2"/>
            </a:solidFill>
            <a:prstDash val="dash"/>
          </a:ln>
        </p:spPr>
        <p:txBody>
          <a:bodyPr wrap="square">
            <a:spAutoFit/>
          </a:bodyPr>
          <a:lstStyle/>
          <a:p>
            <a:r>
              <a:rPr lang="en-US" sz="1200">
                <a:latin typeface="+mj-lt"/>
                <a:cs typeface="Segoe UI" panose="020B0502040204020203" pitchFamily="34" charset="0"/>
              </a:rPr>
              <a:t>Nella </a:t>
            </a:r>
            <a:r>
              <a:rPr lang="en-US" sz="1200" err="1">
                <a:latin typeface="+mj-lt"/>
                <a:cs typeface="Segoe UI" panose="020B0502040204020203" pitchFamily="34" charset="0"/>
              </a:rPr>
              <a:t>sezione</a:t>
            </a:r>
            <a:r>
              <a:rPr lang="en-US" sz="1200">
                <a:latin typeface="+mj-lt"/>
                <a:cs typeface="Segoe UI" panose="020B0502040204020203" pitchFamily="34" charset="0"/>
              </a:rPr>
              <a:t> "</a:t>
            </a:r>
            <a:r>
              <a:rPr lang="en-US" sz="1200" b="1">
                <a:latin typeface="+mj-lt"/>
                <a:cs typeface="Segoe UI" panose="020B0502040204020203" pitchFamily="34" charset="0"/>
              </a:rPr>
              <a:t>Feedback</a:t>
            </a:r>
            <a:r>
              <a:rPr lang="en-US" sz="1200">
                <a:latin typeface="+mj-lt"/>
                <a:cs typeface="Segoe UI" panose="020B0502040204020203" pitchFamily="34" charset="0"/>
              </a:rPr>
              <a:t>" è possible </a:t>
            </a:r>
            <a:r>
              <a:rPr lang="en-US" sz="1200" err="1">
                <a:latin typeface="+mj-lt"/>
                <a:cs typeface="Segoe UI" panose="020B0502040204020203" pitchFamily="34" charset="0"/>
              </a:rPr>
              <a:t>visualizzare</a:t>
            </a:r>
            <a:r>
              <a:rPr lang="en-US" sz="1200">
                <a:latin typeface="+mj-lt"/>
                <a:cs typeface="Segoe UI" panose="020B0502040204020203" pitchFamily="34" charset="0"/>
              </a:rPr>
              <a:t> tutti I feedback </a:t>
            </a:r>
            <a:r>
              <a:rPr lang="en-US" sz="1200" err="1">
                <a:latin typeface="+mj-lt"/>
                <a:cs typeface="Segoe UI" panose="020B0502040204020203" pitchFamily="34" charset="0"/>
              </a:rPr>
              <a:t>richiesti</a:t>
            </a:r>
            <a:r>
              <a:rPr lang="en-US" sz="1200">
                <a:latin typeface="+mj-lt"/>
                <a:cs typeface="Segoe UI" panose="020B0502040204020203" pitchFamily="34" charset="0"/>
              </a:rPr>
              <a:t> </a:t>
            </a:r>
            <a:r>
              <a:rPr lang="en-US" sz="1200" err="1">
                <a:latin typeface="+mj-lt"/>
                <a:cs typeface="Segoe UI" panose="020B0502040204020203" pitchFamily="34" charset="0"/>
              </a:rPr>
              <a:t>priam</a:t>
            </a:r>
            <a:r>
              <a:rPr lang="en-US" sz="1200">
                <a:latin typeface="+mj-lt"/>
                <a:cs typeface="Segoe UI" panose="020B0502040204020203" pitchFamily="34" charset="0"/>
              </a:rPr>
              <a:t> e </a:t>
            </a:r>
            <a:r>
              <a:rPr lang="en-US" sz="1200" err="1">
                <a:latin typeface="+mj-lt"/>
                <a:cs typeface="Segoe UI" panose="020B0502040204020203" pitchFamily="34" charset="0"/>
              </a:rPr>
              <a:t>durante</a:t>
            </a:r>
            <a:r>
              <a:rPr lang="en-US" sz="1200">
                <a:latin typeface="+mj-lt"/>
                <a:cs typeface="Segoe UI" panose="020B0502040204020203" pitchFamily="34" charset="0"/>
              </a:rPr>
              <a:t> la </a:t>
            </a:r>
            <a:r>
              <a:rPr lang="en-US" sz="1200" err="1">
                <a:latin typeface="+mj-lt"/>
                <a:cs typeface="Segoe UI" panose="020B0502040204020203" pitchFamily="34" charset="0"/>
              </a:rPr>
              <a:t>finestra</a:t>
            </a:r>
            <a:r>
              <a:rPr lang="en-US" sz="1200">
                <a:latin typeface="+mj-lt"/>
                <a:cs typeface="Segoe UI" panose="020B0502040204020203" pitchFamily="34" charset="0"/>
              </a:rPr>
              <a:t> di Mid Year Check – In.</a:t>
            </a:r>
            <a:endParaRPr lang="it-IT" sz="1200">
              <a:latin typeface="+mj-lt"/>
              <a:cs typeface="Segoe UI" panose="020B0502040204020203" pitchFamily="34" charset="0"/>
            </a:endParaRPr>
          </a:p>
        </p:txBody>
      </p:sp>
      <p:sp>
        <p:nvSpPr>
          <p:cNvPr id="9" name="CasellaDiTesto 38">
            <a:extLst>
              <a:ext uri="{FF2B5EF4-FFF2-40B4-BE49-F238E27FC236}">
                <a16:creationId xmlns:a16="http://schemas.microsoft.com/office/drawing/2014/main" id="{D28186D1-B71A-95C9-F0A2-9EC137A9A30A}"/>
              </a:ext>
            </a:extLst>
          </p:cNvPr>
          <p:cNvSpPr txBox="1"/>
          <p:nvPr/>
        </p:nvSpPr>
        <p:spPr>
          <a:xfrm>
            <a:off x="8696680" y="3776870"/>
            <a:ext cx="3066210" cy="461665"/>
          </a:xfrm>
          <a:prstGeom prst="rect">
            <a:avLst/>
          </a:prstGeom>
          <a:noFill/>
          <a:ln>
            <a:solidFill>
              <a:schemeClr val="bg2"/>
            </a:solidFill>
            <a:prstDash val="dash"/>
          </a:ln>
        </p:spPr>
        <p:txBody>
          <a:bodyPr wrap="square">
            <a:spAutoFit/>
          </a:bodyPr>
          <a:lstStyle/>
          <a:p>
            <a:r>
              <a:rPr lang="it-IT" sz="1200" b="1">
                <a:latin typeface="+mj-lt"/>
                <a:cs typeface="Segoe UI" panose="020B0502040204020203" pitchFamily="34" charset="0"/>
              </a:rPr>
              <a:t>«</a:t>
            </a:r>
            <a:r>
              <a:rPr lang="it-IT" sz="1200" b="1" err="1">
                <a:latin typeface="+mj-lt"/>
                <a:cs typeface="Segoe UI" panose="020B0502040204020203" pitchFamily="34" charset="0"/>
              </a:rPr>
              <a:t>Request</a:t>
            </a:r>
            <a:r>
              <a:rPr lang="it-IT" sz="1200" b="1">
                <a:latin typeface="+mj-lt"/>
                <a:cs typeface="Segoe UI" panose="020B0502040204020203" pitchFamily="34" charset="0"/>
              </a:rPr>
              <a:t> Feedback»: </a:t>
            </a:r>
            <a:r>
              <a:rPr lang="it-IT" sz="1200">
                <a:latin typeface="+mj-lt"/>
                <a:cs typeface="Segoe UI" panose="020B0502040204020203" pitchFamily="34" charset="0"/>
              </a:rPr>
              <a:t>puoi trovare tutti i feedback ricevuti dalla persone.</a:t>
            </a:r>
          </a:p>
        </p:txBody>
      </p:sp>
      <p:sp>
        <p:nvSpPr>
          <p:cNvPr id="10" name="CasellaDiTesto 38">
            <a:extLst>
              <a:ext uri="{FF2B5EF4-FFF2-40B4-BE49-F238E27FC236}">
                <a16:creationId xmlns:a16="http://schemas.microsoft.com/office/drawing/2014/main" id="{03088B6D-6606-264E-17FD-8CBA47AC24D1}"/>
              </a:ext>
            </a:extLst>
          </p:cNvPr>
          <p:cNvSpPr txBox="1"/>
          <p:nvPr/>
        </p:nvSpPr>
        <p:spPr>
          <a:xfrm>
            <a:off x="8723848" y="4411888"/>
            <a:ext cx="3066210" cy="646331"/>
          </a:xfrm>
          <a:prstGeom prst="rect">
            <a:avLst/>
          </a:prstGeom>
          <a:noFill/>
          <a:ln>
            <a:solidFill>
              <a:schemeClr val="bg2"/>
            </a:solidFill>
            <a:prstDash val="dash"/>
          </a:ln>
        </p:spPr>
        <p:txBody>
          <a:bodyPr wrap="square">
            <a:spAutoFit/>
          </a:bodyPr>
          <a:lstStyle/>
          <a:p>
            <a:r>
              <a:rPr lang="it-IT" sz="1200" b="1">
                <a:latin typeface="+mj-lt"/>
                <a:cs typeface="Segoe UI" panose="020B0502040204020203" pitchFamily="34" charset="0"/>
              </a:rPr>
              <a:t>«Feedback from Review»: </a:t>
            </a:r>
            <a:r>
              <a:rPr lang="it-IT" sz="1200">
                <a:latin typeface="+mj-lt"/>
                <a:cs typeface="Segoe UI" panose="020B0502040204020203" pitchFamily="34" charset="0"/>
              </a:rPr>
              <a:t>puoi trovare i feedback dati dall’</a:t>
            </a:r>
            <a:r>
              <a:rPr lang="it-IT" sz="1200" err="1">
                <a:latin typeface="+mj-lt"/>
                <a:cs typeface="Segoe UI" panose="020B0502040204020203" pitchFamily="34" charset="0"/>
              </a:rPr>
              <a:t>Additional</a:t>
            </a:r>
            <a:r>
              <a:rPr lang="it-IT" sz="1200">
                <a:latin typeface="+mj-lt"/>
                <a:cs typeface="Segoe UI" panose="020B0502040204020203" pitchFamily="34" charset="0"/>
              </a:rPr>
              <a:t> Manager (se presenti).</a:t>
            </a:r>
          </a:p>
        </p:txBody>
      </p:sp>
      <p:sp>
        <p:nvSpPr>
          <p:cNvPr id="11" name="CasellaDiTesto 38">
            <a:extLst>
              <a:ext uri="{FF2B5EF4-FFF2-40B4-BE49-F238E27FC236}">
                <a16:creationId xmlns:a16="http://schemas.microsoft.com/office/drawing/2014/main" id="{70A2BDC0-F262-16A2-E740-662660F43062}"/>
              </a:ext>
            </a:extLst>
          </p:cNvPr>
          <p:cNvSpPr txBox="1"/>
          <p:nvPr/>
        </p:nvSpPr>
        <p:spPr>
          <a:xfrm>
            <a:off x="8751016" y="5196142"/>
            <a:ext cx="3066210" cy="461665"/>
          </a:xfrm>
          <a:prstGeom prst="rect">
            <a:avLst/>
          </a:prstGeom>
          <a:noFill/>
          <a:ln>
            <a:solidFill>
              <a:schemeClr val="bg2"/>
            </a:solidFill>
            <a:prstDash val="dash"/>
          </a:ln>
        </p:spPr>
        <p:txBody>
          <a:bodyPr wrap="square">
            <a:spAutoFit/>
          </a:bodyPr>
          <a:lstStyle/>
          <a:p>
            <a:r>
              <a:rPr lang="en-US" sz="1200" err="1">
                <a:latin typeface="+mj-lt"/>
                <a:cs typeface="Segoe UI" panose="020B0502040204020203" pitchFamily="34" charset="0"/>
              </a:rPr>
              <a:t>Clicca</a:t>
            </a:r>
            <a:r>
              <a:rPr lang="en-US" sz="1200">
                <a:latin typeface="+mj-lt"/>
                <a:cs typeface="Segoe UI" panose="020B0502040204020203" pitchFamily="34" charset="0"/>
              </a:rPr>
              <a:t> </a:t>
            </a:r>
            <a:r>
              <a:rPr lang="en-US" sz="1200" b="1">
                <a:latin typeface="+mj-lt"/>
                <a:cs typeface="Segoe UI" panose="020B0502040204020203" pitchFamily="34" charset="0"/>
              </a:rPr>
              <a:t>“Next” </a:t>
            </a:r>
            <a:r>
              <a:rPr lang="en-US" sz="1200">
                <a:latin typeface="+mj-lt"/>
                <a:cs typeface="Segoe UI" panose="020B0502040204020203" pitchFamily="34" charset="0"/>
              </a:rPr>
              <a:t>per </a:t>
            </a:r>
            <a:r>
              <a:rPr lang="en-US" sz="1200" err="1">
                <a:latin typeface="+mj-lt"/>
                <a:cs typeface="Segoe UI" panose="020B0502040204020203" pitchFamily="34" charset="0"/>
              </a:rPr>
              <a:t>passare</a:t>
            </a:r>
            <a:r>
              <a:rPr lang="en-US" sz="1200">
                <a:latin typeface="+mj-lt"/>
                <a:cs typeface="Segoe UI" panose="020B0502040204020203" pitchFamily="34" charset="0"/>
              </a:rPr>
              <a:t> </a:t>
            </a:r>
            <a:r>
              <a:rPr lang="en-US" sz="1200" err="1">
                <a:latin typeface="+mj-lt"/>
                <a:cs typeface="Segoe UI" panose="020B0502040204020203" pitchFamily="34" charset="0"/>
              </a:rPr>
              <a:t>alla</a:t>
            </a:r>
            <a:r>
              <a:rPr lang="en-US" sz="1200">
                <a:latin typeface="+mj-lt"/>
                <a:cs typeface="Segoe UI" panose="020B0502040204020203" pitchFamily="34" charset="0"/>
              </a:rPr>
              <a:t> </a:t>
            </a:r>
            <a:r>
              <a:rPr lang="en-US" sz="1200" err="1">
                <a:latin typeface="+mj-lt"/>
                <a:cs typeface="Segoe UI" panose="020B0502040204020203" pitchFamily="34" charset="0"/>
              </a:rPr>
              <a:t>sezione</a:t>
            </a:r>
            <a:r>
              <a:rPr lang="en-US" sz="1200">
                <a:latin typeface="+mj-lt"/>
                <a:cs typeface="Segoe UI" panose="020B0502040204020203" pitchFamily="34" charset="0"/>
              </a:rPr>
              <a:t> successive.</a:t>
            </a:r>
            <a:endParaRPr lang="it-IT" sz="1200" b="1">
              <a:latin typeface="+mj-lt"/>
              <a:cs typeface="Segoe UI" panose="020B0502040204020203" pitchFamily="34" charset="0"/>
            </a:endParaRPr>
          </a:p>
        </p:txBody>
      </p:sp>
      <p:sp>
        <p:nvSpPr>
          <p:cNvPr id="22" name="Ovale 11">
            <a:extLst>
              <a:ext uri="{FF2B5EF4-FFF2-40B4-BE49-F238E27FC236}">
                <a16:creationId xmlns:a16="http://schemas.microsoft.com/office/drawing/2014/main" id="{24A6C8BC-BD2E-AFF5-3EFE-03724B7E07D0}"/>
              </a:ext>
            </a:extLst>
          </p:cNvPr>
          <p:cNvSpPr/>
          <p:nvPr/>
        </p:nvSpPr>
        <p:spPr>
          <a:xfrm>
            <a:off x="8226273" y="3779727"/>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23" name="Ovale 11">
            <a:extLst>
              <a:ext uri="{FF2B5EF4-FFF2-40B4-BE49-F238E27FC236}">
                <a16:creationId xmlns:a16="http://schemas.microsoft.com/office/drawing/2014/main" id="{BDBC9BAF-2131-AA25-7FBA-E439BC51585F}"/>
              </a:ext>
            </a:extLst>
          </p:cNvPr>
          <p:cNvSpPr/>
          <p:nvPr/>
        </p:nvSpPr>
        <p:spPr>
          <a:xfrm>
            <a:off x="8253441" y="4402102"/>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24" name="Ovale 11">
            <a:extLst>
              <a:ext uri="{FF2B5EF4-FFF2-40B4-BE49-F238E27FC236}">
                <a16:creationId xmlns:a16="http://schemas.microsoft.com/office/drawing/2014/main" id="{095D2AD5-D4C7-363D-FCC2-F08F545C4225}"/>
              </a:ext>
            </a:extLst>
          </p:cNvPr>
          <p:cNvSpPr/>
          <p:nvPr/>
        </p:nvSpPr>
        <p:spPr>
          <a:xfrm>
            <a:off x="8253441" y="5196142"/>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5</a:t>
            </a:r>
          </a:p>
        </p:txBody>
      </p:sp>
      <p:pic>
        <p:nvPicPr>
          <p:cNvPr id="26" name="Picture 25">
            <a:extLst>
              <a:ext uri="{FF2B5EF4-FFF2-40B4-BE49-F238E27FC236}">
                <a16:creationId xmlns:a16="http://schemas.microsoft.com/office/drawing/2014/main" id="{F255A65F-82ED-3CDF-09B7-1E5F3A3E290C}"/>
              </a:ext>
            </a:extLst>
          </p:cNvPr>
          <p:cNvPicPr>
            <a:picLocks noChangeAspect="1"/>
          </p:cNvPicPr>
          <p:nvPr/>
        </p:nvPicPr>
        <p:blipFill>
          <a:blip r:embed="rId8"/>
          <a:stretch>
            <a:fillRect/>
          </a:stretch>
        </p:blipFill>
        <p:spPr>
          <a:xfrm>
            <a:off x="881163" y="1513921"/>
            <a:ext cx="5268021" cy="3739354"/>
          </a:xfrm>
          <a:prstGeom prst="rect">
            <a:avLst/>
          </a:prstGeom>
          <a:ln>
            <a:solidFill>
              <a:schemeClr val="accent6"/>
            </a:solidFill>
          </a:ln>
        </p:spPr>
      </p:pic>
      <p:sp>
        <p:nvSpPr>
          <p:cNvPr id="27" name="Rectangle 26">
            <a:extLst>
              <a:ext uri="{FF2B5EF4-FFF2-40B4-BE49-F238E27FC236}">
                <a16:creationId xmlns:a16="http://schemas.microsoft.com/office/drawing/2014/main" id="{302AB18C-A7E4-F07D-98A9-CCED45685BB5}"/>
              </a:ext>
            </a:extLst>
          </p:cNvPr>
          <p:cNvSpPr/>
          <p:nvPr/>
        </p:nvSpPr>
        <p:spPr>
          <a:xfrm>
            <a:off x="881163" y="2542463"/>
            <a:ext cx="857485" cy="19318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E43290CE-38A8-A769-3535-F4D72946C326}"/>
              </a:ext>
            </a:extLst>
          </p:cNvPr>
          <p:cNvSpPr/>
          <p:nvPr/>
        </p:nvSpPr>
        <p:spPr>
          <a:xfrm>
            <a:off x="3184336" y="5028575"/>
            <a:ext cx="621372" cy="20609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FC6F9147-AEFD-4E8D-F7A3-AAD7518C0C9A}"/>
              </a:ext>
            </a:extLst>
          </p:cNvPr>
          <p:cNvSpPr/>
          <p:nvPr/>
        </p:nvSpPr>
        <p:spPr>
          <a:xfrm>
            <a:off x="2780627" y="2263910"/>
            <a:ext cx="825457" cy="20609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1D4FE187-88FB-91FD-FFC1-DEA4F3BC19DE}"/>
              </a:ext>
            </a:extLst>
          </p:cNvPr>
          <p:cNvSpPr/>
          <p:nvPr/>
        </p:nvSpPr>
        <p:spPr>
          <a:xfrm>
            <a:off x="3639448" y="2263910"/>
            <a:ext cx="825457" cy="20609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e 11">
            <a:extLst>
              <a:ext uri="{FF2B5EF4-FFF2-40B4-BE49-F238E27FC236}">
                <a16:creationId xmlns:a16="http://schemas.microsoft.com/office/drawing/2014/main" id="{1940DBD2-B61A-9147-9C16-C3B79F0860A5}"/>
              </a:ext>
            </a:extLst>
          </p:cNvPr>
          <p:cNvSpPr/>
          <p:nvPr/>
        </p:nvSpPr>
        <p:spPr>
          <a:xfrm>
            <a:off x="1603129" y="2366959"/>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20" name="Ovale 11">
            <a:extLst>
              <a:ext uri="{FF2B5EF4-FFF2-40B4-BE49-F238E27FC236}">
                <a16:creationId xmlns:a16="http://schemas.microsoft.com/office/drawing/2014/main" id="{A07BF3EC-1D8D-2EE5-3907-BAF905465A05}"/>
              </a:ext>
            </a:extLst>
          </p:cNvPr>
          <p:cNvSpPr/>
          <p:nvPr/>
        </p:nvSpPr>
        <p:spPr>
          <a:xfrm>
            <a:off x="2583463" y="2039359"/>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32" name="Ovale 11">
            <a:extLst>
              <a:ext uri="{FF2B5EF4-FFF2-40B4-BE49-F238E27FC236}">
                <a16:creationId xmlns:a16="http://schemas.microsoft.com/office/drawing/2014/main" id="{5126517E-6A24-925A-0326-5B74D75B7973}"/>
              </a:ext>
            </a:extLst>
          </p:cNvPr>
          <p:cNvSpPr/>
          <p:nvPr/>
        </p:nvSpPr>
        <p:spPr>
          <a:xfrm>
            <a:off x="4285763" y="2039359"/>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33" name="Ovale 11">
            <a:extLst>
              <a:ext uri="{FF2B5EF4-FFF2-40B4-BE49-F238E27FC236}">
                <a16:creationId xmlns:a16="http://schemas.microsoft.com/office/drawing/2014/main" id="{98C7F842-5ADF-F008-737A-E923CCDDC02D}"/>
              </a:ext>
            </a:extLst>
          </p:cNvPr>
          <p:cNvSpPr/>
          <p:nvPr/>
        </p:nvSpPr>
        <p:spPr>
          <a:xfrm>
            <a:off x="3533312" y="4723752"/>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36" name="Rectangle 35">
            <a:extLst>
              <a:ext uri="{FF2B5EF4-FFF2-40B4-BE49-F238E27FC236}">
                <a16:creationId xmlns:a16="http://schemas.microsoft.com/office/drawing/2014/main" id="{3DBB4A2D-56A4-7AE7-DC11-F1BCFF2F2F34}"/>
              </a:ext>
            </a:extLst>
          </p:cNvPr>
          <p:cNvSpPr/>
          <p:nvPr/>
        </p:nvSpPr>
        <p:spPr>
          <a:xfrm>
            <a:off x="5277135" y="3065899"/>
            <a:ext cx="756618" cy="128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600">
                <a:solidFill>
                  <a:schemeClr val="bg2">
                    <a:lumMod val="50000"/>
                  </a:schemeClr>
                </a:solidFill>
              </a:rPr>
              <a:t>Mario Rossi</a:t>
            </a:r>
          </a:p>
        </p:txBody>
      </p:sp>
      <p:sp>
        <p:nvSpPr>
          <p:cNvPr id="37" name="Rectangle 36">
            <a:extLst>
              <a:ext uri="{FF2B5EF4-FFF2-40B4-BE49-F238E27FC236}">
                <a16:creationId xmlns:a16="http://schemas.microsoft.com/office/drawing/2014/main" id="{FEC4EA8E-B515-2ADC-20B0-5EDD5A40D00F}"/>
              </a:ext>
            </a:extLst>
          </p:cNvPr>
          <p:cNvSpPr/>
          <p:nvPr/>
        </p:nvSpPr>
        <p:spPr>
          <a:xfrm>
            <a:off x="5283575" y="3631853"/>
            <a:ext cx="756618" cy="128828"/>
          </a:xfrm>
          <a:prstGeom prst="rect">
            <a:avLst/>
          </a:prstGeom>
          <a:solidFill>
            <a:srgbClr val="F6F7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600">
                <a:solidFill>
                  <a:schemeClr val="bg2">
                    <a:lumMod val="50000"/>
                  </a:schemeClr>
                </a:solidFill>
              </a:rPr>
              <a:t>Mario Rossi</a:t>
            </a:r>
          </a:p>
        </p:txBody>
      </p:sp>
      <p:sp>
        <p:nvSpPr>
          <p:cNvPr id="38" name="Rectangle 37">
            <a:extLst>
              <a:ext uri="{FF2B5EF4-FFF2-40B4-BE49-F238E27FC236}">
                <a16:creationId xmlns:a16="http://schemas.microsoft.com/office/drawing/2014/main" id="{6C93FB54-3C92-43DE-9497-07AA4DB32A67}"/>
              </a:ext>
            </a:extLst>
          </p:cNvPr>
          <p:cNvSpPr/>
          <p:nvPr/>
        </p:nvSpPr>
        <p:spPr>
          <a:xfrm>
            <a:off x="5277135" y="4197876"/>
            <a:ext cx="756618" cy="128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600">
                <a:solidFill>
                  <a:schemeClr val="bg2">
                    <a:lumMod val="50000"/>
                  </a:schemeClr>
                </a:solidFill>
              </a:rPr>
              <a:t>Mario Rossi</a:t>
            </a:r>
          </a:p>
        </p:txBody>
      </p:sp>
      <p:sp>
        <p:nvSpPr>
          <p:cNvPr id="39" name="Rectangle 38">
            <a:extLst>
              <a:ext uri="{FF2B5EF4-FFF2-40B4-BE49-F238E27FC236}">
                <a16:creationId xmlns:a16="http://schemas.microsoft.com/office/drawing/2014/main" id="{0B5362CB-3087-BFF3-43F4-2FEF5F0618A1}"/>
              </a:ext>
            </a:extLst>
          </p:cNvPr>
          <p:cNvSpPr/>
          <p:nvPr/>
        </p:nvSpPr>
        <p:spPr>
          <a:xfrm>
            <a:off x="1464989" y="1788274"/>
            <a:ext cx="756618" cy="128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40" name="Rectangle 39">
            <a:extLst>
              <a:ext uri="{FF2B5EF4-FFF2-40B4-BE49-F238E27FC236}">
                <a16:creationId xmlns:a16="http://schemas.microsoft.com/office/drawing/2014/main" id="{77327C64-D6B7-AB0E-7C90-5B63B53D191F}"/>
              </a:ext>
            </a:extLst>
          </p:cNvPr>
          <p:cNvSpPr/>
          <p:nvPr/>
        </p:nvSpPr>
        <p:spPr>
          <a:xfrm>
            <a:off x="896527" y="1861116"/>
            <a:ext cx="756618" cy="128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Tree>
    <p:extLst>
      <p:ext uri="{BB962C8B-B14F-4D97-AF65-F5344CB8AC3E}">
        <p14:creationId xmlns:p14="http://schemas.microsoft.com/office/powerpoint/2010/main" val="6175098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B3110-60D4-CF79-CA8E-61D0D4C74F32}"/>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BD4CB8E-AA07-B310-A667-0F96D296A06E}"/>
              </a:ext>
            </a:extLst>
          </p:cNvPr>
          <p:cNvGraphicFramePr>
            <a:graphicFrameLocks noChangeAspect="1"/>
          </p:cNvGraphicFramePr>
          <p:nvPr>
            <p:custDataLst>
              <p:tags r:id="rId1"/>
            </p:custDataLst>
            <p:extLst>
              <p:ext uri="{D42A27DB-BD31-4B8C-83A1-F6EECF244321}">
                <p14:modId xmlns:p14="http://schemas.microsoft.com/office/powerpoint/2010/main" val="26668142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BBD4CB8E-AA07-B310-A667-0F96D296A06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89DE31C6-32DB-7726-ED02-B4EE4D867216}"/>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Self Evaluation (3/5)</a:t>
            </a:r>
          </a:p>
        </p:txBody>
      </p:sp>
      <p:sp>
        <p:nvSpPr>
          <p:cNvPr id="4" name="Segnaposto numero diapositiva 3">
            <a:extLst>
              <a:ext uri="{FF2B5EF4-FFF2-40B4-BE49-F238E27FC236}">
                <a16:creationId xmlns:a16="http://schemas.microsoft.com/office/drawing/2014/main" id="{5E549E35-E923-05BE-BC1E-EE8625653955}"/>
              </a:ext>
            </a:extLst>
          </p:cNvPr>
          <p:cNvSpPr>
            <a:spLocks noGrp="1"/>
          </p:cNvSpPr>
          <p:nvPr>
            <p:ph type="sldNum" sz="quarter" idx="15"/>
          </p:nvPr>
        </p:nvSpPr>
        <p:spPr/>
        <p:txBody>
          <a:bodyPr/>
          <a:lstStyle/>
          <a:p>
            <a:fld id="{98BF7C3C-24CC-6140-8A22-738C44F1CFEB}" type="slidenum">
              <a:rPr lang="it-IT" smtClean="0"/>
              <a:pPr/>
              <a:t>33</a:t>
            </a:fld>
            <a:endParaRPr lang="it-IT"/>
          </a:p>
        </p:txBody>
      </p:sp>
      <p:sp>
        <p:nvSpPr>
          <p:cNvPr id="6" name="Segnaposto testo 5">
            <a:extLst>
              <a:ext uri="{FF2B5EF4-FFF2-40B4-BE49-F238E27FC236}">
                <a16:creationId xmlns:a16="http://schemas.microsoft.com/office/drawing/2014/main" id="{7FEA183C-99B6-AE8C-1204-1FE9A233DBE4}"/>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52A8D995-55B3-F89E-D695-F099E9412386}"/>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6641C41C-63D1-B70A-BD63-2957AF6786F7}"/>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EF3910FF-54C0-47F1-3CF7-44E7A6353F1F}"/>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FA348AEA-5E11-6084-031C-CF7B986A2FEC}"/>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B3FD340F-3E01-270A-121E-34008D9B6BE7}"/>
              </a:ext>
            </a:extLst>
          </p:cNvPr>
          <p:cNvSpPr txBox="1"/>
          <p:nvPr/>
        </p:nvSpPr>
        <p:spPr>
          <a:xfrm>
            <a:off x="8696680" y="1402163"/>
            <a:ext cx="3066210" cy="2308324"/>
          </a:xfrm>
          <a:prstGeom prst="rect">
            <a:avLst/>
          </a:prstGeom>
          <a:noFill/>
          <a:ln>
            <a:solidFill>
              <a:schemeClr val="bg2"/>
            </a:solidFill>
            <a:prstDash val="dash"/>
          </a:ln>
        </p:spPr>
        <p:txBody>
          <a:bodyPr wrap="square">
            <a:spAutoFit/>
          </a:bodyPr>
          <a:lstStyle/>
          <a:p>
            <a:r>
              <a:rPr lang="it-IT" sz="1200">
                <a:latin typeface="+mj-lt"/>
                <a:cs typeface="Segoe UI" panose="020B0502040204020203" pitchFamily="34" charset="0"/>
              </a:rPr>
              <a:t>Nella sezione </a:t>
            </a:r>
            <a:r>
              <a:rPr lang="en-US" sz="1200">
                <a:latin typeface="+mj-lt"/>
                <a:cs typeface="Segoe UI" panose="020B0502040204020203" pitchFamily="34" charset="0"/>
              </a:rPr>
              <a:t>"</a:t>
            </a:r>
            <a:r>
              <a:rPr lang="it-IT" sz="1200" b="1">
                <a:latin typeface="+mj-lt"/>
                <a:cs typeface="Segoe UI" panose="020B0502040204020203" pitchFamily="34" charset="0"/>
              </a:rPr>
              <a:t>Goals</a:t>
            </a:r>
            <a:r>
              <a:rPr lang="it-IT" sz="1200">
                <a:latin typeface="+mj-lt"/>
                <a:cs typeface="Segoe UI" panose="020B0502040204020203" pitchFamily="34" charset="0"/>
              </a:rPr>
              <a:t>" troverai tutti gli obiettivi inseriti durante la fase di Goal Setting. </a:t>
            </a:r>
          </a:p>
          <a:p>
            <a:r>
              <a:rPr lang="en-US" sz="1200">
                <a:latin typeface="+mj-lt"/>
                <a:cs typeface="Segoe UI" panose="020B0502040204020203" pitchFamily="34" charset="0"/>
              </a:rPr>
              <a:t>Durante la Mid-Year Check - In devi:</a:t>
            </a:r>
          </a:p>
          <a:p>
            <a:pPr marL="171450" indent="-171450">
              <a:buFont typeface="Arial" panose="020B0604020202020204" pitchFamily="34" charset="0"/>
              <a:buChar char="•"/>
            </a:pPr>
            <a:r>
              <a:rPr lang="en-US" sz="1200" err="1">
                <a:latin typeface="+mj-lt"/>
                <a:cs typeface="Segoe UI" panose="020B0502040204020203" pitchFamily="34" charset="0"/>
              </a:rPr>
              <a:t>Aggiornare</a:t>
            </a:r>
            <a:r>
              <a:rPr lang="en-US" sz="1200" b="1">
                <a:latin typeface="+mj-lt"/>
                <a:cs typeface="Segoe UI" panose="020B0502040204020203" pitchFamily="34" charset="0"/>
              </a:rPr>
              <a:t> </a:t>
            </a:r>
            <a:r>
              <a:rPr lang="en-US" sz="1200">
                <a:latin typeface="+mj-lt"/>
                <a:cs typeface="Segoe UI" panose="020B0502040204020203" pitchFamily="34" charset="0"/>
              </a:rPr>
              <a:t>il </a:t>
            </a:r>
            <a:r>
              <a:rPr lang="en-US" sz="1200" b="1">
                <a:latin typeface="+mj-lt"/>
                <a:cs typeface="Segoe UI" panose="020B0502040204020203" pitchFamily="34" charset="0"/>
              </a:rPr>
              <a:t>"Status" </a:t>
            </a:r>
            <a:r>
              <a:rPr lang="en-US" sz="1200">
                <a:latin typeface="+mj-lt"/>
                <a:cs typeface="Segoe UI" panose="020B0502040204020203" pitchFamily="34" charset="0"/>
              </a:rPr>
              <a:t>di </a:t>
            </a:r>
            <a:r>
              <a:rPr lang="en-US" sz="1200" err="1">
                <a:latin typeface="+mj-lt"/>
                <a:cs typeface="Segoe UI" panose="020B0502040204020203" pitchFamily="34" charset="0"/>
              </a:rPr>
              <a:t>ogni</a:t>
            </a:r>
            <a:r>
              <a:rPr lang="en-US" sz="1200">
                <a:latin typeface="+mj-lt"/>
                <a:cs typeface="Segoe UI" panose="020B0502040204020203" pitchFamily="34" charset="0"/>
              </a:rPr>
              <a:t> </a:t>
            </a:r>
            <a:r>
              <a:rPr lang="en-US" sz="1200" err="1">
                <a:latin typeface="+mj-lt"/>
                <a:cs typeface="Segoe UI" panose="020B0502040204020203" pitchFamily="34" charset="0"/>
              </a:rPr>
              <a:t>singolo</a:t>
            </a:r>
            <a:r>
              <a:rPr lang="en-US" sz="1200">
                <a:latin typeface="+mj-lt"/>
                <a:cs typeface="Segoe UI" panose="020B0502040204020203" pitchFamily="34" charset="0"/>
              </a:rPr>
              <a:t> </a:t>
            </a:r>
            <a:r>
              <a:rPr lang="en-US" sz="1200" err="1">
                <a:latin typeface="+mj-lt"/>
                <a:cs typeface="Segoe UI" panose="020B0502040204020203" pitchFamily="34" charset="0"/>
              </a:rPr>
              <a:t>obiettivo</a:t>
            </a:r>
            <a:endParaRPr lang="en-US" sz="1200">
              <a:latin typeface="+mj-lt"/>
              <a:cs typeface="Segoe UI" panose="020B0502040204020203" pitchFamily="34" charset="0"/>
            </a:endParaRPr>
          </a:p>
          <a:p>
            <a:pPr marL="171450" indent="-171450">
              <a:buFont typeface="Arial" panose="020B0604020202020204" pitchFamily="34" charset="0"/>
              <a:buChar char="•"/>
            </a:pPr>
            <a:r>
              <a:rPr lang="it-IT" sz="1200">
                <a:latin typeface="+mj-lt"/>
                <a:cs typeface="Segoe UI" panose="020B0502040204020203" pitchFamily="34" charset="0"/>
              </a:rPr>
              <a:t>verificare che la somma di tutti gli obiettivi sia 100%</a:t>
            </a:r>
          </a:p>
          <a:p>
            <a:pPr marL="171450" indent="-171450">
              <a:buFont typeface="Arial" panose="020B0604020202020204" pitchFamily="34" charset="0"/>
              <a:buChar char="•"/>
            </a:pPr>
            <a:r>
              <a:rPr lang="it-IT" sz="1200">
                <a:latin typeface="+mj-lt"/>
                <a:cs typeface="Segoe UI" panose="020B0502040204020203" pitchFamily="34" charset="0"/>
              </a:rPr>
              <a:t>Inserire un commento su ogni obiettivo nella sezione </a:t>
            </a:r>
            <a:r>
              <a:rPr lang="en-US" sz="1200">
                <a:latin typeface="+mj-lt"/>
                <a:cs typeface="Segoe UI" panose="020B0502040204020203" pitchFamily="34" charset="0"/>
              </a:rPr>
              <a:t>"</a:t>
            </a:r>
            <a:r>
              <a:rPr lang="en-US" sz="1200" b="1">
                <a:latin typeface="+mj-lt"/>
                <a:cs typeface="Segoe UI" panose="020B0502040204020203" pitchFamily="34" charset="0"/>
              </a:rPr>
              <a:t>Comment</a:t>
            </a:r>
            <a:r>
              <a:rPr lang="en-US" sz="1200">
                <a:latin typeface="+mj-lt"/>
                <a:cs typeface="Segoe UI" panose="020B0502040204020203" pitchFamily="34" charset="0"/>
              </a:rPr>
              <a:t>" e breve </a:t>
            </a:r>
            <a:r>
              <a:rPr lang="en-US" sz="1200" err="1">
                <a:latin typeface="+mj-lt"/>
                <a:cs typeface="Segoe UI" panose="020B0502040204020203" pitchFamily="34" charset="0"/>
              </a:rPr>
              <a:t>riassunto</a:t>
            </a:r>
            <a:r>
              <a:rPr lang="en-US" sz="1200">
                <a:latin typeface="+mj-lt"/>
                <a:cs typeface="Segoe UI" panose="020B0502040204020203" pitchFamily="34" charset="0"/>
              </a:rPr>
              <a:t> </a:t>
            </a:r>
            <a:r>
              <a:rPr lang="en-US" sz="1200" err="1">
                <a:latin typeface="+mj-lt"/>
                <a:cs typeface="Segoe UI" panose="020B0502040204020203" pitchFamily="34" charset="0"/>
              </a:rPr>
              <a:t>nel</a:t>
            </a:r>
            <a:r>
              <a:rPr lang="en-US" sz="1200">
                <a:latin typeface="+mj-lt"/>
                <a:cs typeface="Segoe UI" panose="020B0502040204020203" pitchFamily="34" charset="0"/>
              </a:rPr>
              <a:t> “</a:t>
            </a:r>
            <a:r>
              <a:rPr lang="en-US" sz="1200" b="1">
                <a:latin typeface="+mj-lt"/>
                <a:cs typeface="Segoe UI" panose="020B0502040204020203" pitchFamily="34" charset="0"/>
              </a:rPr>
              <a:t>Employee Summary</a:t>
            </a:r>
            <a:r>
              <a:rPr lang="en-US" sz="1200">
                <a:latin typeface="+mj-lt"/>
                <a:cs typeface="Segoe UI" panose="020B0502040204020203" pitchFamily="34" charset="0"/>
              </a:rPr>
              <a:t>” </a:t>
            </a:r>
            <a:endParaRPr lang="it-IT" sz="1200">
              <a:latin typeface="+mj-lt"/>
              <a:cs typeface="Segoe UI" panose="020B0502040204020203" pitchFamily="34" charset="0"/>
            </a:endParaRPr>
          </a:p>
        </p:txBody>
      </p:sp>
      <p:sp>
        <p:nvSpPr>
          <p:cNvPr id="16" name="Ovale 11">
            <a:extLst>
              <a:ext uri="{FF2B5EF4-FFF2-40B4-BE49-F238E27FC236}">
                <a16:creationId xmlns:a16="http://schemas.microsoft.com/office/drawing/2014/main" id="{D10A9E79-D6B9-04A7-F007-9E91DC3E24BB}"/>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18" name="Ovale 11">
            <a:extLst>
              <a:ext uri="{FF2B5EF4-FFF2-40B4-BE49-F238E27FC236}">
                <a16:creationId xmlns:a16="http://schemas.microsoft.com/office/drawing/2014/main" id="{D55945DF-0628-43B4-FA72-49AEFB5F8C15}"/>
              </a:ext>
            </a:extLst>
          </p:cNvPr>
          <p:cNvSpPr/>
          <p:nvPr/>
        </p:nvSpPr>
        <p:spPr>
          <a:xfrm>
            <a:off x="8320170" y="381071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pic>
        <p:nvPicPr>
          <p:cNvPr id="34" name="Elemento grafico 36" descr="Utente con riempimento a tinta unita">
            <a:extLst>
              <a:ext uri="{FF2B5EF4-FFF2-40B4-BE49-F238E27FC236}">
                <a16:creationId xmlns:a16="http://schemas.microsoft.com/office/drawing/2014/main" id="{CF9B0A79-7D8D-C07F-E537-5683545AC24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38B86F43-650C-1D19-2D53-B806C2DFA829}"/>
              </a:ext>
            </a:extLst>
          </p:cNvPr>
          <p:cNvSpPr txBox="1"/>
          <p:nvPr/>
        </p:nvSpPr>
        <p:spPr>
          <a:xfrm>
            <a:off x="10403001" y="435276"/>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err="1">
                <a:solidFill>
                  <a:schemeClr val="accent2"/>
                </a:solidFill>
                <a:latin typeface="CocoEng" pitchFamily="50" charset="0"/>
                <a:cs typeface="Segoe UI" panose="020B0502040204020203" pitchFamily="34" charset="0"/>
              </a:rPr>
              <a:t>Employee</a:t>
            </a:r>
            <a:endParaRPr lang="it-IT" sz="1600" b="1">
              <a:solidFill>
                <a:schemeClr val="accent2"/>
              </a:solidFill>
              <a:latin typeface="CocoEng" pitchFamily="50" charset="0"/>
              <a:cs typeface="Segoe UI" panose="020B0502040204020203" pitchFamily="34" charset="0"/>
            </a:endParaRPr>
          </a:p>
        </p:txBody>
      </p:sp>
      <p:pic>
        <p:nvPicPr>
          <p:cNvPr id="21" name="Picture 20">
            <a:extLst>
              <a:ext uri="{FF2B5EF4-FFF2-40B4-BE49-F238E27FC236}">
                <a16:creationId xmlns:a16="http://schemas.microsoft.com/office/drawing/2014/main" id="{C717354C-249F-9394-4F9F-20A26179E157}"/>
              </a:ext>
            </a:extLst>
          </p:cNvPr>
          <p:cNvPicPr>
            <a:picLocks noChangeAspect="1"/>
          </p:cNvPicPr>
          <p:nvPr/>
        </p:nvPicPr>
        <p:blipFill>
          <a:blip r:embed="rId8"/>
          <a:stretch>
            <a:fillRect/>
          </a:stretch>
        </p:blipFill>
        <p:spPr>
          <a:xfrm>
            <a:off x="766294" y="1489123"/>
            <a:ext cx="4768693" cy="3733259"/>
          </a:xfrm>
          <a:prstGeom prst="rect">
            <a:avLst/>
          </a:prstGeom>
          <a:ln>
            <a:solidFill>
              <a:schemeClr val="accent6"/>
            </a:solidFill>
          </a:ln>
        </p:spPr>
      </p:pic>
      <p:pic>
        <p:nvPicPr>
          <p:cNvPr id="31" name="Picture 30">
            <a:extLst>
              <a:ext uri="{FF2B5EF4-FFF2-40B4-BE49-F238E27FC236}">
                <a16:creationId xmlns:a16="http://schemas.microsoft.com/office/drawing/2014/main" id="{CD7BAB89-C631-9D22-B0D9-7DCFBC7B8156}"/>
              </a:ext>
            </a:extLst>
          </p:cNvPr>
          <p:cNvPicPr>
            <a:picLocks noChangeAspect="1"/>
          </p:cNvPicPr>
          <p:nvPr/>
        </p:nvPicPr>
        <p:blipFill>
          <a:blip r:embed="rId9"/>
          <a:srcRect l="2387"/>
          <a:stretch/>
        </p:blipFill>
        <p:spPr>
          <a:xfrm>
            <a:off x="2434110" y="5222382"/>
            <a:ext cx="2966869" cy="1233318"/>
          </a:xfrm>
          <a:prstGeom prst="rect">
            <a:avLst/>
          </a:prstGeom>
          <a:ln>
            <a:solidFill>
              <a:schemeClr val="accent6"/>
            </a:solidFill>
          </a:ln>
        </p:spPr>
      </p:pic>
      <p:sp>
        <p:nvSpPr>
          <p:cNvPr id="40" name="Rectangle 39">
            <a:extLst>
              <a:ext uri="{FF2B5EF4-FFF2-40B4-BE49-F238E27FC236}">
                <a16:creationId xmlns:a16="http://schemas.microsoft.com/office/drawing/2014/main" id="{B2DB90F2-2FA6-2F82-0279-BB9F84053C0C}"/>
              </a:ext>
            </a:extLst>
          </p:cNvPr>
          <p:cNvSpPr/>
          <p:nvPr/>
        </p:nvSpPr>
        <p:spPr>
          <a:xfrm>
            <a:off x="1233171" y="1796702"/>
            <a:ext cx="311090" cy="128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41" name="Rectangle 40">
            <a:extLst>
              <a:ext uri="{FF2B5EF4-FFF2-40B4-BE49-F238E27FC236}">
                <a16:creationId xmlns:a16="http://schemas.microsoft.com/office/drawing/2014/main" id="{41230A30-20EF-5CAC-2AE4-14AF14C0EA3E}"/>
              </a:ext>
            </a:extLst>
          </p:cNvPr>
          <p:cNvSpPr/>
          <p:nvPr/>
        </p:nvSpPr>
        <p:spPr>
          <a:xfrm>
            <a:off x="838574" y="1861116"/>
            <a:ext cx="756618" cy="128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42" name="Rectangle 41">
            <a:extLst>
              <a:ext uri="{FF2B5EF4-FFF2-40B4-BE49-F238E27FC236}">
                <a16:creationId xmlns:a16="http://schemas.microsoft.com/office/drawing/2014/main" id="{E5B67BBE-3450-F96F-5CD2-85C7BAC334D5}"/>
              </a:ext>
            </a:extLst>
          </p:cNvPr>
          <p:cNvSpPr/>
          <p:nvPr/>
        </p:nvSpPr>
        <p:spPr>
          <a:xfrm>
            <a:off x="2901344" y="2097229"/>
            <a:ext cx="756618" cy="128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600">
                <a:solidFill>
                  <a:schemeClr val="bg2">
                    <a:lumMod val="50000"/>
                  </a:schemeClr>
                </a:solidFill>
              </a:rPr>
              <a:t>Goal  # 1</a:t>
            </a:r>
          </a:p>
        </p:txBody>
      </p:sp>
      <p:sp>
        <p:nvSpPr>
          <p:cNvPr id="43" name="Rectangle 42">
            <a:extLst>
              <a:ext uri="{FF2B5EF4-FFF2-40B4-BE49-F238E27FC236}">
                <a16:creationId xmlns:a16="http://schemas.microsoft.com/office/drawing/2014/main" id="{B8477D29-DCD7-55F7-2DFC-F934D8094F7A}"/>
              </a:ext>
            </a:extLst>
          </p:cNvPr>
          <p:cNvSpPr/>
          <p:nvPr/>
        </p:nvSpPr>
        <p:spPr>
          <a:xfrm>
            <a:off x="2901344" y="2511255"/>
            <a:ext cx="1213458" cy="128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600">
                <a:solidFill>
                  <a:schemeClr val="bg2">
                    <a:lumMod val="50000"/>
                  </a:schemeClr>
                </a:solidFill>
              </a:rPr>
              <a:t>KPIs # 1</a:t>
            </a:r>
          </a:p>
        </p:txBody>
      </p:sp>
      <p:sp>
        <p:nvSpPr>
          <p:cNvPr id="44" name="Rectangle 43">
            <a:extLst>
              <a:ext uri="{FF2B5EF4-FFF2-40B4-BE49-F238E27FC236}">
                <a16:creationId xmlns:a16="http://schemas.microsoft.com/office/drawing/2014/main" id="{A95E38E6-9582-0B3D-5CF5-7157099409C2}"/>
              </a:ext>
            </a:extLst>
          </p:cNvPr>
          <p:cNvSpPr/>
          <p:nvPr/>
        </p:nvSpPr>
        <p:spPr>
          <a:xfrm>
            <a:off x="2901344" y="4972795"/>
            <a:ext cx="1464596" cy="128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600">
                <a:solidFill>
                  <a:schemeClr val="bg2">
                    <a:lumMod val="50000"/>
                  </a:schemeClr>
                </a:solidFill>
              </a:rPr>
              <a:t> Goal comment # 1</a:t>
            </a:r>
          </a:p>
        </p:txBody>
      </p:sp>
      <p:sp>
        <p:nvSpPr>
          <p:cNvPr id="45" name="Rectangle 44">
            <a:extLst>
              <a:ext uri="{FF2B5EF4-FFF2-40B4-BE49-F238E27FC236}">
                <a16:creationId xmlns:a16="http://schemas.microsoft.com/office/drawing/2014/main" id="{FF7455B5-33E2-6AB0-C170-ED8F071E6D27}"/>
              </a:ext>
            </a:extLst>
          </p:cNvPr>
          <p:cNvSpPr/>
          <p:nvPr/>
        </p:nvSpPr>
        <p:spPr>
          <a:xfrm>
            <a:off x="2908553" y="5636408"/>
            <a:ext cx="1464596" cy="128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600">
                <a:solidFill>
                  <a:schemeClr val="bg2">
                    <a:lumMod val="50000"/>
                  </a:schemeClr>
                </a:solidFill>
              </a:rPr>
              <a:t>General comment </a:t>
            </a:r>
          </a:p>
        </p:txBody>
      </p:sp>
      <p:sp>
        <p:nvSpPr>
          <p:cNvPr id="46" name="Rectangle 45">
            <a:extLst>
              <a:ext uri="{FF2B5EF4-FFF2-40B4-BE49-F238E27FC236}">
                <a16:creationId xmlns:a16="http://schemas.microsoft.com/office/drawing/2014/main" id="{ED1C01D6-E5FB-419A-44D2-074A1EF8B136}"/>
              </a:ext>
            </a:extLst>
          </p:cNvPr>
          <p:cNvSpPr/>
          <p:nvPr/>
        </p:nvSpPr>
        <p:spPr>
          <a:xfrm>
            <a:off x="838574" y="2575669"/>
            <a:ext cx="857485" cy="19318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46">
            <a:extLst>
              <a:ext uri="{FF2B5EF4-FFF2-40B4-BE49-F238E27FC236}">
                <a16:creationId xmlns:a16="http://schemas.microsoft.com/office/drawing/2014/main" id="{F49108D7-4F79-0FBB-8736-6FE6F4BFEA78}"/>
              </a:ext>
            </a:extLst>
          </p:cNvPr>
          <p:cNvSpPr/>
          <p:nvPr/>
        </p:nvSpPr>
        <p:spPr>
          <a:xfrm>
            <a:off x="2498504" y="3565624"/>
            <a:ext cx="1770844" cy="17385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47">
            <a:extLst>
              <a:ext uri="{FF2B5EF4-FFF2-40B4-BE49-F238E27FC236}">
                <a16:creationId xmlns:a16="http://schemas.microsoft.com/office/drawing/2014/main" id="{FB76BDF2-A68F-2C45-9CDF-5BFB879D09E3}"/>
              </a:ext>
            </a:extLst>
          </p:cNvPr>
          <p:cNvSpPr/>
          <p:nvPr/>
        </p:nvSpPr>
        <p:spPr>
          <a:xfrm>
            <a:off x="2522472" y="4665018"/>
            <a:ext cx="386081" cy="28092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Rectangle 48">
            <a:extLst>
              <a:ext uri="{FF2B5EF4-FFF2-40B4-BE49-F238E27FC236}">
                <a16:creationId xmlns:a16="http://schemas.microsoft.com/office/drawing/2014/main" id="{431E551E-541A-3B5D-9817-D57E1A67C40C}"/>
              </a:ext>
            </a:extLst>
          </p:cNvPr>
          <p:cNvSpPr/>
          <p:nvPr/>
        </p:nvSpPr>
        <p:spPr>
          <a:xfrm>
            <a:off x="2522472" y="5263763"/>
            <a:ext cx="710127" cy="31433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a:extLst>
              <a:ext uri="{FF2B5EF4-FFF2-40B4-BE49-F238E27FC236}">
                <a16:creationId xmlns:a16="http://schemas.microsoft.com/office/drawing/2014/main" id="{7E76A0F5-01BC-0801-D837-FA43048BE49A}"/>
              </a:ext>
            </a:extLst>
          </p:cNvPr>
          <p:cNvSpPr/>
          <p:nvPr/>
        </p:nvSpPr>
        <p:spPr>
          <a:xfrm>
            <a:off x="2888606" y="6252241"/>
            <a:ext cx="440933" cy="21469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2" name="Picture 51">
            <a:extLst>
              <a:ext uri="{FF2B5EF4-FFF2-40B4-BE49-F238E27FC236}">
                <a16:creationId xmlns:a16="http://schemas.microsoft.com/office/drawing/2014/main" id="{65593B5A-C56B-BCEA-4692-9A0D59A0C431}"/>
              </a:ext>
            </a:extLst>
          </p:cNvPr>
          <p:cNvPicPr>
            <a:picLocks noChangeAspect="1"/>
          </p:cNvPicPr>
          <p:nvPr/>
        </p:nvPicPr>
        <p:blipFill>
          <a:blip r:embed="rId10"/>
          <a:srcRect l="3020" r="31867"/>
          <a:stretch/>
        </p:blipFill>
        <p:spPr>
          <a:xfrm>
            <a:off x="5301123" y="2992961"/>
            <a:ext cx="2804384" cy="3338750"/>
          </a:xfrm>
          <a:prstGeom prst="rect">
            <a:avLst/>
          </a:prstGeom>
          <a:ln>
            <a:solidFill>
              <a:schemeClr val="accent6"/>
            </a:solidFill>
          </a:ln>
        </p:spPr>
      </p:pic>
      <p:sp>
        <p:nvSpPr>
          <p:cNvPr id="53" name="Ovale 11">
            <a:extLst>
              <a:ext uri="{FF2B5EF4-FFF2-40B4-BE49-F238E27FC236}">
                <a16:creationId xmlns:a16="http://schemas.microsoft.com/office/drawing/2014/main" id="{7B05C747-44EF-AD7C-DDAF-558A6E85D4FE}"/>
              </a:ext>
            </a:extLst>
          </p:cNvPr>
          <p:cNvSpPr/>
          <p:nvPr/>
        </p:nvSpPr>
        <p:spPr>
          <a:xfrm>
            <a:off x="2011138" y="1533516"/>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54" name="Ovale 11">
            <a:extLst>
              <a:ext uri="{FF2B5EF4-FFF2-40B4-BE49-F238E27FC236}">
                <a16:creationId xmlns:a16="http://schemas.microsoft.com/office/drawing/2014/main" id="{7C33454F-0586-11FA-6D3E-11D477DA6FF5}"/>
              </a:ext>
            </a:extLst>
          </p:cNvPr>
          <p:cNvSpPr/>
          <p:nvPr/>
        </p:nvSpPr>
        <p:spPr>
          <a:xfrm>
            <a:off x="5735638" y="2900206"/>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55" name="CasellaDiTesto 38">
            <a:extLst>
              <a:ext uri="{FF2B5EF4-FFF2-40B4-BE49-F238E27FC236}">
                <a16:creationId xmlns:a16="http://schemas.microsoft.com/office/drawing/2014/main" id="{44758914-2C45-D96E-857F-CF88BB7A1C85}"/>
              </a:ext>
            </a:extLst>
          </p:cNvPr>
          <p:cNvSpPr txBox="1"/>
          <p:nvPr/>
        </p:nvSpPr>
        <p:spPr>
          <a:xfrm>
            <a:off x="8696311" y="3824185"/>
            <a:ext cx="3066210" cy="2862322"/>
          </a:xfrm>
          <a:prstGeom prst="rect">
            <a:avLst/>
          </a:prstGeom>
          <a:noFill/>
          <a:ln>
            <a:solidFill>
              <a:schemeClr val="bg2"/>
            </a:solidFill>
            <a:prstDash val="dash"/>
          </a:ln>
        </p:spPr>
        <p:txBody>
          <a:bodyPr wrap="square">
            <a:spAutoFit/>
          </a:bodyPr>
          <a:lstStyle/>
          <a:p>
            <a:pPr fontAlgn="ctr"/>
            <a:r>
              <a:rPr lang="it-IT" sz="1200">
                <a:latin typeface="+mj-lt"/>
                <a:cs typeface="Segoe UI" panose="020B0502040204020203" pitchFamily="34" charset="0"/>
              </a:rPr>
              <a:t>Se non è stato possibile inserire gli obiettivi durante la finestra di Goal Setting, puoi cliccare </a:t>
            </a:r>
            <a:r>
              <a:rPr lang="en-US" sz="1200">
                <a:latin typeface="+mj-lt"/>
                <a:cs typeface="Segoe UI" panose="020B0502040204020203" pitchFamily="34" charset="0"/>
              </a:rPr>
              <a:t>"</a:t>
            </a:r>
            <a:r>
              <a:rPr lang="it-IT" sz="1200" b="1" err="1">
                <a:latin typeface="+mj-lt"/>
                <a:cs typeface="Segoe UI" panose="020B0502040204020203" pitchFamily="34" charset="0"/>
              </a:rPr>
              <a:t>Add</a:t>
            </a:r>
            <a:r>
              <a:rPr lang="en-US" sz="1200">
                <a:latin typeface="+mj-lt"/>
                <a:cs typeface="Segoe UI" panose="020B0502040204020203" pitchFamily="34" charset="0"/>
              </a:rPr>
              <a:t>" </a:t>
            </a:r>
            <a:r>
              <a:rPr lang="it-IT" sz="1200">
                <a:latin typeface="+mj-lt"/>
                <a:cs typeface="Segoe UI" panose="020B0502040204020203" pitchFamily="34" charset="0"/>
              </a:rPr>
              <a:t>per inserire il nuovo obiettivo e compilare tutti i campi.</a:t>
            </a:r>
            <a:r>
              <a:rPr lang="en-US" sz="1200">
                <a:latin typeface="+mj-lt"/>
                <a:cs typeface="Segoe UI" panose="020B0502040204020203" pitchFamily="34" charset="0"/>
              </a:rPr>
              <a:t> </a:t>
            </a:r>
          </a:p>
          <a:p>
            <a:pPr fontAlgn="ctr"/>
            <a:endParaRPr lang="en-US" sz="1200">
              <a:effectLst/>
              <a:latin typeface="+mj-lt"/>
              <a:cs typeface="Segoe UI" panose="020B0502040204020203" pitchFamily="34" charset="0"/>
            </a:endParaRPr>
          </a:p>
          <a:p>
            <a:r>
              <a:rPr lang="it-IT" sz="1200">
                <a:latin typeface="+mj-lt"/>
                <a:cs typeface="Segoe UI" panose="020B0502040204020203" pitchFamily="34" charset="0"/>
              </a:rPr>
              <a:t>È necessario compilare i seguenti campi:</a:t>
            </a:r>
          </a:p>
          <a:p>
            <a:pPr marL="171450" indent="-171450">
              <a:buFont typeface="Arial" panose="020B0604020202020204" pitchFamily="34" charset="0"/>
              <a:buChar char="•"/>
            </a:pPr>
            <a:r>
              <a:rPr lang="it-IT" sz="1200" err="1">
                <a:latin typeface="+mj-lt"/>
                <a:cs typeface="Segoe UI" panose="020B0502040204020203" pitchFamily="34" charset="0"/>
              </a:rPr>
              <a:t>Category</a:t>
            </a:r>
            <a:r>
              <a:rPr lang="it-IT" sz="1200">
                <a:latin typeface="+mj-lt"/>
                <a:cs typeface="Segoe UI" panose="020B0502040204020203" pitchFamily="34" charset="0"/>
              </a:rPr>
              <a:t> (</a:t>
            </a:r>
            <a:r>
              <a:rPr lang="it-IT" sz="1200" err="1">
                <a:latin typeface="+mj-lt"/>
                <a:cs typeface="Segoe UI" panose="020B0502040204020203" pitchFamily="34" charset="0"/>
              </a:rPr>
              <a:t>Perfomance</a:t>
            </a:r>
            <a:r>
              <a:rPr lang="it-IT" sz="1200">
                <a:latin typeface="+mj-lt"/>
                <a:cs typeface="Segoe UI" panose="020B0502040204020203" pitchFamily="34" charset="0"/>
              </a:rPr>
              <a:t>/Development)</a:t>
            </a:r>
          </a:p>
          <a:p>
            <a:pPr marL="171450" indent="-171450">
              <a:buFont typeface="Arial" panose="020B0604020202020204" pitchFamily="34" charset="0"/>
              <a:buChar char="•"/>
            </a:pPr>
            <a:r>
              <a:rPr lang="it-IT" sz="1200">
                <a:latin typeface="+mj-lt"/>
                <a:cs typeface="Segoe UI" panose="020B0502040204020203" pitchFamily="34" charset="0"/>
              </a:rPr>
              <a:t>Goal (name)</a:t>
            </a:r>
          </a:p>
          <a:p>
            <a:pPr marL="171450" indent="-171450">
              <a:buFont typeface="Arial" panose="020B0604020202020204" pitchFamily="34" charset="0"/>
              <a:buChar char="•"/>
            </a:pPr>
            <a:r>
              <a:rPr lang="it-IT" sz="1200">
                <a:latin typeface="+mj-lt"/>
                <a:cs typeface="Segoe UI" panose="020B0502040204020203" pitchFamily="34" charset="0"/>
              </a:rPr>
              <a:t>KPI/Target</a:t>
            </a:r>
          </a:p>
          <a:p>
            <a:pPr marL="171450" indent="-171450">
              <a:buFont typeface="Arial" panose="020B0604020202020204" pitchFamily="34" charset="0"/>
              <a:buChar char="•"/>
            </a:pPr>
            <a:r>
              <a:rPr lang="it-IT" sz="1200">
                <a:latin typeface="+mj-lt"/>
                <a:cs typeface="Segoe UI" panose="020B0502040204020203" pitchFamily="34" charset="0"/>
              </a:rPr>
              <a:t>Due Date</a:t>
            </a:r>
          </a:p>
          <a:p>
            <a:pPr marL="171450" indent="-171450">
              <a:buFont typeface="Arial" panose="020B0604020202020204" pitchFamily="34" charset="0"/>
              <a:buChar char="•"/>
            </a:pPr>
            <a:r>
              <a:rPr lang="it-IT" sz="1200" err="1">
                <a:latin typeface="+mj-lt"/>
                <a:cs typeface="Segoe UI" panose="020B0502040204020203" pitchFamily="34" charset="0"/>
              </a:rPr>
              <a:t>Organizational</a:t>
            </a:r>
            <a:r>
              <a:rPr lang="it-IT" sz="1200">
                <a:latin typeface="+mj-lt"/>
                <a:cs typeface="Segoe UI" panose="020B0502040204020203" pitchFamily="34" charset="0"/>
              </a:rPr>
              <a:t> </a:t>
            </a:r>
            <a:r>
              <a:rPr lang="it-IT" sz="1200" err="1">
                <a:latin typeface="+mj-lt"/>
                <a:cs typeface="Segoe UI" panose="020B0502040204020203" pitchFamily="34" charset="0"/>
              </a:rPr>
              <a:t>Alignment</a:t>
            </a:r>
            <a:endParaRPr lang="it-IT" sz="1200">
              <a:latin typeface="+mj-lt"/>
              <a:cs typeface="Segoe UI" panose="020B0502040204020203" pitchFamily="34" charset="0"/>
            </a:endParaRPr>
          </a:p>
          <a:p>
            <a:pPr marL="171450" indent="-171450">
              <a:buFont typeface="Arial" panose="020B0604020202020204" pitchFamily="34" charset="0"/>
              <a:buChar char="•"/>
            </a:pPr>
            <a:r>
              <a:rPr lang="it-IT" sz="1200">
                <a:latin typeface="+mj-lt"/>
                <a:cs typeface="Segoe UI" panose="020B0502040204020203" pitchFamily="34" charset="0"/>
              </a:rPr>
              <a:t>Status</a:t>
            </a:r>
          </a:p>
          <a:p>
            <a:pPr marL="171450" indent="-171450">
              <a:buFont typeface="Arial" panose="020B0604020202020204" pitchFamily="34" charset="0"/>
              <a:buChar char="•"/>
            </a:pPr>
            <a:r>
              <a:rPr lang="it-IT" sz="1200" err="1">
                <a:latin typeface="+mj-lt"/>
                <a:cs typeface="Segoe UI" panose="020B0502040204020203" pitchFamily="34" charset="0"/>
              </a:rPr>
              <a:t>Weighting</a:t>
            </a:r>
            <a:endParaRPr lang="it-IT" sz="1200">
              <a:effectLst/>
              <a:latin typeface="+mj-lt"/>
              <a:cs typeface="Segoe UI" panose="020B0502040204020203" pitchFamily="34" charset="0"/>
            </a:endParaRPr>
          </a:p>
        </p:txBody>
      </p:sp>
      <p:sp>
        <p:nvSpPr>
          <p:cNvPr id="56" name="Rectangle 55">
            <a:extLst>
              <a:ext uri="{FF2B5EF4-FFF2-40B4-BE49-F238E27FC236}">
                <a16:creationId xmlns:a16="http://schemas.microsoft.com/office/drawing/2014/main" id="{5A56FAE2-FBF7-C8F2-5375-B3AB920633FB}"/>
              </a:ext>
            </a:extLst>
          </p:cNvPr>
          <p:cNvSpPr/>
          <p:nvPr/>
        </p:nvSpPr>
        <p:spPr>
          <a:xfrm>
            <a:off x="5301123" y="3018763"/>
            <a:ext cx="434515" cy="15587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089236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30D32-3346-285F-BFC6-49AF5488FB9D}"/>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A573C3B-C853-4C42-A765-32985C0A5F30}"/>
              </a:ext>
            </a:extLst>
          </p:cNvPr>
          <p:cNvGraphicFramePr>
            <a:graphicFrameLocks noChangeAspect="1"/>
          </p:cNvGraphicFramePr>
          <p:nvPr>
            <p:custDataLst>
              <p:tags r:id="rId1"/>
            </p:custDataLst>
            <p:extLst>
              <p:ext uri="{D42A27DB-BD31-4B8C-83A1-F6EECF244321}">
                <p14:modId xmlns:p14="http://schemas.microsoft.com/office/powerpoint/2010/main" val="12092100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7A573C3B-C853-4C42-A765-32985C0A5F3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C8017D3B-0D00-1558-435F-DCDB0B384E82}"/>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Self Evaluation (4/5)</a:t>
            </a:r>
          </a:p>
        </p:txBody>
      </p:sp>
      <p:sp>
        <p:nvSpPr>
          <p:cNvPr id="4" name="Segnaposto numero diapositiva 3">
            <a:extLst>
              <a:ext uri="{FF2B5EF4-FFF2-40B4-BE49-F238E27FC236}">
                <a16:creationId xmlns:a16="http://schemas.microsoft.com/office/drawing/2014/main" id="{08C4ACFA-B539-AAC4-0F9C-ADC0438514FC}"/>
              </a:ext>
            </a:extLst>
          </p:cNvPr>
          <p:cNvSpPr>
            <a:spLocks noGrp="1"/>
          </p:cNvSpPr>
          <p:nvPr>
            <p:ph type="sldNum" sz="quarter" idx="15"/>
          </p:nvPr>
        </p:nvSpPr>
        <p:spPr/>
        <p:txBody>
          <a:bodyPr/>
          <a:lstStyle/>
          <a:p>
            <a:fld id="{98BF7C3C-24CC-6140-8A22-738C44F1CFEB}" type="slidenum">
              <a:rPr lang="it-IT" smtClean="0"/>
              <a:pPr/>
              <a:t>34</a:t>
            </a:fld>
            <a:endParaRPr lang="it-IT"/>
          </a:p>
        </p:txBody>
      </p:sp>
      <p:sp>
        <p:nvSpPr>
          <p:cNvPr id="6" name="Segnaposto testo 5">
            <a:extLst>
              <a:ext uri="{FF2B5EF4-FFF2-40B4-BE49-F238E27FC236}">
                <a16:creationId xmlns:a16="http://schemas.microsoft.com/office/drawing/2014/main" id="{B7342803-6EEF-B6B9-976C-A354A1436005}"/>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A40BB2A0-4FF9-D539-2E13-32A8D1F2FBD8}"/>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A234C1B0-56CD-01A8-BB22-873AC7646B44}"/>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2CD38586-43C3-73CF-2774-8111BF72F0CC}"/>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C9ACACF3-9C73-2454-7BA1-1FF5307A3B7A}"/>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772DC266-AC0F-53C8-D989-1D3575AD2B1E}"/>
              </a:ext>
            </a:extLst>
          </p:cNvPr>
          <p:cNvSpPr txBox="1"/>
          <p:nvPr/>
        </p:nvSpPr>
        <p:spPr>
          <a:xfrm>
            <a:off x="8696680" y="1402163"/>
            <a:ext cx="3066210" cy="1015663"/>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Nella </a:t>
            </a:r>
            <a:r>
              <a:rPr lang="en-GB" sz="1200" err="1">
                <a:latin typeface="+mj-lt"/>
                <a:cs typeface="Segoe UI" panose="020B0502040204020203" pitchFamily="34" charset="0"/>
              </a:rPr>
              <a:t>sezione</a:t>
            </a:r>
            <a:r>
              <a:rPr lang="en-GB" sz="1200">
                <a:latin typeface="+mj-lt"/>
                <a:cs typeface="Segoe UI" panose="020B0502040204020203" pitchFamily="34" charset="0"/>
              </a:rPr>
              <a:t> "</a:t>
            </a:r>
            <a:r>
              <a:rPr lang="en-GB" sz="1200" b="1">
                <a:latin typeface="+mj-lt"/>
                <a:cs typeface="Segoe UI" panose="020B0502040204020203" pitchFamily="34" charset="0"/>
              </a:rPr>
              <a:t>Behaviours</a:t>
            </a:r>
            <a:r>
              <a:rPr lang="en-GB" sz="1200">
                <a:latin typeface="+mj-lt"/>
                <a:cs typeface="Segoe UI" panose="020B0502040204020203" pitchFamily="34" charset="0"/>
              </a:rPr>
              <a:t>“ è</a:t>
            </a:r>
            <a:r>
              <a:rPr lang="it-IT" sz="1200">
                <a:latin typeface="+mj-lt"/>
                <a:cs typeface="Segoe UI" panose="020B0502040204020203" pitchFamily="34" charset="0"/>
              </a:rPr>
              <a:t> possibile commentare ogni singolo oggetto nel</a:t>
            </a:r>
            <a:r>
              <a:rPr lang="en-GB" sz="1200">
                <a:latin typeface="+mj-lt"/>
                <a:cs typeface="Segoe UI" panose="020B0502040204020203" pitchFamily="34" charset="0"/>
              </a:rPr>
              <a:t> "</a:t>
            </a:r>
            <a:r>
              <a:rPr lang="en-GB" sz="1200" b="1">
                <a:latin typeface="+mj-lt"/>
                <a:cs typeface="Segoe UI" panose="020B0502040204020203" pitchFamily="34" charset="0"/>
              </a:rPr>
              <a:t>Employee Evaluation</a:t>
            </a:r>
            <a:r>
              <a:rPr lang="en-GB" sz="1200">
                <a:latin typeface="+mj-lt"/>
                <a:cs typeface="Segoe UI" panose="020B0502040204020203" pitchFamily="34" charset="0"/>
              </a:rPr>
              <a:t>" </a:t>
            </a:r>
            <a:r>
              <a:rPr lang="it-IT" sz="1200">
                <a:latin typeface="+mj-lt"/>
                <a:cs typeface="Segoe UI" panose="020B0502040204020203" pitchFamily="34" charset="0"/>
              </a:rPr>
              <a:t>e inserisci un commento generale nel</a:t>
            </a:r>
            <a:r>
              <a:rPr lang="en-GB" sz="1200" b="1">
                <a:latin typeface="+mj-lt"/>
                <a:cs typeface="Segoe UI" panose="020B0502040204020203" pitchFamily="34" charset="0"/>
              </a:rPr>
              <a:t>  "Employee Summary“</a:t>
            </a:r>
            <a:r>
              <a:rPr lang="en-GB" sz="1200">
                <a:latin typeface="+mj-lt"/>
                <a:cs typeface="Segoe UI" panose="020B0502040204020203" pitchFamily="34" charset="0"/>
              </a:rPr>
              <a:t>(</a:t>
            </a:r>
            <a:r>
              <a:rPr lang="en-GB" sz="1200" err="1">
                <a:latin typeface="+mj-lt"/>
                <a:cs typeface="Segoe UI" panose="020B0502040204020203" pitchFamily="34" charset="0"/>
              </a:rPr>
              <a:t>Obbligatorio</a:t>
            </a:r>
            <a:r>
              <a:rPr lang="en-GB" sz="1200">
                <a:latin typeface="+mj-lt"/>
                <a:cs typeface="Segoe UI" panose="020B0502040204020203" pitchFamily="34" charset="0"/>
              </a:rPr>
              <a:t>).</a:t>
            </a:r>
          </a:p>
        </p:txBody>
      </p:sp>
      <p:sp>
        <p:nvSpPr>
          <p:cNvPr id="16" name="Ovale 11">
            <a:extLst>
              <a:ext uri="{FF2B5EF4-FFF2-40B4-BE49-F238E27FC236}">
                <a16:creationId xmlns:a16="http://schemas.microsoft.com/office/drawing/2014/main" id="{22101B46-14AA-97D5-5B8B-06010D9D1359}"/>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18" name="Ovale 11">
            <a:extLst>
              <a:ext uri="{FF2B5EF4-FFF2-40B4-BE49-F238E27FC236}">
                <a16:creationId xmlns:a16="http://schemas.microsoft.com/office/drawing/2014/main" id="{3E79B3F5-8E64-9B97-A6B7-7ED5B452AD20}"/>
              </a:ext>
            </a:extLst>
          </p:cNvPr>
          <p:cNvSpPr/>
          <p:nvPr/>
        </p:nvSpPr>
        <p:spPr>
          <a:xfrm>
            <a:off x="8226273" y="2500983"/>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pic>
        <p:nvPicPr>
          <p:cNvPr id="34" name="Elemento grafico 36" descr="Utente con riempimento a tinta unita">
            <a:extLst>
              <a:ext uri="{FF2B5EF4-FFF2-40B4-BE49-F238E27FC236}">
                <a16:creationId xmlns:a16="http://schemas.microsoft.com/office/drawing/2014/main" id="{1EA06E88-796D-5A51-1AA5-CB9E7A13BB1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F8543A52-6B3E-EB3F-7A56-2091B74B0BE3}"/>
              </a:ext>
            </a:extLst>
          </p:cNvPr>
          <p:cNvSpPr txBox="1"/>
          <p:nvPr/>
        </p:nvSpPr>
        <p:spPr>
          <a:xfrm>
            <a:off x="10403001" y="435276"/>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err="1">
                <a:solidFill>
                  <a:schemeClr val="accent2"/>
                </a:solidFill>
                <a:latin typeface="CocoEng" pitchFamily="50" charset="0"/>
                <a:cs typeface="Segoe UI" panose="020B0502040204020203" pitchFamily="34" charset="0"/>
              </a:rPr>
              <a:t>Employee</a:t>
            </a:r>
            <a:endParaRPr lang="it-IT" sz="1600" b="1">
              <a:solidFill>
                <a:schemeClr val="accent2"/>
              </a:solidFill>
              <a:latin typeface="CocoEng" pitchFamily="50" charset="0"/>
              <a:cs typeface="Segoe UI" panose="020B0502040204020203" pitchFamily="34" charset="0"/>
            </a:endParaRPr>
          </a:p>
        </p:txBody>
      </p:sp>
      <p:sp>
        <p:nvSpPr>
          <p:cNvPr id="55" name="CasellaDiTesto 38">
            <a:extLst>
              <a:ext uri="{FF2B5EF4-FFF2-40B4-BE49-F238E27FC236}">
                <a16:creationId xmlns:a16="http://schemas.microsoft.com/office/drawing/2014/main" id="{F8D0E8FC-3CD7-FAB1-FEC7-8DC3DFA4559F}"/>
              </a:ext>
            </a:extLst>
          </p:cNvPr>
          <p:cNvSpPr txBox="1"/>
          <p:nvPr/>
        </p:nvSpPr>
        <p:spPr>
          <a:xfrm>
            <a:off x="8696680" y="2522012"/>
            <a:ext cx="3066210" cy="461665"/>
          </a:xfrm>
          <a:prstGeom prst="rect">
            <a:avLst/>
          </a:prstGeom>
          <a:noFill/>
          <a:ln>
            <a:solidFill>
              <a:schemeClr val="bg2"/>
            </a:solidFill>
            <a:prstDash val="dash"/>
          </a:ln>
        </p:spPr>
        <p:txBody>
          <a:bodyPr wrap="square">
            <a:spAutoFit/>
          </a:bodyPr>
          <a:lstStyle/>
          <a:p>
            <a:pPr fontAlgn="ctr"/>
            <a:r>
              <a:rPr lang="en-GB" sz="1200" err="1">
                <a:latin typeface="+mj-lt"/>
                <a:cs typeface="Segoe UI" panose="020B0502040204020203" pitchFamily="34" charset="0"/>
              </a:rPr>
              <a:t>Seleziona</a:t>
            </a:r>
            <a:r>
              <a:rPr lang="en-GB" sz="1200">
                <a:latin typeface="+mj-lt"/>
                <a:cs typeface="Segoe UI" panose="020B0502040204020203" pitchFamily="34" charset="0"/>
              </a:rPr>
              <a:t> "</a:t>
            </a:r>
            <a:r>
              <a:rPr lang="en-GB" sz="1200" b="1">
                <a:latin typeface="+mj-lt"/>
                <a:cs typeface="Segoe UI" panose="020B0502040204020203" pitchFamily="34" charset="0"/>
              </a:rPr>
              <a:t>Next</a:t>
            </a:r>
            <a:r>
              <a:rPr lang="en-GB" sz="1200">
                <a:latin typeface="+mj-lt"/>
                <a:cs typeface="Segoe UI" panose="020B0502040204020203" pitchFamily="34" charset="0"/>
              </a:rPr>
              <a:t>" </a:t>
            </a:r>
            <a:r>
              <a:rPr lang="it-IT" sz="1200">
                <a:latin typeface="+mj-lt"/>
                <a:cs typeface="Segoe UI" panose="020B0502040204020203" pitchFamily="34" charset="0"/>
              </a:rPr>
              <a:t>per passare alle altre sezioni.</a:t>
            </a:r>
            <a:endParaRPr lang="en-GB" sz="1200">
              <a:latin typeface="+mj-lt"/>
              <a:cs typeface="Segoe UI" panose="020B0502040204020203" pitchFamily="34" charset="0"/>
            </a:endParaRPr>
          </a:p>
        </p:txBody>
      </p:sp>
      <p:pic>
        <p:nvPicPr>
          <p:cNvPr id="8" name="Picture 7">
            <a:extLst>
              <a:ext uri="{FF2B5EF4-FFF2-40B4-BE49-F238E27FC236}">
                <a16:creationId xmlns:a16="http://schemas.microsoft.com/office/drawing/2014/main" id="{42319C7C-5A6A-1C44-CDA3-2267642E6981}"/>
              </a:ext>
            </a:extLst>
          </p:cNvPr>
          <p:cNvPicPr>
            <a:picLocks noChangeAspect="1"/>
          </p:cNvPicPr>
          <p:nvPr/>
        </p:nvPicPr>
        <p:blipFill>
          <a:blip r:embed="rId8"/>
          <a:stretch>
            <a:fillRect/>
          </a:stretch>
        </p:blipFill>
        <p:spPr>
          <a:xfrm>
            <a:off x="843566" y="1529589"/>
            <a:ext cx="5269019" cy="4471965"/>
          </a:xfrm>
          <a:prstGeom prst="rect">
            <a:avLst/>
          </a:prstGeom>
          <a:ln>
            <a:solidFill>
              <a:schemeClr val="accent6"/>
            </a:solidFill>
          </a:ln>
        </p:spPr>
      </p:pic>
      <p:sp>
        <p:nvSpPr>
          <p:cNvPr id="9" name="Rectangle 8">
            <a:extLst>
              <a:ext uri="{FF2B5EF4-FFF2-40B4-BE49-F238E27FC236}">
                <a16:creationId xmlns:a16="http://schemas.microsoft.com/office/drawing/2014/main" id="{09525786-1B8F-F291-A188-F3C5E0911270}"/>
              </a:ext>
            </a:extLst>
          </p:cNvPr>
          <p:cNvSpPr/>
          <p:nvPr/>
        </p:nvSpPr>
        <p:spPr>
          <a:xfrm>
            <a:off x="1418123" y="1909994"/>
            <a:ext cx="657721" cy="1119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10" name="Rectangle 9">
            <a:extLst>
              <a:ext uri="{FF2B5EF4-FFF2-40B4-BE49-F238E27FC236}">
                <a16:creationId xmlns:a16="http://schemas.microsoft.com/office/drawing/2014/main" id="{66B2EABE-77E2-1E7C-A62C-09AD465BE4AB}"/>
              </a:ext>
            </a:extLst>
          </p:cNvPr>
          <p:cNvSpPr/>
          <p:nvPr/>
        </p:nvSpPr>
        <p:spPr>
          <a:xfrm>
            <a:off x="1518252" y="2018379"/>
            <a:ext cx="592081" cy="661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11" name="Rectangle 10">
            <a:extLst>
              <a:ext uri="{FF2B5EF4-FFF2-40B4-BE49-F238E27FC236}">
                <a16:creationId xmlns:a16="http://schemas.microsoft.com/office/drawing/2014/main" id="{87F06CD3-A624-3B1E-38CF-C269A5C19730}"/>
              </a:ext>
            </a:extLst>
          </p:cNvPr>
          <p:cNvSpPr/>
          <p:nvPr/>
        </p:nvSpPr>
        <p:spPr>
          <a:xfrm>
            <a:off x="921137" y="3239037"/>
            <a:ext cx="857485" cy="19318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E19293BE-F4F1-EED3-C679-0696683A019F}"/>
              </a:ext>
            </a:extLst>
          </p:cNvPr>
          <p:cNvSpPr/>
          <p:nvPr/>
        </p:nvSpPr>
        <p:spPr>
          <a:xfrm>
            <a:off x="3374703" y="5795455"/>
            <a:ext cx="825457" cy="20609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7B185DC0-7290-B6DC-7E94-80C053245473}"/>
              </a:ext>
            </a:extLst>
          </p:cNvPr>
          <p:cNvSpPr/>
          <p:nvPr/>
        </p:nvSpPr>
        <p:spPr>
          <a:xfrm>
            <a:off x="2911395" y="4385709"/>
            <a:ext cx="1551136" cy="75074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e 11">
            <a:extLst>
              <a:ext uri="{FF2B5EF4-FFF2-40B4-BE49-F238E27FC236}">
                <a16:creationId xmlns:a16="http://schemas.microsoft.com/office/drawing/2014/main" id="{27F52D66-96F3-6275-037F-64C1ABBA3C2F}"/>
              </a:ext>
            </a:extLst>
          </p:cNvPr>
          <p:cNvSpPr/>
          <p:nvPr/>
        </p:nvSpPr>
        <p:spPr>
          <a:xfrm>
            <a:off x="1622893" y="3042271"/>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22" name="Ovale 11">
            <a:extLst>
              <a:ext uri="{FF2B5EF4-FFF2-40B4-BE49-F238E27FC236}">
                <a16:creationId xmlns:a16="http://schemas.microsoft.com/office/drawing/2014/main" id="{95E4A829-79D2-C0DA-FD2D-A8EFE4DFD42C}"/>
              </a:ext>
            </a:extLst>
          </p:cNvPr>
          <p:cNvSpPr/>
          <p:nvPr/>
        </p:nvSpPr>
        <p:spPr>
          <a:xfrm>
            <a:off x="3217554" y="5606367"/>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24" name="Rectangle 23">
            <a:extLst>
              <a:ext uri="{FF2B5EF4-FFF2-40B4-BE49-F238E27FC236}">
                <a16:creationId xmlns:a16="http://schemas.microsoft.com/office/drawing/2014/main" id="{B1B3015F-292B-585E-237B-5197EA84D1F9}"/>
              </a:ext>
            </a:extLst>
          </p:cNvPr>
          <p:cNvSpPr/>
          <p:nvPr/>
        </p:nvSpPr>
        <p:spPr>
          <a:xfrm>
            <a:off x="926171" y="2105935"/>
            <a:ext cx="592081" cy="967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Tree>
    <p:extLst>
      <p:ext uri="{BB962C8B-B14F-4D97-AF65-F5344CB8AC3E}">
        <p14:creationId xmlns:p14="http://schemas.microsoft.com/office/powerpoint/2010/main" val="35141340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CCFBC-14BA-9CBD-BD6A-6F0DCB82561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DB21C8E-433C-E094-8FF3-2190E2FE7133}"/>
              </a:ext>
            </a:extLst>
          </p:cNvPr>
          <p:cNvGraphicFramePr>
            <a:graphicFrameLocks noChangeAspect="1"/>
          </p:cNvGraphicFramePr>
          <p:nvPr>
            <p:custDataLst>
              <p:tags r:id="rId1"/>
            </p:custDataLst>
            <p:extLst>
              <p:ext uri="{D42A27DB-BD31-4B8C-83A1-F6EECF244321}">
                <p14:modId xmlns:p14="http://schemas.microsoft.com/office/powerpoint/2010/main" val="517777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1DB21C8E-433C-E094-8FF3-2190E2FE713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DD982C00-D938-026A-AF89-BE7A57745650}"/>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Self Evaluation (5/5)</a:t>
            </a:r>
          </a:p>
        </p:txBody>
      </p:sp>
      <p:sp>
        <p:nvSpPr>
          <p:cNvPr id="4" name="Segnaposto numero diapositiva 3">
            <a:extLst>
              <a:ext uri="{FF2B5EF4-FFF2-40B4-BE49-F238E27FC236}">
                <a16:creationId xmlns:a16="http://schemas.microsoft.com/office/drawing/2014/main" id="{9EEFD61A-434A-3B24-D108-A8019D5E43AB}"/>
              </a:ext>
            </a:extLst>
          </p:cNvPr>
          <p:cNvSpPr>
            <a:spLocks noGrp="1"/>
          </p:cNvSpPr>
          <p:nvPr>
            <p:ph type="sldNum" sz="quarter" idx="15"/>
          </p:nvPr>
        </p:nvSpPr>
        <p:spPr/>
        <p:txBody>
          <a:bodyPr/>
          <a:lstStyle/>
          <a:p>
            <a:fld id="{98BF7C3C-24CC-6140-8A22-738C44F1CFEB}" type="slidenum">
              <a:rPr lang="it-IT" smtClean="0"/>
              <a:pPr/>
              <a:t>35</a:t>
            </a:fld>
            <a:endParaRPr lang="it-IT"/>
          </a:p>
        </p:txBody>
      </p:sp>
      <p:sp>
        <p:nvSpPr>
          <p:cNvPr id="6" name="Segnaposto testo 5">
            <a:extLst>
              <a:ext uri="{FF2B5EF4-FFF2-40B4-BE49-F238E27FC236}">
                <a16:creationId xmlns:a16="http://schemas.microsoft.com/office/drawing/2014/main" id="{54865B32-9C10-0BC1-8154-B7B19E273E03}"/>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D611150C-25FE-4916-6A3A-5AA697AC26DE}"/>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817F1FAC-2D79-3EBF-D31C-FF63560C9E7C}"/>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1CE62C6D-BE7A-5391-3A90-0B3BA9DB7498}"/>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105BB0EA-7509-0462-DBC0-97FDD05C791E}"/>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7603BE11-BE6B-BC79-4467-859C5026BD29}"/>
              </a:ext>
            </a:extLst>
          </p:cNvPr>
          <p:cNvSpPr txBox="1"/>
          <p:nvPr/>
        </p:nvSpPr>
        <p:spPr>
          <a:xfrm>
            <a:off x="8696680" y="1402163"/>
            <a:ext cx="3066210" cy="1015663"/>
          </a:xfrm>
          <a:prstGeom prst="rect">
            <a:avLst/>
          </a:prstGeom>
          <a:noFill/>
          <a:ln>
            <a:solidFill>
              <a:schemeClr val="bg2"/>
            </a:solidFill>
            <a:prstDash val="dash"/>
          </a:ln>
        </p:spPr>
        <p:txBody>
          <a:bodyPr wrap="square">
            <a:spAutoFit/>
          </a:bodyPr>
          <a:lstStyle/>
          <a:p>
            <a:r>
              <a:rPr lang="en-GB" sz="1200" err="1">
                <a:latin typeface="+mj-lt"/>
                <a:cs typeface="Segoe UI" panose="020B0502040204020203" pitchFamily="34" charset="0"/>
              </a:rPr>
              <a:t>Nel“</a:t>
            </a:r>
            <a:r>
              <a:rPr lang="en-GB" sz="1200" b="1" err="1">
                <a:latin typeface="+mj-lt"/>
                <a:cs typeface="Segoe UI" panose="020B0502040204020203" pitchFamily="34" charset="0"/>
              </a:rPr>
              <a:t>Supporting</a:t>
            </a:r>
            <a:r>
              <a:rPr lang="en-GB" sz="1200" b="1">
                <a:latin typeface="+mj-lt"/>
                <a:cs typeface="Segoe UI" panose="020B0502040204020203" pitchFamily="34" charset="0"/>
              </a:rPr>
              <a:t> Documents</a:t>
            </a:r>
            <a:r>
              <a:rPr lang="en-GB" sz="1200">
                <a:latin typeface="+mj-lt"/>
                <a:cs typeface="Segoe UI" panose="020B0502040204020203" pitchFamily="34" charset="0"/>
              </a:rPr>
              <a:t>”</a:t>
            </a:r>
            <a:r>
              <a:rPr lang="it-IT" sz="1200">
                <a:latin typeface="+mj-lt"/>
                <a:cs typeface="Segoe UI" panose="020B0502040204020203" pitchFamily="34" charset="0"/>
              </a:rPr>
              <a:t>, se necessario, puoi caricare un documento a supporto della tua valutazione e fornire un commento a riguardo.</a:t>
            </a:r>
            <a:endParaRPr lang="en-GB" sz="1200">
              <a:latin typeface="+mj-lt"/>
              <a:cs typeface="Segoe UI" panose="020B0502040204020203" pitchFamily="34" charset="0"/>
            </a:endParaRPr>
          </a:p>
        </p:txBody>
      </p:sp>
      <p:sp>
        <p:nvSpPr>
          <p:cNvPr id="16" name="Ovale 11">
            <a:extLst>
              <a:ext uri="{FF2B5EF4-FFF2-40B4-BE49-F238E27FC236}">
                <a16:creationId xmlns:a16="http://schemas.microsoft.com/office/drawing/2014/main" id="{6B05EC5B-890F-285B-E2B6-8854E50B38E9}"/>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18" name="Ovale 11">
            <a:extLst>
              <a:ext uri="{FF2B5EF4-FFF2-40B4-BE49-F238E27FC236}">
                <a16:creationId xmlns:a16="http://schemas.microsoft.com/office/drawing/2014/main" id="{F227CB1C-2FAA-7F4A-3D6E-D68974A456DF}"/>
              </a:ext>
            </a:extLst>
          </p:cNvPr>
          <p:cNvSpPr/>
          <p:nvPr/>
        </p:nvSpPr>
        <p:spPr>
          <a:xfrm>
            <a:off x="8226273" y="2467045"/>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pic>
        <p:nvPicPr>
          <p:cNvPr id="34" name="Elemento grafico 36" descr="Utente con riempimento a tinta unita">
            <a:extLst>
              <a:ext uri="{FF2B5EF4-FFF2-40B4-BE49-F238E27FC236}">
                <a16:creationId xmlns:a16="http://schemas.microsoft.com/office/drawing/2014/main" id="{DC7043A2-FEA3-37EB-C543-4A22CCAC144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F8D90004-3E1D-5245-D67F-BCA958699EB5}"/>
              </a:ext>
            </a:extLst>
          </p:cNvPr>
          <p:cNvSpPr txBox="1"/>
          <p:nvPr/>
        </p:nvSpPr>
        <p:spPr>
          <a:xfrm>
            <a:off x="10403001" y="435276"/>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err="1">
                <a:solidFill>
                  <a:schemeClr val="accent2"/>
                </a:solidFill>
                <a:latin typeface="CocoEng" pitchFamily="50" charset="0"/>
                <a:cs typeface="Segoe UI" panose="020B0502040204020203" pitchFamily="34" charset="0"/>
              </a:rPr>
              <a:t>Employee</a:t>
            </a:r>
            <a:endParaRPr lang="it-IT" sz="1600" b="1">
              <a:solidFill>
                <a:schemeClr val="accent2"/>
              </a:solidFill>
              <a:latin typeface="CocoEng" pitchFamily="50" charset="0"/>
              <a:cs typeface="Segoe UI" panose="020B0502040204020203" pitchFamily="34" charset="0"/>
            </a:endParaRPr>
          </a:p>
        </p:txBody>
      </p:sp>
      <p:sp>
        <p:nvSpPr>
          <p:cNvPr id="55" name="CasellaDiTesto 38">
            <a:extLst>
              <a:ext uri="{FF2B5EF4-FFF2-40B4-BE49-F238E27FC236}">
                <a16:creationId xmlns:a16="http://schemas.microsoft.com/office/drawing/2014/main" id="{E9B38AED-5FB2-A80A-7F40-8DD6C850067E}"/>
              </a:ext>
            </a:extLst>
          </p:cNvPr>
          <p:cNvSpPr txBox="1"/>
          <p:nvPr/>
        </p:nvSpPr>
        <p:spPr>
          <a:xfrm>
            <a:off x="8696680" y="2508546"/>
            <a:ext cx="3066210" cy="276999"/>
          </a:xfrm>
          <a:prstGeom prst="rect">
            <a:avLst/>
          </a:prstGeom>
          <a:noFill/>
          <a:ln>
            <a:solidFill>
              <a:schemeClr val="bg2"/>
            </a:solidFill>
            <a:prstDash val="dash"/>
          </a:ln>
        </p:spPr>
        <p:txBody>
          <a:bodyPr wrap="square">
            <a:spAutoFit/>
          </a:bodyPr>
          <a:lstStyle/>
          <a:p>
            <a:pPr fontAlgn="ctr"/>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b="1">
                <a:latin typeface="+mj-lt"/>
                <a:cs typeface="Segoe UI" panose="020B0502040204020203" pitchFamily="34" charset="0"/>
              </a:rPr>
              <a:t>Next</a:t>
            </a:r>
            <a:r>
              <a:rPr lang="en-GB" sz="1200">
                <a:latin typeface="+mj-lt"/>
                <a:cs typeface="Segoe UI" panose="020B0502040204020203" pitchFamily="34" charset="0"/>
              </a:rPr>
              <a:t>” per </a:t>
            </a:r>
            <a:r>
              <a:rPr lang="en-GB" sz="1200" err="1">
                <a:latin typeface="+mj-lt"/>
                <a:cs typeface="Segoe UI" panose="020B0502040204020203" pitchFamily="34" charset="0"/>
              </a:rPr>
              <a:t>continuare</a:t>
            </a:r>
            <a:r>
              <a:rPr lang="en-GB" sz="1200">
                <a:latin typeface="+mj-lt"/>
                <a:cs typeface="Segoe UI" panose="020B0502040204020203" pitchFamily="34" charset="0"/>
              </a:rPr>
              <a:t>.</a:t>
            </a:r>
          </a:p>
        </p:txBody>
      </p:sp>
      <p:sp>
        <p:nvSpPr>
          <p:cNvPr id="9" name="Rectangle 8">
            <a:extLst>
              <a:ext uri="{FF2B5EF4-FFF2-40B4-BE49-F238E27FC236}">
                <a16:creationId xmlns:a16="http://schemas.microsoft.com/office/drawing/2014/main" id="{9F8B9D14-7F9B-16C8-3E88-91DC7C07ADEF}"/>
              </a:ext>
            </a:extLst>
          </p:cNvPr>
          <p:cNvSpPr/>
          <p:nvPr/>
        </p:nvSpPr>
        <p:spPr>
          <a:xfrm>
            <a:off x="1418123" y="1909994"/>
            <a:ext cx="657721" cy="1119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10" name="Rectangle 9">
            <a:extLst>
              <a:ext uri="{FF2B5EF4-FFF2-40B4-BE49-F238E27FC236}">
                <a16:creationId xmlns:a16="http://schemas.microsoft.com/office/drawing/2014/main" id="{D65E5465-6840-3806-691B-714445F42E3C}"/>
              </a:ext>
            </a:extLst>
          </p:cNvPr>
          <p:cNvSpPr/>
          <p:nvPr/>
        </p:nvSpPr>
        <p:spPr>
          <a:xfrm>
            <a:off x="912802" y="2032160"/>
            <a:ext cx="657721" cy="1119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11" name="Rectangle 10">
            <a:extLst>
              <a:ext uri="{FF2B5EF4-FFF2-40B4-BE49-F238E27FC236}">
                <a16:creationId xmlns:a16="http://schemas.microsoft.com/office/drawing/2014/main" id="{5D5B0EC8-42E8-EF95-B5A7-2EA9AEEE4870}"/>
              </a:ext>
            </a:extLst>
          </p:cNvPr>
          <p:cNvSpPr/>
          <p:nvPr/>
        </p:nvSpPr>
        <p:spPr>
          <a:xfrm>
            <a:off x="843566" y="2942943"/>
            <a:ext cx="857485" cy="19318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91297C44-1353-AF17-68DA-70A30D85B616}"/>
              </a:ext>
            </a:extLst>
          </p:cNvPr>
          <p:cNvSpPr/>
          <p:nvPr/>
        </p:nvSpPr>
        <p:spPr>
          <a:xfrm>
            <a:off x="2576543" y="3964333"/>
            <a:ext cx="1551136" cy="75074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e 11">
            <a:extLst>
              <a:ext uri="{FF2B5EF4-FFF2-40B4-BE49-F238E27FC236}">
                <a16:creationId xmlns:a16="http://schemas.microsoft.com/office/drawing/2014/main" id="{664686D6-C8E3-7DFB-ED19-A43261DACA7E}"/>
              </a:ext>
            </a:extLst>
          </p:cNvPr>
          <p:cNvSpPr/>
          <p:nvPr/>
        </p:nvSpPr>
        <p:spPr>
          <a:xfrm>
            <a:off x="1545322" y="2746177"/>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pic>
        <p:nvPicPr>
          <p:cNvPr id="21" name="Picture 20">
            <a:extLst>
              <a:ext uri="{FF2B5EF4-FFF2-40B4-BE49-F238E27FC236}">
                <a16:creationId xmlns:a16="http://schemas.microsoft.com/office/drawing/2014/main" id="{14D909EA-5C6C-3B59-4FB1-A2E6CC1B848E}"/>
              </a:ext>
            </a:extLst>
          </p:cNvPr>
          <p:cNvPicPr>
            <a:picLocks noChangeAspect="1"/>
          </p:cNvPicPr>
          <p:nvPr/>
        </p:nvPicPr>
        <p:blipFill>
          <a:blip r:embed="rId8"/>
          <a:srcRect r="12658"/>
          <a:stretch/>
        </p:blipFill>
        <p:spPr>
          <a:xfrm>
            <a:off x="794927" y="1529591"/>
            <a:ext cx="4126826" cy="3834638"/>
          </a:xfrm>
          <a:prstGeom prst="rect">
            <a:avLst/>
          </a:prstGeom>
          <a:ln>
            <a:solidFill>
              <a:schemeClr val="accent6"/>
            </a:solidFill>
          </a:ln>
        </p:spPr>
      </p:pic>
      <p:sp>
        <p:nvSpPr>
          <p:cNvPr id="23" name="Rectangle 22">
            <a:extLst>
              <a:ext uri="{FF2B5EF4-FFF2-40B4-BE49-F238E27FC236}">
                <a16:creationId xmlns:a16="http://schemas.microsoft.com/office/drawing/2014/main" id="{E6626740-C72F-9749-1BCB-B0DD7F552CB1}"/>
              </a:ext>
            </a:extLst>
          </p:cNvPr>
          <p:cNvSpPr/>
          <p:nvPr/>
        </p:nvSpPr>
        <p:spPr>
          <a:xfrm>
            <a:off x="1352619" y="1875927"/>
            <a:ext cx="652892" cy="2116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24" name="Rectangle 23">
            <a:extLst>
              <a:ext uri="{FF2B5EF4-FFF2-40B4-BE49-F238E27FC236}">
                <a16:creationId xmlns:a16="http://schemas.microsoft.com/office/drawing/2014/main" id="{7103BE82-AC6F-5FBE-5590-DCB52B9C2705}"/>
              </a:ext>
            </a:extLst>
          </p:cNvPr>
          <p:cNvSpPr/>
          <p:nvPr/>
        </p:nvSpPr>
        <p:spPr>
          <a:xfrm>
            <a:off x="843566" y="2088153"/>
            <a:ext cx="592081" cy="661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25" name="Rectangle 24">
            <a:extLst>
              <a:ext uri="{FF2B5EF4-FFF2-40B4-BE49-F238E27FC236}">
                <a16:creationId xmlns:a16="http://schemas.microsoft.com/office/drawing/2014/main" id="{D0308EE6-1B3F-AE53-61D4-417455519DA9}"/>
              </a:ext>
            </a:extLst>
          </p:cNvPr>
          <p:cNvSpPr/>
          <p:nvPr/>
        </p:nvSpPr>
        <p:spPr>
          <a:xfrm>
            <a:off x="804717" y="3155969"/>
            <a:ext cx="1438296" cy="19318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e 11">
            <a:extLst>
              <a:ext uri="{FF2B5EF4-FFF2-40B4-BE49-F238E27FC236}">
                <a16:creationId xmlns:a16="http://schemas.microsoft.com/office/drawing/2014/main" id="{0CB2571B-46A4-0965-FF68-399B072A8177}"/>
              </a:ext>
            </a:extLst>
          </p:cNvPr>
          <p:cNvSpPr/>
          <p:nvPr/>
        </p:nvSpPr>
        <p:spPr>
          <a:xfrm>
            <a:off x="1997529" y="2992169"/>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27" name="Rectangle 26">
            <a:extLst>
              <a:ext uri="{FF2B5EF4-FFF2-40B4-BE49-F238E27FC236}">
                <a16:creationId xmlns:a16="http://schemas.microsoft.com/office/drawing/2014/main" id="{C16EF4F9-4418-75D5-7881-2778732668C9}"/>
              </a:ext>
            </a:extLst>
          </p:cNvPr>
          <p:cNvSpPr/>
          <p:nvPr/>
        </p:nvSpPr>
        <p:spPr>
          <a:xfrm>
            <a:off x="2970941" y="5132880"/>
            <a:ext cx="682195" cy="20609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e 11">
            <a:extLst>
              <a:ext uri="{FF2B5EF4-FFF2-40B4-BE49-F238E27FC236}">
                <a16:creationId xmlns:a16="http://schemas.microsoft.com/office/drawing/2014/main" id="{39B008FA-3551-0F38-9DBB-97BAE0FFFFB3}"/>
              </a:ext>
            </a:extLst>
          </p:cNvPr>
          <p:cNvSpPr/>
          <p:nvPr/>
        </p:nvSpPr>
        <p:spPr>
          <a:xfrm>
            <a:off x="3629823" y="4858063"/>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pic>
        <p:nvPicPr>
          <p:cNvPr id="30" name="Picture 29">
            <a:extLst>
              <a:ext uri="{FF2B5EF4-FFF2-40B4-BE49-F238E27FC236}">
                <a16:creationId xmlns:a16="http://schemas.microsoft.com/office/drawing/2014/main" id="{8AFD939B-AAE2-383B-DA3E-72E8D05E1191}"/>
              </a:ext>
            </a:extLst>
          </p:cNvPr>
          <p:cNvPicPr>
            <a:picLocks noChangeAspect="1"/>
          </p:cNvPicPr>
          <p:nvPr/>
        </p:nvPicPr>
        <p:blipFill>
          <a:blip r:embed="rId9"/>
          <a:srcRect l="1866"/>
          <a:stretch/>
        </p:blipFill>
        <p:spPr>
          <a:xfrm>
            <a:off x="4493211" y="1532275"/>
            <a:ext cx="3579492" cy="4225726"/>
          </a:xfrm>
          <a:prstGeom prst="rect">
            <a:avLst/>
          </a:prstGeom>
          <a:ln>
            <a:solidFill>
              <a:schemeClr val="accent6"/>
            </a:solidFill>
          </a:ln>
        </p:spPr>
      </p:pic>
      <p:sp>
        <p:nvSpPr>
          <p:cNvPr id="31" name="Rectangle 30">
            <a:extLst>
              <a:ext uri="{FF2B5EF4-FFF2-40B4-BE49-F238E27FC236}">
                <a16:creationId xmlns:a16="http://schemas.microsoft.com/office/drawing/2014/main" id="{23B150CB-A57E-E4C8-C85A-69396CA22968}"/>
              </a:ext>
            </a:extLst>
          </p:cNvPr>
          <p:cNvSpPr/>
          <p:nvPr/>
        </p:nvSpPr>
        <p:spPr>
          <a:xfrm>
            <a:off x="5097251" y="1947230"/>
            <a:ext cx="860774" cy="2426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32" name="Rectangle 31">
            <a:extLst>
              <a:ext uri="{FF2B5EF4-FFF2-40B4-BE49-F238E27FC236}">
                <a16:creationId xmlns:a16="http://schemas.microsoft.com/office/drawing/2014/main" id="{9DB1BC37-119B-A483-0572-9B04E09BB4E6}"/>
              </a:ext>
            </a:extLst>
          </p:cNvPr>
          <p:cNvSpPr/>
          <p:nvPr/>
        </p:nvSpPr>
        <p:spPr>
          <a:xfrm>
            <a:off x="4493211" y="2113268"/>
            <a:ext cx="640436" cy="870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33" name="Rectangle 32">
            <a:extLst>
              <a:ext uri="{FF2B5EF4-FFF2-40B4-BE49-F238E27FC236}">
                <a16:creationId xmlns:a16="http://schemas.microsoft.com/office/drawing/2014/main" id="{BADCDD19-357E-DA34-83AB-C28B636B696B}"/>
              </a:ext>
            </a:extLst>
          </p:cNvPr>
          <p:cNvSpPr/>
          <p:nvPr/>
        </p:nvSpPr>
        <p:spPr>
          <a:xfrm>
            <a:off x="4531556" y="3574498"/>
            <a:ext cx="1084205" cy="1647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1450BE8B-9DEC-6030-ECF4-F740B976F2FA}"/>
              </a:ext>
            </a:extLst>
          </p:cNvPr>
          <p:cNvSpPr/>
          <p:nvPr/>
        </p:nvSpPr>
        <p:spPr>
          <a:xfrm>
            <a:off x="828668" y="2008589"/>
            <a:ext cx="405395" cy="987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17" name="Rectangle 16">
            <a:extLst>
              <a:ext uri="{FF2B5EF4-FFF2-40B4-BE49-F238E27FC236}">
                <a16:creationId xmlns:a16="http://schemas.microsoft.com/office/drawing/2014/main" id="{7B35B45C-56C9-5A7A-642B-3F78580B4A95}"/>
              </a:ext>
            </a:extLst>
          </p:cNvPr>
          <p:cNvSpPr/>
          <p:nvPr/>
        </p:nvSpPr>
        <p:spPr>
          <a:xfrm>
            <a:off x="4790304" y="2355153"/>
            <a:ext cx="825457" cy="2060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D968CC56-859D-FEB6-3612-7F86FDD94CF2}"/>
              </a:ext>
            </a:extLst>
          </p:cNvPr>
          <p:cNvSpPr/>
          <p:nvPr/>
        </p:nvSpPr>
        <p:spPr>
          <a:xfrm>
            <a:off x="4550644" y="2053953"/>
            <a:ext cx="860774" cy="859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600">
              <a:solidFill>
                <a:schemeClr val="bg2">
                  <a:lumMod val="50000"/>
                </a:schemeClr>
              </a:solidFill>
            </a:endParaRPr>
          </a:p>
        </p:txBody>
      </p:sp>
      <p:sp>
        <p:nvSpPr>
          <p:cNvPr id="22" name="Ovale 11">
            <a:extLst>
              <a:ext uri="{FF2B5EF4-FFF2-40B4-BE49-F238E27FC236}">
                <a16:creationId xmlns:a16="http://schemas.microsoft.com/office/drawing/2014/main" id="{4EB744E6-1201-8D6C-64D0-FC8055FB61D8}"/>
              </a:ext>
            </a:extLst>
          </p:cNvPr>
          <p:cNvSpPr/>
          <p:nvPr/>
        </p:nvSpPr>
        <p:spPr>
          <a:xfrm>
            <a:off x="5527638" y="3474831"/>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41" name="Ovale 11">
            <a:extLst>
              <a:ext uri="{FF2B5EF4-FFF2-40B4-BE49-F238E27FC236}">
                <a16:creationId xmlns:a16="http://schemas.microsoft.com/office/drawing/2014/main" id="{1213BF83-E0CE-3A5D-3846-A5163B7DD374}"/>
              </a:ext>
            </a:extLst>
          </p:cNvPr>
          <p:cNvSpPr/>
          <p:nvPr/>
        </p:nvSpPr>
        <p:spPr>
          <a:xfrm>
            <a:off x="6770167" y="5235929"/>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37" name="Rectangle 36">
            <a:extLst>
              <a:ext uri="{FF2B5EF4-FFF2-40B4-BE49-F238E27FC236}">
                <a16:creationId xmlns:a16="http://schemas.microsoft.com/office/drawing/2014/main" id="{E79FB05F-36F8-6F21-0FE0-813D69113150}"/>
              </a:ext>
            </a:extLst>
          </p:cNvPr>
          <p:cNvSpPr/>
          <p:nvPr/>
        </p:nvSpPr>
        <p:spPr>
          <a:xfrm>
            <a:off x="6209895" y="5399729"/>
            <a:ext cx="737005" cy="3582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CasellaDiTesto 38">
            <a:extLst>
              <a:ext uri="{FF2B5EF4-FFF2-40B4-BE49-F238E27FC236}">
                <a16:creationId xmlns:a16="http://schemas.microsoft.com/office/drawing/2014/main" id="{22886D4A-7F43-6907-8EA8-3FADAB3E13EB}"/>
              </a:ext>
            </a:extLst>
          </p:cNvPr>
          <p:cNvSpPr txBox="1"/>
          <p:nvPr/>
        </p:nvSpPr>
        <p:spPr>
          <a:xfrm>
            <a:off x="8696680" y="2887768"/>
            <a:ext cx="3066210" cy="646331"/>
          </a:xfrm>
          <a:prstGeom prst="rect">
            <a:avLst/>
          </a:prstGeom>
          <a:noFill/>
          <a:ln>
            <a:solidFill>
              <a:schemeClr val="bg2"/>
            </a:solidFill>
            <a:prstDash val="dash"/>
          </a:ln>
        </p:spPr>
        <p:txBody>
          <a:bodyPr wrap="square">
            <a:spAutoFit/>
          </a:bodyPr>
          <a:lstStyle/>
          <a:p>
            <a:r>
              <a:rPr lang="en-GB" sz="1200" err="1">
                <a:latin typeface="+mj-lt"/>
                <a:cs typeface="Segoe UI" panose="020B0502040204020203" pitchFamily="34" charset="0"/>
              </a:rPr>
              <a:t>L'ultima</a:t>
            </a:r>
            <a:r>
              <a:rPr lang="en-GB" sz="1200">
                <a:latin typeface="+mj-lt"/>
                <a:cs typeface="Segoe UI" panose="020B0502040204020203" pitchFamily="34" charset="0"/>
              </a:rPr>
              <a:t> </a:t>
            </a:r>
            <a:r>
              <a:rPr lang="en-GB" sz="1200" err="1">
                <a:latin typeface="+mj-lt"/>
                <a:cs typeface="Segoe UI" panose="020B0502040204020203" pitchFamily="34" charset="0"/>
              </a:rPr>
              <a:t>sezione</a:t>
            </a:r>
            <a:r>
              <a:rPr lang="en-GB" sz="1200" b="1" err="1">
                <a:latin typeface="+mj-lt"/>
                <a:cs typeface="Segoe UI" panose="020B0502040204020203" pitchFamily="34" charset="0"/>
              </a:rPr>
              <a:t>"Review</a:t>
            </a:r>
            <a:r>
              <a:rPr lang="en-GB" sz="1200" b="1">
                <a:latin typeface="+mj-lt"/>
                <a:cs typeface="Segoe UI" panose="020B0502040204020203" pitchFamily="34" charset="0"/>
              </a:rPr>
              <a:t> and Submit</a:t>
            </a:r>
            <a:r>
              <a:rPr lang="en-GB" sz="1200">
                <a:latin typeface="+mj-lt"/>
                <a:cs typeface="Segoe UI" panose="020B0502040204020203" pitchFamily="34" charset="0"/>
              </a:rPr>
              <a:t>" </a:t>
            </a:r>
            <a:r>
              <a:rPr lang="it-IT" sz="1200">
                <a:latin typeface="+mj-lt"/>
                <a:cs typeface="Segoe UI" panose="020B0502040204020203" pitchFamily="34" charset="0"/>
              </a:rPr>
              <a:t>riepiloga tutte le modifiche apportate nelle schede precedenti.</a:t>
            </a:r>
            <a:endParaRPr lang="en-GB" sz="1200">
              <a:latin typeface="+mj-lt"/>
              <a:cs typeface="Segoe UI" panose="020B0502040204020203" pitchFamily="34" charset="0"/>
            </a:endParaRPr>
          </a:p>
        </p:txBody>
      </p:sp>
      <p:sp>
        <p:nvSpPr>
          <p:cNvPr id="43" name="CasellaDiTesto 38">
            <a:extLst>
              <a:ext uri="{FF2B5EF4-FFF2-40B4-BE49-F238E27FC236}">
                <a16:creationId xmlns:a16="http://schemas.microsoft.com/office/drawing/2014/main" id="{950C62C1-C162-0E52-7AC2-5D7B62200657}"/>
              </a:ext>
            </a:extLst>
          </p:cNvPr>
          <p:cNvSpPr txBox="1"/>
          <p:nvPr/>
        </p:nvSpPr>
        <p:spPr>
          <a:xfrm>
            <a:off x="8696680" y="3656848"/>
            <a:ext cx="3066210" cy="461665"/>
          </a:xfrm>
          <a:prstGeom prst="rect">
            <a:avLst/>
          </a:prstGeom>
          <a:noFill/>
          <a:ln>
            <a:solidFill>
              <a:schemeClr val="bg2"/>
            </a:solidFill>
            <a:prstDash val="dash"/>
          </a:ln>
        </p:spPr>
        <p:txBody>
          <a:bodyPr wrap="square">
            <a:spAutoFit/>
          </a:bodyPr>
          <a:lstStyle/>
          <a:p>
            <a:pPr fontAlgn="ctr"/>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b="1">
                <a:latin typeface="+mj-lt"/>
                <a:cs typeface="Segoe UI" panose="020B0502040204020203" pitchFamily="34" charset="0"/>
              </a:rPr>
              <a:t>Submit</a:t>
            </a:r>
            <a:r>
              <a:rPr lang="en-GB" sz="1200">
                <a:latin typeface="+mj-lt"/>
                <a:cs typeface="Segoe UI" panose="020B0502040204020203" pitchFamily="34" charset="0"/>
              </a:rPr>
              <a:t>" </a:t>
            </a:r>
            <a:r>
              <a:rPr lang="it-IT" sz="1200">
                <a:latin typeface="+mj-lt"/>
                <a:cs typeface="Segoe UI" panose="020B0502040204020203" pitchFamily="34" charset="0"/>
              </a:rPr>
              <a:t>per inviare la tua autovalutazione e chiudere l'attività.</a:t>
            </a:r>
            <a:endParaRPr lang="en-GB" sz="1200">
              <a:latin typeface="+mj-lt"/>
              <a:cs typeface="Segoe UI" panose="020B0502040204020203" pitchFamily="34" charset="0"/>
            </a:endParaRPr>
          </a:p>
        </p:txBody>
      </p:sp>
      <p:sp>
        <p:nvSpPr>
          <p:cNvPr id="44" name="Ovale 11">
            <a:extLst>
              <a:ext uri="{FF2B5EF4-FFF2-40B4-BE49-F238E27FC236}">
                <a16:creationId xmlns:a16="http://schemas.microsoft.com/office/drawing/2014/main" id="{ADF30719-172B-74E3-5ABD-DF7FD10D5B61}"/>
              </a:ext>
            </a:extLst>
          </p:cNvPr>
          <p:cNvSpPr/>
          <p:nvPr/>
        </p:nvSpPr>
        <p:spPr>
          <a:xfrm>
            <a:off x="8226273" y="297596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45" name="Ovale 11">
            <a:extLst>
              <a:ext uri="{FF2B5EF4-FFF2-40B4-BE49-F238E27FC236}">
                <a16:creationId xmlns:a16="http://schemas.microsoft.com/office/drawing/2014/main" id="{9BC492E2-2AFB-147C-43BF-EE11FE2CB15C}"/>
              </a:ext>
            </a:extLst>
          </p:cNvPr>
          <p:cNvSpPr/>
          <p:nvPr/>
        </p:nvSpPr>
        <p:spPr>
          <a:xfrm>
            <a:off x="8226273" y="3616311"/>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Tree>
    <p:extLst>
      <p:ext uri="{BB962C8B-B14F-4D97-AF65-F5344CB8AC3E}">
        <p14:creationId xmlns:p14="http://schemas.microsoft.com/office/powerpoint/2010/main" val="36019212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8F005-D31A-49E9-DEE2-A14CF6D2E75D}"/>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8F32E83-981B-438D-75C5-57E65924321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3" name="think-cell data - do not delete" hidden="1">
                        <a:extLst>
                          <a:ext uri="{FF2B5EF4-FFF2-40B4-BE49-F238E27FC236}">
                            <a16:creationId xmlns:a16="http://schemas.microsoft.com/office/drawing/2014/main" id="{C8F32E83-981B-438D-75C5-57E65924321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6" name="Segnaposto immagine 5">
            <a:extLst>
              <a:ext uri="{FF2B5EF4-FFF2-40B4-BE49-F238E27FC236}">
                <a16:creationId xmlns:a16="http://schemas.microsoft.com/office/drawing/2014/main" id="{9F345D52-BC9B-C9B8-FA98-EFA6608452A4}"/>
              </a:ext>
            </a:extLst>
          </p:cNvPr>
          <p:cNvPicPr>
            <a:picLocks noGrp="1" noChangeAspect="1"/>
          </p:cNvPicPr>
          <p:nvPr>
            <p:ph type="pic" sz="quarter" idx="11"/>
          </p:nvPr>
        </p:nvPicPr>
        <p:blipFill>
          <a:blip r:embed="rId6"/>
          <a:srcRect l="24934" r="24934"/>
          <a:stretch/>
        </p:blipFill>
        <p:spPr>
          <a:xfrm>
            <a:off x="6095999" y="0"/>
            <a:ext cx="6111325" cy="6858000"/>
          </a:xfrm>
        </p:spPr>
      </p:pic>
      <p:sp>
        <p:nvSpPr>
          <p:cNvPr id="5" name="Segnaposto testo 4">
            <a:extLst>
              <a:ext uri="{FF2B5EF4-FFF2-40B4-BE49-F238E27FC236}">
                <a16:creationId xmlns:a16="http://schemas.microsoft.com/office/drawing/2014/main" id="{061C1368-500B-57B6-ECCE-937251B4E0B5}"/>
              </a:ext>
            </a:extLst>
          </p:cNvPr>
          <p:cNvSpPr>
            <a:spLocks noGrp="1"/>
          </p:cNvSpPr>
          <p:nvPr>
            <p:ph type="body" sz="quarter" idx="20"/>
          </p:nvPr>
        </p:nvSpPr>
        <p:spPr/>
        <p:txBody>
          <a:bodyPr/>
          <a:lstStyle/>
          <a:p>
            <a:r>
              <a:rPr lang="it-IT" err="1"/>
              <a:t>Employee</a:t>
            </a:r>
            <a:r>
              <a:rPr lang="it-IT"/>
              <a:t> – Self Evaluation </a:t>
            </a:r>
          </a:p>
          <a:p>
            <a:r>
              <a:rPr lang="it-IT" b="1">
                <a:solidFill>
                  <a:schemeClr val="accent1"/>
                </a:solidFill>
              </a:rPr>
              <a:t>Manager – </a:t>
            </a:r>
            <a:r>
              <a:rPr lang="it-IT" b="1" err="1">
                <a:solidFill>
                  <a:schemeClr val="accent1"/>
                </a:solidFill>
              </a:rPr>
              <a:t>Get</a:t>
            </a:r>
            <a:r>
              <a:rPr lang="it-IT" b="1">
                <a:solidFill>
                  <a:schemeClr val="accent1"/>
                </a:solidFill>
              </a:rPr>
              <a:t> </a:t>
            </a:r>
            <a:r>
              <a:rPr lang="it-IT" b="1" err="1">
                <a:solidFill>
                  <a:schemeClr val="accent1"/>
                </a:solidFill>
              </a:rPr>
              <a:t>Additional</a:t>
            </a:r>
            <a:r>
              <a:rPr lang="it-IT" b="1">
                <a:solidFill>
                  <a:schemeClr val="accent1"/>
                </a:solidFill>
              </a:rPr>
              <a:t> Manager Evaluation</a:t>
            </a:r>
          </a:p>
          <a:p>
            <a:r>
              <a:rPr lang="it-IT" err="1"/>
              <a:t>Additional</a:t>
            </a:r>
            <a:r>
              <a:rPr lang="it-IT"/>
              <a:t> Manager – </a:t>
            </a:r>
            <a:r>
              <a:rPr lang="it-IT" err="1"/>
              <a:t>Additional</a:t>
            </a:r>
            <a:r>
              <a:rPr lang="it-IT"/>
              <a:t> Manager Evaluation</a:t>
            </a:r>
          </a:p>
          <a:p>
            <a:r>
              <a:rPr lang="it-IT"/>
              <a:t>Manager – Manager Evaluation &amp; To Do</a:t>
            </a:r>
          </a:p>
          <a:p>
            <a:r>
              <a:rPr lang="it-IT" err="1"/>
              <a:t>Employee</a:t>
            </a:r>
            <a:r>
              <a:rPr lang="it-IT"/>
              <a:t> – </a:t>
            </a:r>
            <a:r>
              <a:rPr lang="it-IT" err="1"/>
              <a:t>Acknowledgement</a:t>
            </a:r>
            <a:r>
              <a:rPr lang="it-IT"/>
              <a:t> </a:t>
            </a:r>
          </a:p>
          <a:p>
            <a:r>
              <a:rPr lang="it-IT" err="1"/>
              <a:t>FAQs</a:t>
            </a:r>
            <a:endParaRPr lang="it-IT"/>
          </a:p>
          <a:p>
            <a:endParaRPr lang="en-GB"/>
          </a:p>
        </p:txBody>
      </p:sp>
      <p:sp>
        <p:nvSpPr>
          <p:cNvPr id="11" name="Titolo 10">
            <a:extLst>
              <a:ext uri="{FF2B5EF4-FFF2-40B4-BE49-F238E27FC236}">
                <a16:creationId xmlns:a16="http://schemas.microsoft.com/office/drawing/2014/main" id="{90E7353D-75B8-DCBF-243D-BECC5163C751}"/>
              </a:ext>
            </a:extLst>
          </p:cNvPr>
          <p:cNvSpPr>
            <a:spLocks noGrp="1"/>
          </p:cNvSpPr>
          <p:nvPr>
            <p:ph type="title"/>
          </p:nvPr>
        </p:nvSpPr>
        <p:spPr/>
        <p:txBody>
          <a:bodyPr vert="horz"/>
          <a:lstStyle/>
          <a:p>
            <a:r>
              <a:rPr lang="it-IT"/>
              <a:t>Agenda</a:t>
            </a:r>
          </a:p>
        </p:txBody>
      </p:sp>
      <p:sp>
        <p:nvSpPr>
          <p:cNvPr id="9" name="Segnaposto testo 8">
            <a:extLst>
              <a:ext uri="{FF2B5EF4-FFF2-40B4-BE49-F238E27FC236}">
                <a16:creationId xmlns:a16="http://schemas.microsoft.com/office/drawing/2014/main" id="{F2B3C97B-7E5B-3044-6DA2-570C50B3A7C6}"/>
              </a:ext>
            </a:extLst>
          </p:cNvPr>
          <p:cNvSpPr>
            <a:spLocks noGrp="1"/>
          </p:cNvSpPr>
          <p:nvPr>
            <p:ph type="body" sz="quarter" idx="13"/>
          </p:nvPr>
        </p:nvSpPr>
        <p:spPr/>
        <p:txBody>
          <a:bodyPr/>
          <a:lstStyle/>
          <a:p>
            <a:r>
              <a:rPr lang="it-IT"/>
              <a:t>ENGINEERING </a:t>
            </a:r>
            <a:r>
              <a:rPr lang="it-IT" b="0"/>
              <a:t>/ THE DIGITAL TRANSFORMATION COMPANY</a:t>
            </a:r>
          </a:p>
        </p:txBody>
      </p:sp>
      <p:sp>
        <p:nvSpPr>
          <p:cNvPr id="13" name="Segnaposto piè di pagina 12">
            <a:extLst>
              <a:ext uri="{FF2B5EF4-FFF2-40B4-BE49-F238E27FC236}">
                <a16:creationId xmlns:a16="http://schemas.microsoft.com/office/drawing/2014/main" id="{80FD64A4-8E1B-1A16-EC5E-0D008E90D19F}"/>
              </a:ext>
            </a:extLst>
          </p:cNvPr>
          <p:cNvSpPr>
            <a:spLocks noGrp="1"/>
          </p:cNvSpPr>
          <p:nvPr>
            <p:ph type="ftr" sz="quarter" idx="17"/>
          </p:nvPr>
        </p:nvSpPr>
        <p:spPr/>
        <p:txBody>
          <a:bodyPr/>
          <a:lstStyle/>
          <a:p>
            <a:endParaRPr lang="it-IT"/>
          </a:p>
        </p:txBody>
      </p:sp>
      <p:sp>
        <p:nvSpPr>
          <p:cNvPr id="2" name="Segnaposto numero diapositiva 1">
            <a:extLst>
              <a:ext uri="{FF2B5EF4-FFF2-40B4-BE49-F238E27FC236}">
                <a16:creationId xmlns:a16="http://schemas.microsoft.com/office/drawing/2014/main" id="{79802A29-056E-79DC-B844-52A0C82626D8}"/>
              </a:ext>
            </a:extLst>
          </p:cNvPr>
          <p:cNvSpPr>
            <a:spLocks noGrp="1"/>
          </p:cNvSpPr>
          <p:nvPr>
            <p:ph type="sldNum" sz="quarter" idx="18"/>
          </p:nvPr>
        </p:nvSpPr>
        <p:spPr/>
        <p:txBody>
          <a:bodyPr/>
          <a:lstStyle/>
          <a:p>
            <a:fld id="{98BF7C3C-24CC-6140-8A22-738C44F1CFEB}" type="slidenum">
              <a:rPr lang="it-IT" smtClean="0"/>
              <a:pPr/>
              <a:t>36</a:t>
            </a:fld>
            <a:endParaRPr lang="it-IT"/>
          </a:p>
        </p:txBody>
      </p:sp>
    </p:spTree>
    <p:extLst>
      <p:ext uri="{BB962C8B-B14F-4D97-AF65-F5344CB8AC3E}">
        <p14:creationId xmlns:p14="http://schemas.microsoft.com/office/powerpoint/2010/main" val="8686879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A9FFD-F961-7F74-B754-92D94721C2AA}"/>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ADC3098-E402-0001-35B2-01D355DFD73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3ADC3098-E402-0001-35B2-01D355DFD73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C75951A5-0178-1770-9E9E-E0FF42844E84}"/>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a:t>
            </a:r>
            <a:r>
              <a:rPr lang="it-IT" b="0" err="1"/>
              <a:t>Get</a:t>
            </a:r>
            <a:r>
              <a:rPr lang="it-IT" b="0"/>
              <a:t> </a:t>
            </a:r>
            <a:r>
              <a:rPr lang="it-IT" b="0" err="1"/>
              <a:t>Additional</a:t>
            </a:r>
            <a:r>
              <a:rPr lang="it-IT" b="0"/>
              <a:t> Manager Evaluation </a:t>
            </a:r>
          </a:p>
        </p:txBody>
      </p:sp>
      <p:sp>
        <p:nvSpPr>
          <p:cNvPr id="4" name="Segnaposto numero diapositiva 3">
            <a:extLst>
              <a:ext uri="{FF2B5EF4-FFF2-40B4-BE49-F238E27FC236}">
                <a16:creationId xmlns:a16="http://schemas.microsoft.com/office/drawing/2014/main" id="{05EBB9E8-E0EA-C337-8664-72619364D3D1}"/>
              </a:ext>
            </a:extLst>
          </p:cNvPr>
          <p:cNvSpPr>
            <a:spLocks noGrp="1"/>
          </p:cNvSpPr>
          <p:nvPr>
            <p:ph type="sldNum" sz="quarter" idx="15"/>
          </p:nvPr>
        </p:nvSpPr>
        <p:spPr/>
        <p:txBody>
          <a:bodyPr/>
          <a:lstStyle/>
          <a:p>
            <a:fld id="{98BF7C3C-24CC-6140-8A22-738C44F1CFEB}" type="slidenum">
              <a:rPr lang="it-IT" smtClean="0"/>
              <a:pPr/>
              <a:t>37</a:t>
            </a:fld>
            <a:endParaRPr lang="it-IT"/>
          </a:p>
        </p:txBody>
      </p:sp>
      <p:sp>
        <p:nvSpPr>
          <p:cNvPr id="6" name="Segnaposto testo 5">
            <a:extLst>
              <a:ext uri="{FF2B5EF4-FFF2-40B4-BE49-F238E27FC236}">
                <a16:creationId xmlns:a16="http://schemas.microsoft.com/office/drawing/2014/main" id="{E93134D2-7700-2BAF-7A70-0DF3A259997D}"/>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840858FE-9388-BB5C-5F4B-FE5750E6A1AB}"/>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6A5C0B01-42C6-ED68-B070-26558EFB80A0}"/>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3D0AE43D-BD4F-01D5-D38D-4CB1828FD61A}"/>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9DE87F76-1ACD-D133-CB34-58EFE297EE95}"/>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0ED39F9E-6821-C95A-ED15-B2F6EE17271A}"/>
              </a:ext>
            </a:extLst>
          </p:cNvPr>
          <p:cNvSpPr txBox="1"/>
          <p:nvPr/>
        </p:nvSpPr>
        <p:spPr>
          <a:xfrm>
            <a:off x="8696680" y="1402163"/>
            <a:ext cx="3066210" cy="830997"/>
          </a:xfrm>
          <a:prstGeom prst="rect">
            <a:avLst/>
          </a:prstGeom>
          <a:noFill/>
          <a:ln>
            <a:solidFill>
              <a:schemeClr val="bg2"/>
            </a:solidFill>
            <a:prstDash val="dash"/>
          </a:ln>
        </p:spPr>
        <p:txBody>
          <a:bodyPr wrap="square">
            <a:spAutoFit/>
          </a:bodyPr>
          <a:lstStyle/>
          <a:p>
            <a:r>
              <a:rPr lang="en-US" sz="1200">
                <a:latin typeface="+mj-lt"/>
                <a:cs typeface="Segoe UI" panose="020B0502040204020203" pitchFamily="34" charset="0"/>
              </a:rPr>
              <a:t>Una volta </a:t>
            </a:r>
            <a:r>
              <a:rPr lang="en-US" sz="1200" err="1">
                <a:latin typeface="+mj-lt"/>
                <a:cs typeface="Segoe UI" panose="020B0502040204020203" pitchFamily="34" charset="0"/>
              </a:rPr>
              <a:t>che</a:t>
            </a:r>
            <a:r>
              <a:rPr lang="en-US" sz="1200">
                <a:latin typeface="+mj-lt"/>
                <a:cs typeface="Segoe UI" panose="020B0502040204020203" pitchFamily="34" charset="0"/>
              </a:rPr>
              <a:t> la persona ha </a:t>
            </a:r>
            <a:r>
              <a:rPr lang="en-US" sz="1200" err="1">
                <a:latin typeface="+mj-lt"/>
                <a:cs typeface="Segoe UI" panose="020B0502040204020203" pitchFamily="34" charset="0"/>
              </a:rPr>
              <a:t>sottomesso</a:t>
            </a:r>
            <a:r>
              <a:rPr lang="en-US" sz="1200">
                <a:latin typeface="+mj-lt"/>
                <a:cs typeface="Segoe UI" panose="020B0502040204020203" pitchFamily="34" charset="0"/>
              </a:rPr>
              <a:t> la propria Self </a:t>
            </a:r>
            <a:r>
              <a:rPr lang="en-US" sz="1200" err="1">
                <a:latin typeface="+mj-lt"/>
                <a:cs typeface="Segoe UI" panose="020B0502040204020203" pitchFamily="34" charset="0"/>
              </a:rPr>
              <a:t>Evalution</a:t>
            </a:r>
            <a:r>
              <a:rPr lang="en-US" sz="1200">
                <a:latin typeface="+mj-lt"/>
                <a:cs typeface="Segoe UI" panose="020B0502040204020203" pitchFamily="34" charset="0"/>
              </a:rPr>
              <a:t> task, come Manager </a:t>
            </a:r>
            <a:r>
              <a:rPr lang="en-US" sz="1200" err="1">
                <a:latin typeface="+mj-lt"/>
                <a:cs typeface="Segoe UI" panose="020B0502040204020203" pitchFamily="34" charset="0"/>
              </a:rPr>
              <a:t>riceverai</a:t>
            </a:r>
            <a:r>
              <a:rPr lang="en-US" sz="1200">
                <a:latin typeface="+mj-lt"/>
                <a:cs typeface="Segoe UI" panose="020B0502040204020203" pitchFamily="34" charset="0"/>
              </a:rPr>
              <a:t> il task “</a:t>
            </a:r>
            <a:r>
              <a:rPr lang="en-US" sz="1200" b="1">
                <a:latin typeface="+mj-lt"/>
                <a:cs typeface="Segoe UI" panose="020B0502040204020203" pitchFamily="34" charset="0"/>
              </a:rPr>
              <a:t>Get Additional Manager Evaluation</a:t>
            </a:r>
            <a:r>
              <a:rPr lang="en-US" sz="1200">
                <a:latin typeface="+mj-lt"/>
                <a:cs typeface="Segoe UI" panose="020B0502040204020203" pitchFamily="34" charset="0"/>
              </a:rPr>
              <a:t>” </a:t>
            </a:r>
            <a:endParaRPr lang="it-IT" sz="1200">
              <a:latin typeface="+mj-lt"/>
              <a:cs typeface="Segoe UI" panose="020B0502040204020203" pitchFamily="34" charset="0"/>
            </a:endParaRPr>
          </a:p>
        </p:txBody>
      </p:sp>
      <p:sp>
        <p:nvSpPr>
          <p:cNvPr id="16" name="Ovale 11">
            <a:extLst>
              <a:ext uri="{FF2B5EF4-FFF2-40B4-BE49-F238E27FC236}">
                <a16:creationId xmlns:a16="http://schemas.microsoft.com/office/drawing/2014/main" id="{2CB0C716-C1C2-F235-0E17-FB53031C9907}"/>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17" name="CasellaDiTesto 38">
            <a:extLst>
              <a:ext uri="{FF2B5EF4-FFF2-40B4-BE49-F238E27FC236}">
                <a16:creationId xmlns:a16="http://schemas.microsoft.com/office/drawing/2014/main" id="{B8CA0AA6-80A7-8A76-F1AB-7126839AAA8F}"/>
              </a:ext>
            </a:extLst>
          </p:cNvPr>
          <p:cNvSpPr txBox="1"/>
          <p:nvPr/>
        </p:nvSpPr>
        <p:spPr>
          <a:xfrm>
            <a:off x="8696680" y="2352166"/>
            <a:ext cx="3066210" cy="646331"/>
          </a:xfrm>
          <a:prstGeom prst="rect">
            <a:avLst/>
          </a:prstGeom>
          <a:noFill/>
          <a:ln>
            <a:solidFill>
              <a:schemeClr val="bg2"/>
            </a:solidFill>
            <a:prstDash val="dash"/>
          </a:ln>
        </p:spPr>
        <p:txBody>
          <a:bodyPr wrap="square">
            <a:spAutoFit/>
          </a:bodyPr>
          <a:lstStyle/>
          <a:p>
            <a:r>
              <a:rPr lang="en-GB" sz="1200" err="1">
                <a:latin typeface="+mj-lt"/>
                <a:cs typeface="Segoe UI" panose="020B0502040204020203" pitchFamily="34" charset="0"/>
              </a:rPr>
              <a:t>Scegli</a:t>
            </a:r>
            <a:r>
              <a:rPr lang="en-GB" sz="1200">
                <a:latin typeface="+mj-lt"/>
                <a:cs typeface="Segoe UI" panose="020B0502040204020203" pitchFamily="34" charset="0"/>
              </a:rPr>
              <a:t> dal menu a </a:t>
            </a:r>
            <a:r>
              <a:rPr lang="en-GB" sz="1200" err="1">
                <a:latin typeface="+mj-lt"/>
                <a:cs typeface="Segoe UI" panose="020B0502040204020203" pitchFamily="34" charset="0"/>
              </a:rPr>
              <a:t>tendina</a:t>
            </a:r>
            <a:r>
              <a:rPr lang="en-GB" sz="1200">
                <a:latin typeface="+mj-lt"/>
                <a:cs typeface="Segoe UI" panose="020B0502040204020203" pitchFamily="34" charset="0"/>
              </a:rPr>
              <a:t> il </a:t>
            </a:r>
            <a:r>
              <a:rPr lang="en-GB" sz="1200" err="1">
                <a:latin typeface="+mj-lt"/>
                <a:cs typeface="Segoe UI" panose="020B0502040204020203" pitchFamily="34" charset="0"/>
              </a:rPr>
              <a:t>nome</a:t>
            </a:r>
            <a:r>
              <a:rPr lang="en-GB" sz="1200">
                <a:latin typeface="+mj-lt"/>
                <a:cs typeface="Segoe UI" panose="020B0502040204020203" pitchFamily="34" charset="0"/>
              </a:rPr>
              <a:t> </a:t>
            </a:r>
            <a:r>
              <a:rPr lang="en-GB" sz="1200" err="1">
                <a:latin typeface="+mj-lt"/>
                <a:cs typeface="Segoe UI" panose="020B0502040204020203" pitchFamily="34" charset="0"/>
              </a:rPr>
              <a:t>della</a:t>
            </a:r>
            <a:r>
              <a:rPr lang="en-GB" sz="1200">
                <a:latin typeface="+mj-lt"/>
                <a:cs typeface="Segoe UI" panose="020B0502040204020203" pitchFamily="34" charset="0"/>
              </a:rPr>
              <a:t> persona </a:t>
            </a:r>
            <a:r>
              <a:rPr lang="en-GB" sz="1200" err="1">
                <a:latin typeface="+mj-lt"/>
                <a:cs typeface="Segoe UI" panose="020B0502040204020203" pitchFamily="34" charset="0"/>
              </a:rPr>
              <a:t>che</a:t>
            </a:r>
            <a:r>
              <a:rPr lang="en-GB" sz="1200">
                <a:latin typeface="+mj-lt"/>
                <a:cs typeface="Segoe UI" panose="020B0502040204020203" pitchFamily="34" charset="0"/>
              </a:rPr>
              <a:t> </a:t>
            </a:r>
            <a:r>
              <a:rPr lang="en-GB" sz="1200" err="1">
                <a:latin typeface="+mj-lt"/>
                <a:cs typeface="Segoe UI" panose="020B0502040204020203" pitchFamily="34" charset="0"/>
              </a:rPr>
              <a:t>vuoi</a:t>
            </a:r>
            <a:r>
              <a:rPr lang="en-GB" sz="1200">
                <a:latin typeface="+mj-lt"/>
                <a:cs typeface="Segoe UI" panose="020B0502040204020203" pitchFamily="34" charset="0"/>
              </a:rPr>
              <a:t> </a:t>
            </a:r>
            <a:r>
              <a:rPr lang="en-GB" sz="1200" err="1">
                <a:latin typeface="+mj-lt"/>
                <a:cs typeface="Segoe UI" panose="020B0502040204020203" pitchFamily="34" charset="0"/>
              </a:rPr>
              <a:t>nominare</a:t>
            </a:r>
            <a:r>
              <a:rPr lang="en-GB" sz="1200">
                <a:latin typeface="+mj-lt"/>
                <a:cs typeface="Segoe UI" panose="020B0502040204020203" pitchFamily="34" charset="0"/>
              </a:rPr>
              <a:t> come Additional Manager.</a:t>
            </a:r>
            <a:endParaRPr lang="it-IT" sz="1200">
              <a:latin typeface="+mj-lt"/>
              <a:cs typeface="Segoe UI" panose="020B0502040204020203" pitchFamily="34" charset="0"/>
            </a:endParaRPr>
          </a:p>
        </p:txBody>
      </p:sp>
      <p:sp>
        <p:nvSpPr>
          <p:cNvPr id="18" name="Ovale 11">
            <a:extLst>
              <a:ext uri="{FF2B5EF4-FFF2-40B4-BE49-F238E27FC236}">
                <a16:creationId xmlns:a16="http://schemas.microsoft.com/office/drawing/2014/main" id="{42A341B4-D1A6-9A72-BC09-8BE9392BFA34}"/>
              </a:ext>
            </a:extLst>
          </p:cNvPr>
          <p:cNvSpPr/>
          <p:nvPr/>
        </p:nvSpPr>
        <p:spPr>
          <a:xfrm>
            <a:off x="8226273" y="2380452"/>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pic>
        <p:nvPicPr>
          <p:cNvPr id="34" name="Elemento grafico 36" descr="Utente con riempimento a tinta unita">
            <a:extLst>
              <a:ext uri="{FF2B5EF4-FFF2-40B4-BE49-F238E27FC236}">
                <a16:creationId xmlns:a16="http://schemas.microsoft.com/office/drawing/2014/main" id="{8D0846A9-DA49-83DA-5790-66DCE9FB8BD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A07B3818-FB12-81CF-B34C-6EEE5126D41A}"/>
              </a:ext>
            </a:extLst>
          </p:cNvPr>
          <p:cNvSpPr txBox="1"/>
          <p:nvPr/>
        </p:nvSpPr>
        <p:spPr>
          <a:xfrm>
            <a:off x="10403001" y="435276"/>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a:solidFill>
                  <a:schemeClr val="accent3"/>
                </a:solidFill>
                <a:latin typeface="CocoEng" pitchFamily="50" charset="0"/>
                <a:cs typeface="Segoe UI" panose="020B0502040204020203" pitchFamily="34" charset="0"/>
              </a:rPr>
              <a:t>Manager</a:t>
            </a:r>
          </a:p>
        </p:txBody>
      </p:sp>
      <p:pic>
        <p:nvPicPr>
          <p:cNvPr id="11" name="Picture 10">
            <a:extLst>
              <a:ext uri="{FF2B5EF4-FFF2-40B4-BE49-F238E27FC236}">
                <a16:creationId xmlns:a16="http://schemas.microsoft.com/office/drawing/2014/main" id="{4F9F2BC3-D77E-65BD-3323-C0C1FAC96114}"/>
              </a:ext>
            </a:extLst>
          </p:cNvPr>
          <p:cNvPicPr>
            <a:picLocks noChangeAspect="1"/>
          </p:cNvPicPr>
          <p:nvPr/>
        </p:nvPicPr>
        <p:blipFill>
          <a:blip r:embed="rId8"/>
          <a:stretch>
            <a:fillRect/>
          </a:stretch>
        </p:blipFill>
        <p:spPr>
          <a:xfrm>
            <a:off x="794195" y="1489123"/>
            <a:ext cx="2338734" cy="1061944"/>
          </a:xfrm>
          <a:prstGeom prst="rect">
            <a:avLst/>
          </a:prstGeom>
          <a:ln>
            <a:solidFill>
              <a:schemeClr val="accent6"/>
            </a:solidFill>
          </a:ln>
        </p:spPr>
      </p:pic>
      <p:sp>
        <p:nvSpPr>
          <p:cNvPr id="28" name="Rectangle 27">
            <a:extLst>
              <a:ext uri="{FF2B5EF4-FFF2-40B4-BE49-F238E27FC236}">
                <a16:creationId xmlns:a16="http://schemas.microsoft.com/office/drawing/2014/main" id="{8F55F720-3CBA-CEEA-7BD6-B38FC6E83E2D}"/>
              </a:ext>
            </a:extLst>
          </p:cNvPr>
          <p:cNvSpPr/>
          <p:nvPr/>
        </p:nvSpPr>
        <p:spPr>
          <a:xfrm>
            <a:off x="2898946" y="3509628"/>
            <a:ext cx="948777" cy="16106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2" name="Picture 31">
            <a:extLst>
              <a:ext uri="{FF2B5EF4-FFF2-40B4-BE49-F238E27FC236}">
                <a16:creationId xmlns:a16="http://schemas.microsoft.com/office/drawing/2014/main" id="{D759F363-B085-F895-0C21-DE01B8B316A6}"/>
              </a:ext>
            </a:extLst>
          </p:cNvPr>
          <p:cNvPicPr>
            <a:picLocks noChangeAspect="1"/>
          </p:cNvPicPr>
          <p:nvPr/>
        </p:nvPicPr>
        <p:blipFill>
          <a:blip r:embed="rId9"/>
          <a:srcRect l="27367" r="35222"/>
          <a:stretch/>
        </p:blipFill>
        <p:spPr>
          <a:xfrm>
            <a:off x="3253999" y="1489123"/>
            <a:ext cx="2726922" cy="2266323"/>
          </a:xfrm>
          <a:prstGeom prst="rect">
            <a:avLst/>
          </a:prstGeom>
          <a:ln>
            <a:solidFill>
              <a:schemeClr val="accent6"/>
            </a:solidFill>
          </a:ln>
        </p:spPr>
      </p:pic>
      <p:sp>
        <p:nvSpPr>
          <p:cNvPr id="33" name="Rectangle 32">
            <a:extLst>
              <a:ext uri="{FF2B5EF4-FFF2-40B4-BE49-F238E27FC236}">
                <a16:creationId xmlns:a16="http://schemas.microsoft.com/office/drawing/2014/main" id="{3DF75066-936D-A7C1-309E-718D8BE2FE72}"/>
              </a:ext>
            </a:extLst>
          </p:cNvPr>
          <p:cNvSpPr/>
          <p:nvPr/>
        </p:nvSpPr>
        <p:spPr>
          <a:xfrm>
            <a:off x="5059581" y="1760963"/>
            <a:ext cx="896233" cy="24676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6" name="Picture 35">
            <a:extLst>
              <a:ext uri="{FF2B5EF4-FFF2-40B4-BE49-F238E27FC236}">
                <a16:creationId xmlns:a16="http://schemas.microsoft.com/office/drawing/2014/main" id="{19569A0E-3A0F-E8A8-2DE2-60A4FB770103}"/>
              </a:ext>
            </a:extLst>
          </p:cNvPr>
          <p:cNvPicPr>
            <a:picLocks noChangeAspect="1"/>
          </p:cNvPicPr>
          <p:nvPr/>
        </p:nvPicPr>
        <p:blipFill>
          <a:blip r:embed="rId10"/>
          <a:stretch>
            <a:fillRect/>
          </a:stretch>
        </p:blipFill>
        <p:spPr>
          <a:xfrm>
            <a:off x="6153965" y="1507556"/>
            <a:ext cx="1225609" cy="1754326"/>
          </a:xfrm>
          <a:prstGeom prst="rect">
            <a:avLst/>
          </a:prstGeom>
          <a:ln>
            <a:solidFill>
              <a:schemeClr val="accent6"/>
            </a:solidFill>
          </a:ln>
        </p:spPr>
      </p:pic>
      <p:sp>
        <p:nvSpPr>
          <p:cNvPr id="38" name="Rectangle 37">
            <a:extLst>
              <a:ext uri="{FF2B5EF4-FFF2-40B4-BE49-F238E27FC236}">
                <a16:creationId xmlns:a16="http://schemas.microsoft.com/office/drawing/2014/main" id="{2567CDA0-8F6A-A6EF-50FF-BC6216779ECD}"/>
              </a:ext>
            </a:extLst>
          </p:cNvPr>
          <p:cNvSpPr/>
          <p:nvPr/>
        </p:nvSpPr>
        <p:spPr>
          <a:xfrm>
            <a:off x="6422049" y="1574822"/>
            <a:ext cx="278516" cy="20839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28296062-ECED-872B-2F64-1C801733BB1A}"/>
              </a:ext>
            </a:extLst>
          </p:cNvPr>
          <p:cNvSpPr/>
          <p:nvPr/>
        </p:nvSpPr>
        <p:spPr>
          <a:xfrm>
            <a:off x="6422048" y="2536498"/>
            <a:ext cx="957525" cy="31467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08EF2EC2-CD8F-38A5-0ABC-D18E4CF1D12D}"/>
              </a:ext>
            </a:extLst>
          </p:cNvPr>
          <p:cNvSpPr/>
          <p:nvPr/>
        </p:nvSpPr>
        <p:spPr>
          <a:xfrm>
            <a:off x="3399897" y="3060714"/>
            <a:ext cx="2370844" cy="29738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a:extLst>
              <a:ext uri="{FF2B5EF4-FFF2-40B4-BE49-F238E27FC236}">
                <a16:creationId xmlns:a16="http://schemas.microsoft.com/office/drawing/2014/main" id="{637A8488-6957-564F-8CAA-00A2DE15D9EC}"/>
              </a:ext>
            </a:extLst>
          </p:cNvPr>
          <p:cNvSpPr/>
          <p:nvPr/>
        </p:nvSpPr>
        <p:spPr>
          <a:xfrm>
            <a:off x="3454746" y="3452680"/>
            <a:ext cx="711253" cy="29738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e 11">
            <a:extLst>
              <a:ext uri="{FF2B5EF4-FFF2-40B4-BE49-F238E27FC236}">
                <a16:creationId xmlns:a16="http://schemas.microsoft.com/office/drawing/2014/main" id="{A43FC947-2BE0-7F5C-FED7-1F94A1B59BDE}"/>
              </a:ext>
            </a:extLst>
          </p:cNvPr>
          <p:cNvSpPr/>
          <p:nvPr/>
        </p:nvSpPr>
        <p:spPr>
          <a:xfrm>
            <a:off x="2438326" y="1490061"/>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42" name="Ovale 11">
            <a:extLst>
              <a:ext uri="{FF2B5EF4-FFF2-40B4-BE49-F238E27FC236}">
                <a16:creationId xmlns:a16="http://schemas.microsoft.com/office/drawing/2014/main" id="{42E49E23-126A-750D-F252-95C7141456A1}"/>
              </a:ext>
            </a:extLst>
          </p:cNvPr>
          <p:cNvSpPr/>
          <p:nvPr/>
        </p:nvSpPr>
        <p:spPr>
          <a:xfrm>
            <a:off x="5365863" y="2918043"/>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43" name="Ovale 11">
            <a:extLst>
              <a:ext uri="{FF2B5EF4-FFF2-40B4-BE49-F238E27FC236}">
                <a16:creationId xmlns:a16="http://schemas.microsoft.com/office/drawing/2014/main" id="{B2C1EE26-B57F-FF5B-54A6-B7C674FD9C47}"/>
              </a:ext>
            </a:extLst>
          </p:cNvPr>
          <p:cNvSpPr/>
          <p:nvPr/>
        </p:nvSpPr>
        <p:spPr>
          <a:xfrm>
            <a:off x="3199281" y="3339973"/>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44" name="Ovale 11">
            <a:extLst>
              <a:ext uri="{FF2B5EF4-FFF2-40B4-BE49-F238E27FC236}">
                <a16:creationId xmlns:a16="http://schemas.microsoft.com/office/drawing/2014/main" id="{CB8334E0-0D2A-DC51-86FF-CC84DE247233}"/>
              </a:ext>
            </a:extLst>
          </p:cNvPr>
          <p:cNvSpPr/>
          <p:nvPr/>
        </p:nvSpPr>
        <p:spPr>
          <a:xfrm>
            <a:off x="7142740" y="1437495"/>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45" name="CasellaDiTesto 38">
            <a:extLst>
              <a:ext uri="{FF2B5EF4-FFF2-40B4-BE49-F238E27FC236}">
                <a16:creationId xmlns:a16="http://schemas.microsoft.com/office/drawing/2014/main" id="{3174D188-A161-43C2-1D8B-1EE149FB9B9A}"/>
              </a:ext>
            </a:extLst>
          </p:cNvPr>
          <p:cNvSpPr txBox="1"/>
          <p:nvPr/>
        </p:nvSpPr>
        <p:spPr>
          <a:xfrm>
            <a:off x="8696680" y="3507417"/>
            <a:ext cx="3066210" cy="1015663"/>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Se la persona non ha </a:t>
            </a:r>
            <a:r>
              <a:rPr lang="en-GB" sz="1200" err="1">
                <a:latin typeface="+mj-lt"/>
                <a:cs typeface="Segoe UI" panose="020B0502040204020203" pitchFamily="34" charset="0"/>
              </a:rPr>
              <a:t>bisogno</a:t>
            </a:r>
            <a:r>
              <a:rPr lang="en-GB" sz="1200">
                <a:latin typeface="+mj-lt"/>
                <a:cs typeface="Segoe UI" panose="020B0502040204020203" pitchFamily="34" charset="0"/>
              </a:rPr>
              <a:t> di </a:t>
            </a:r>
            <a:r>
              <a:rPr lang="en-GB" sz="1200" err="1">
                <a:latin typeface="+mj-lt"/>
                <a:cs typeface="Segoe UI" panose="020B0502040204020203" pitchFamily="34" charset="0"/>
              </a:rPr>
              <a:t>una</a:t>
            </a:r>
            <a:r>
              <a:rPr lang="en-GB" sz="1200">
                <a:latin typeface="+mj-lt"/>
                <a:cs typeface="Segoe UI" panose="020B0502040204020203" pitchFamily="34" charset="0"/>
              </a:rPr>
              <a:t> </a:t>
            </a:r>
            <a:r>
              <a:rPr lang="en-GB" sz="1200" err="1">
                <a:latin typeface="+mj-lt"/>
                <a:cs typeface="Segoe UI" panose="020B0502040204020203" pitchFamily="34" charset="0"/>
              </a:rPr>
              <a:t>valutazione</a:t>
            </a:r>
            <a:r>
              <a:rPr lang="en-GB" sz="1200">
                <a:latin typeface="+mj-lt"/>
                <a:cs typeface="Segoe UI" panose="020B0502040204020203" pitchFamily="34" charset="0"/>
              </a:rPr>
              <a:t> da </a:t>
            </a:r>
            <a:r>
              <a:rPr lang="en-GB" sz="1200" err="1">
                <a:latin typeface="+mj-lt"/>
                <a:cs typeface="Segoe UI" panose="020B0502040204020203" pitchFamily="34" charset="0"/>
              </a:rPr>
              <a:t>parte</a:t>
            </a:r>
            <a:r>
              <a:rPr lang="en-GB" sz="1200">
                <a:latin typeface="+mj-lt"/>
                <a:cs typeface="Segoe UI" panose="020B0502040204020203" pitchFamily="34" charset="0"/>
              </a:rPr>
              <a:t> di un Additional Manger </a:t>
            </a:r>
            <a:r>
              <a:rPr lang="en-GB" sz="1200" err="1">
                <a:latin typeface="+mj-lt"/>
                <a:cs typeface="Segoe UI" panose="020B0502040204020203" pitchFamily="34" charset="0"/>
              </a:rPr>
              <a:t>puoi</a:t>
            </a:r>
            <a:r>
              <a:rPr lang="en-GB" sz="1200">
                <a:latin typeface="+mj-lt"/>
                <a:cs typeface="Segoe UI" panose="020B0502040204020203" pitchFamily="34" charset="0"/>
              </a:rPr>
              <a:t> </a:t>
            </a:r>
            <a:r>
              <a:rPr lang="en-GB" sz="1200" err="1">
                <a:latin typeface="+mj-lt"/>
                <a:cs typeface="Segoe UI" panose="020B0502040204020203" pitchFamily="34" charset="0"/>
              </a:rPr>
              <a:t>saltare</a:t>
            </a:r>
            <a:r>
              <a:rPr lang="en-GB" sz="1200">
                <a:latin typeface="+mj-lt"/>
                <a:cs typeface="Segoe UI" panose="020B0502040204020203" pitchFamily="34" charset="0"/>
              </a:rPr>
              <a:t> </a:t>
            </a:r>
            <a:r>
              <a:rPr lang="en-GB" sz="1200" err="1">
                <a:latin typeface="+mj-lt"/>
                <a:cs typeface="Segoe UI" panose="020B0502040204020203" pitchFamily="34" charset="0"/>
              </a:rPr>
              <a:t>questo</a:t>
            </a:r>
            <a:r>
              <a:rPr lang="en-GB" sz="1200">
                <a:latin typeface="+mj-lt"/>
                <a:cs typeface="Segoe UI" panose="020B0502040204020203" pitchFamily="34" charset="0"/>
              </a:rPr>
              <a:t> task </a:t>
            </a:r>
            <a:r>
              <a:rPr lang="en-GB" sz="1200" err="1">
                <a:latin typeface="+mj-lt"/>
                <a:cs typeface="Segoe UI" panose="020B0502040204020203" pitchFamily="34" charset="0"/>
              </a:rPr>
              <a:t>cliccando</a:t>
            </a:r>
            <a:r>
              <a:rPr lang="en-GB" sz="1200">
                <a:latin typeface="+mj-lt"/>
                <a:cs typeface="Segoe UI" panose="020B0502040204020203" pitchFamily="34" charset="0"/>
              </a:rPr>
              <a:t> </a:t>
            </a:r>
            <a:r>
              <a:rPr lang="en-GB" sz="1200" err="1">
                <a:latin typeface="+mj-lt"/>
                <a:cs typeface="Segoe UI" panose="020B0502040204020203" pitchFamily="34" charset="0"/>
              </a:rPr>
              <a:t>sull’icona</a:t>
            </a:r>
            <a:r>
              <a:rPr lang="en-GB" sz="1200">
                <a:latin typeface="+mj-lt"/>
                <a:cs typeface="Segoe UI" panose="020B0502040204020203" pitchFamily="34" charset="0"/>
              </a:rPr>
              <a:t> </a:t>
            </a:r>
            <a:r>
              <a:rPr lang="en-GB" sz="1200" err="1">
                <a:latin typeface="+mj-lt"/>
                <a:cs typeface="Segoe UI" panose="020B0502040204020203" pitchFamily="34" charset="0"/>
              </a:rPr>
              <a:t>delle</a:t>
            </a:r>
            <a:r>
              <a:rPr lang="en-GB" sz="1200">
                <a:latin typeface="+mj-lt"/>
                <a:cs typeface="Segoe UI" panose="020B0502040204020203" pitchFamily="34" charset="0"/>
              </a:rPr>
              <a:t> </a:t>
            </a:r>
            <a:r>
              <a:rPr lang="en-GB" sz="1200" err="1">
                <a:latin typeface="+mj-lt"/>
                <a:cs typeface="Segoe UI" panose="020B0502040204020203" pitchFamily="34" charset="0"/>
              </a:rPr>
              <a:t>impostazioni</a:t>
            </a:r>
            <a:r>
              <a:rPr lang="en-GB" sz="1200">
                <a:latin typeface="+mj-lt"/>
                <a:cs typeface="Segoe UI" panose="020B0502040204020203" pitchFamily="34" charset="0"/>
              </a:rPr>
              <a:t> </a:t>
            </a:r>
            <a:r>
              <a:rPr lang="en-GB" sz="1200" b="1">
                <a:latin typeface="+mj-lt"/>
                <a:cs typeface="Segoe UI" panose="020B0502040204020203" pitchFamily="34" charset="0"/>
              </a:rPr>
              <a:t>“Skip this Task” </a:t>
            </a:r>
            <a:r>
              <a:rPr lang="en-GB" sz="1200">
                <a:latin typeface="+mj-lt"/>
                <a:cs typeface="Segoe UI" panose="020B0502040204020203" pitchFamily="34" charset="0"/>
              </a:rPr>
              <a:t>e </a:t>
            </a:r>
            <a:r>
              <a:rPr lang="en-GB" sz="1200" err="1">
                <a:latin typeface="+mj-lt"/>
                <a:cs typeface="Segoe UI" panose="020B0502040204020203" pitchFamily="34" charset="0"/>
              </a:rPr>
              <a:t>cliccando</a:t>
            </a:r>
            <a:r>
              <a:rPr lang="en-GB" sz="1200">
                <a:latin typeface="+mj-lt"/>
                <a:cs typeface="Segoe UI" panose="020B0502040204020203" pitchFamily="34" charset="0"/>
              </a:rPr>
              <a:t> </a:t>
            </a:r>
            <a:r>
              <a:rPr lang="en-GB" sz="1200" b="1">
                <a:latin typeface="+mj-lt"/>
                <a:cs typeface="Segoe UI" panose="020B0502040204020203" pitchFamily="34" charset="0"/>
              </a:rPr>
              <a:t>“Submit”</a:t>
            </a:r>
          </a:p>
        </p:txBody>
      </p:sp>
      <p:sp>
        <p:nvSpPr>
          <p:cNvPr id="46" name="CasellaDiTesto 38">
            <a:extLst>
              <a:ext uri="{FF2B5EF4-FFF2-40B4-BE49-F238E27FC236}">
                <a16:creationId xmlns:a16="http://schemas.microsoft.com/office/drawing/2014/main" id="{974B7641-DF27-09C4-E8F5-2E43486EFF8B}"/>
              </a:ext>
            </a:extLst>
          </p:cNvPr>
          <p:cNvSpPr txBox="1"/>
          <p:nvPr/>
        </p:nvSpPr>
        <p:spPr>
          <a:xfrm>
            <a:off x="8696680" y="3101778"/>
            <a:ext cx="3066210" cy="276999"/>
          </a:xfrm>
          <a:prstGeom prst="rect">
            <a:avLst/>
          </a:prstGeom>
          <a:noFill/>
          <a:ln>
            <a:solidFill>
              <a:schemeClr val="bg2"/>
            </a:solidFill>
            <a:prstDash val="dash"/>
          </a:ln>
        </p:spPr>
        <p:txBody>
          <a:bodyPr wrap="square">
            <a:spAutoFit/>
          </a:bodyPr>
          <a:lstStyle/>
          <a:p>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b="1">
                <a:latin typeface="+mj-lt"/>
                <a:cs typeface="Segoe UI" panose="020B0502040204020203" pitchFamily="34" charset="0"/>
              </a:rPr>
              <a:t>Submit</a:t>
            </a:r>
            <a:r>
              <a:rPr lang="en-GB" sz="1200">
                <a:latin typeface="+mj-lt"/>
                <a:cs typeface="Segoe UI" panose="020B0502040204020203" pitchFamily="34" charset="0"/>
              </a:rPr>
              <a:t>” per </a:t>
            </a:r>
            <a:r>
              <a:rPr lang="en-GB" sz="1200" err="1">
                <a:latin typeface="+mj-lt"/>
                <a:cs typeface="Segoe UI" panose="020B0502040204020203" pitchFamily="34" charset="0"/>
              </a:rPr>
              <a:t>inviare</a:t>
            </a:r>
            <a:r>
              <a:rPr lang="en-GB" sz="1200">
                <a:latin typeface="+mj-lt"/>
                <a:cs typeface="Segoe UI" panose="020B0502040204020203" pitchFamily="34" charset="0"/>
              </a:rPr>
              <a:t> la </a:t>
            </a:r>
            <a:r>
              <a:rPr lang="en-GB" sz="1200" err="1">
                <a:latin typeface="+mj-lt"/>
                <a:cs typeface="Segoe UI" panose="020B0502040204020203" pitchFamily="34" charset="0"/>
              </a:rPr>
              <a:t>richiesta</a:t>
            </a:r>
            <a:r>
              <a:rPr lang="en-GB" sz="1200">
                <a:latin typeface="+mj-lt"/>
                <a:cs typeface="Segoe UI" panose="020B0502040204020203" pitchFamily="34" charset="0"/>
              </a:rPr>
              <a:t>.</a:t>
            </a:r>
            <a:endParaRPr lang="it-IT" sz="1200">
              <a:latin typeface="+mj-lt"/>
              <a:cs typeface="Segoe UI" panose="020B0502040204020203" pitchFamily="34" charset="0"/>
            </a:endParaRPr>
          </a:p>
        </p:txBody>
      </p:sp>
      <p:sp>
        <p:nvSpPr>
          <p:cNvPr id="47" name="Ovale 11">
            <a:extLst>
              <a:ext uri="{FF2B5EF4-FFF2-40B4-BE49-F238E27FC236}">
                <a16:creationId xmlns:a16="http://schemas.microsoft.com/office/drawing/2014/main" id="{2A80C3DA-0F23-FB8B-ED80-89C45FB3563A}"/>
              </a:ext>
            </a:extLst>
          </p:cNvPr>
          <p:cNvSpPr/>
          <p:nvPr/>
        </p:nvSpPr>
        <p:spPr>
          <a:xfrm>
            <a:off x="8215610" y="3060277"/>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48" name="Ovale 11">
            <a:extLst>
              <a:ext uri="{FF2B5EF4-FFF2-40B4-BE49-F238E27FC236}">
                <a16:creationId xmlns:a16="http://schemas.microsoft.com/office/drawing/2014/main" id="{DA41D50F-B7A9-45EA-7C7A-43B63363F9A7}"/>
              </a:ext>
            </a:extLst>
          </p:cNvPr>
          <p:cNvSpPr/>
          <p:nvPr/>
        </p:nvSpPr>
        <p:spPr>
          <a:xfrm>
            <a:off x="8223954" y="3539283"/>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pic>
        <p:nvPicPr>
          <p:cNvPr id="50" name="Picture 49">
            <a:extLst>
              <a:ext uri="{FF2B5EF4-FFF2-40B4-BE49-F238E27FC236}">
                <a16:creationId xmlns:a16="http://schemas.microsoft.com/office/drawing/2014/main" id="{870B550F-E767-E46D-3D35-1318814F8903}"/>
              </a:ext>
            </a:extLst>
          </p:cNvPr>
          <p:cNvPicPr>
            <a:picLocks noChangeAspect="1"/>
          </p:cNvPicPr>
          <p:nvPr/>
        </p:nvPicPr>
        <p:blipFill>
          <a:blip r:embed="rId11"/>
          <a:stretch>
            <a:fillRect/>
          </a:stretch>
        </p:blipFill>
        <p:spPr>
          <a:xfrm>
            <a:off x="812193" y="4140184"/>
            <a:ext cx="3252265" cy="1902072"/>
          </a:xfrm>
          <a:prstGeom prst="rect">
            <a:avLst/>
          </a:prstGeom>
          <a:ln>
            <a:solidFill>
              <a:schemeClr val="accent6"/>
            </a:solidFill>
          </a:ln>
        </p:spPr>
      </p:pic>
      <p:sp>
        <p:nvSpPr>
          <p:cNvPr id="52" name="Ovale 11">
            <a:extLst>
              <a:ext uri="{FF2B5EF4-FFF2-40B4-BE49-F238E27FC236}">
                <a16:creationId xmlns:a16="http://schemas.microsoft.com/office/drawing/2014/main" id="{B04A75CC-863E-E921-5BC1-B059DE2C4353}"/>
              </a:ext>
            </a:extLst>
          </p:cNvPr>
          <p:cNvSpPr/>
          <p:nvPr/>
        </p:nvSpPr>
        <p:spPr>
          <a:xfrm>
            <a:off x="3718743" y="4134799"/>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5</a:t>
            </a:r>
          </a:p>
        </p:txBody>
      </p:sp>
      <p:sp>
        <p:nvSpPr>
          <p:cNvPr id="53" name="CasellaDiTesto 38">
            <a:extLst>
              <a:ext uri="{FF2B5EF4-FFF2-40B4-BE49-F238E27FC236}">
                <a16:creationId xmlns:a16="http://schemas.microsoft.com/office/drawing/2014/main" id="{69955E8B-426E-FF6A-5AF2-53BD88A1A94A}"/>
              </a:ext>
            </a:extLst>
          </p:cNvPr>
          <p:cNvSpPr txBox="1"/>
          <p:nvPr/>
        </p:nvSpPr>
        <p:spPr>
          <a:xfrm>
            <a:off x="8676004" y="4602099"/>
            <a:ext cx="3066210" cy="1200329"/>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Per </a:t>
            </a:r>
            <a:r>
              <a:rPr lang="en-GB" sz="1200" err="1">
                <a:latin typeface="+mj-lt"/>
                <a:cs typeface="Segoe UI" panose="020B0502040204020203" pitchFamily="34" charset="0"/>
              </a:rPr>
              <a:t>monitorare</a:t>
            </a:r>
            <a:r>
              <a:rPr lang="en-GB" sz="1200">
                <a:latin typeface="+mj-lt"/>
                <a:cs typeface="Segoe UI" panose="020B0502040204020203" pitchFamily="34" charset="0"/>
              </a:rPr>
              <a:t> se Additional Manager ha </a:t>
            </a:r>
            <a:r>
              <a:rPr lang="en-GB" sz="1200" err="1">
                <a:latin typeface="+mj-lt"/>
                <a:cs typeface="Segoe UI" panose="020B0502040204020203" pitchFamily="34" charset="0"/>
              </a:rPr>
              <a:t>dato</a:t>
            </a:r>
            <a:r>
              <a:rPr lang="en-GB" sz="1200">
                <a:latin typeface="+mj-lt"/>
                <a:cs typeface="Segoe UI" panose="020B0502040204020203" pitchFamily="34" charset="0"/>
              </a:rPr>
              <a:t> la </a:t>
            </a:r>
            <a:r>
              <a:rPr lang="en-GB" sz="1200" err="1">
                <a:latin typeface="+mj-lt"/>
                <a:cs typeface="Segoe UI" panose="020B0502040204020203" pitchFamily="34" charset="0"/>
              </a:rPr>
              <a:t>sua</a:t>
            </a:r>
            <a:r>
              <a:rPr lang="en-GB" sz="1200">
                <a:latin typeface="+mj-lt"/>
                <a:cs typeface="Segoe UI" panose="020B0502040204020203" pitchFamily="34" charset="0"/>
              </a:rPr>
              <a:t> </a:t>
            </a:r>
            <a:r>
              <a:rPr lang="en-GB" sz="1200" err="1">
                <a:latin typeface="+mj-lt"/>
                <a:cs typeface="Segoe UI" panose="020B0502040204020203" pitchFamily="34" charset="0"/>
              </a:rPr>
              <a:t>valutazione</a:t>
            </a:r>
            <a:r>
              <a:rPr lang="en-GB" sz="1200">
                <a:latin typeface="+mj-lt"/>
                <a:cs typeface="Segoe UI" panose="020B0502040204020203" pitchFamily="34" charset="0"/>
              </a:rPr>
              <a:t>, è possible </a:t>
            </a:r>
            <a:r>
              <a:rPr lang="en-GB" sz="1200" err="1">
                <a:latin typeface="+mj-lt"/>
                <a:cs typeface="Segoe UI" panose="020B0502040204020203" pitchFamily="34" charset="0"/>
              </a:rPr>
              <a:t>usare</a:t>
            </a:r>
            <a:r>
              <a:rPr lang="en-GB" sz="1200">
                <a:latin typeface="+mj-lt"/>
                <a:cs typeface="Segoe UI" panose="020B0502040204020203" pitchFamily="34" charset="0"/>
              </a:rPr>
              <a:t> il report "</a:t>
            </a:r>
            <a:r>
              <a:rPr lang="en-GB" sz="1200" b="1">
                <a:latin typeface="+mj-lt"/>
                <a:cs typeface="Segoe UI" panose="020B0502040204020203" pitchFamily="34" charset="0"/>
              </a:rPr>
              <a:t>Additional Manager Evaluation Status</a:t>
            </a:r>
            <a:r>
              <a:rPr lang="en-GB" sz="1200">
                <a:latin typeface="+mj-lt"/>
                <a:cs typeface="Segoe UI" panose="020B0502040204020203" pitchFamily="34" charset="0"/>
              </a:rPr>
              <a:t>" e </a:t>
            </a:r>
            <a:r>
              <a:rPr lang="en-GB" sz="1200" err="1">
                <a:latin typeface="+mj-lt"/>
                <a:cs typeface="Segoe UI" panose="020B0502040204020203" pitchFamily="34" charset="0"/>
              </a:rPr>
              <a:t>selezionando</a:t>
            </a:r>
            <a:r>
              <a:rPr lang="en-GB" sz="1200">
                <a:latin typeface="+mj-lt"/>
                <a:cs typeface="Segoe UI" panose="020B0502040204020203" pitchFamily="34" charset="0"/>
              </a:rPr>
              <a:t> Mid Year Check - In 2025 e la </a:t>
            </a:r>
            <a:r>
              <a:rPr lang="en-GB" sz="1200" err="1">
                <a:latin typeface="+mj-lt"/>
                <a:cs typeface="Segoe UI" panose="020B0502040204020203" pitchFamily="34" charset="0"/>
              </a:rPr>
              <a:t>tua</a:t>
            </a:r>
            <a:r>
              <a:rPr lang="en-GB" sz="1200">
                <a:latin typeface="+mj-lt"/>
                <a:cs typeface="Segoe UI" panose="020B0502040204020203" pitchFamily="34" charset="0"/>
              </a:rPr>
              <a:t> supervisory organization.</a:t>
            </a:r>
          </a:p>
        </p:txBody>
      </p:sp>
      <p:sp>
        <p:nvSpPr>
          <p:cNvPr id="54" name="Ovale 11">
            <a:extLst>
              <a:ext uri="{FF2B5EF4-FFF2-40B4-BE49-F238E27FC236}">
                <a16:creationId xmlns:a16="http://schemas.microsoft.com/office/drawing/2014/main" id="{C5974024-CDA7-F9CA-7006-9E752569AF18}"/>
              </a:ext>
            </a:extLst>
          </p:cNvPr>
          <p:cNvSpPr/>
          <p:nvPr/>
        </p:nvSpPr>
        <p:spPr>
          <a:xfrm>
            <a:off x="8215610" y="460209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5</a:t>
            </a:r>
          </a:p>
        </p:txBody>
      </p:sp>
      <p:sp>
        <p:nvSpPr>
          <p:cNvPr id="2" name="TextBox 1">
            <a:extLst>
              <a:ext uri="{FF2B5EF4-FFF2-40B4-BE49-F238E27FC236}">
                <a16:creationId xmlns:a16="http://schemas.microsoft.com/office/drawing/2014/main" id="{20D985B5-1D0D-0A54-4533-F31003764402}"/>
              </a:ext>
            </a:extLst>
          </p:cNvPr>
          <p:cNvSpPr txBox="1"/>
          <p:nvPr/>
        </p:nvSpPr>
        <p:spPr>
          <a:xfrm>
            <a:off x="4620444" y="4408498"/>
            <a:ext cx="3379041" cy="1569660"/>
          </a:xfrm>
          <a:prstGeom prst="rect">
            <a:avLst/>
          </a:prstGeom>
          <a:solidFill>
            <a:schemeClr val="bg2"/>
          </a:solidFill>
        </p:spPr>
        <p:txBody>
          <a:bodyPr wrap="square" rtlCol="0">
            <a:spAutoFit/>
          </a:bodyPr>
          <a:lstStyle/>
          <a:p>
            <a:r>
              <a:rPr lang="en-GB" sz="1200" b="1">
                <a:solidFill>
                  <a:schemeClr val="accent1"/>
                </a:solidFill>
                <a:latin typeface="+mj-lt"/>
              </a:rPr>
              <a:t>Note</a:t>
            </a:r>
            <a:r>
              <a:rPr lang="en-GB" sz="1200">
                <a:solidFill>
                  <a:schemeClr val="accent1"/>
                </a:solidFill>
                <a:latin typeface="+mj-lt"/>
              </a:rPr>
              <a:t>: </a:t>
            </a:r>
            <a:r>
              <a:rPr lang="it-IT" sz="1200" b="1" i="0">
                <a:effectLst/>
                <a:latin typeface="+mj-lt"/>
              </a:rPr>
              <a:t>Questo task non è obbligatorio. </a:t>
            </a:r>
            <a:r>
              <a:rPr lang="it-IT" sz="1200" i="0">
                <a:effectLst/>
                <a:latin typeface="+mj-lt"/>
              </a:rPr>
              <a:t>Anche se viene richiesto il feedback all'</a:t>
            </a:r>
            <a:r>
              <a:rPr lang="it-IT" sz="1200" i="0" err="1">
                <a:effectLst/>
                <a:latin typeface="+mj-lt"/>
              </a:rPr>
              <a:t>Additional</a:t>
            </a:r>
            <a:r>
              <a:rPr lang="it-IT" sz="1200" i="0">
                <a:effectLst/>
                <a:latin typeface="+mj-lt"/>
              </a:rPr>
              <a:t> Manager o il task viene saltato, il </a:t>
            </a:r>
            <a:r>
              <a:rPr lang="it-IT" sz="1200" b="1" i="0">
                <a:effectLst/>
                <a:latin typeface="+mj-lt"/>
              </a:rPr>
              <a:t>Manager riceve immediatamente il task di valutazione. </a:t>
            </a:r>
            <a:r>
              <a:rPr lang="it-IT" sz="1200" i="0">
                <a:effectLst/>
                <a:latin typeface="+mj-lt"/>
              </a:rPr>
              <a:t>Pertanto, il </a:t>
            </a:r>
            <a:r>
              <a:rPr lang="it-IT" sz="1200" b="1" i="0">
                <a:effectLst/>
                <a:latin typeface="+mj-lt"/>
              </a:rPr>
              <a:t>Manager non deve necessariamente attendere la valutazione dell'</a:t>
            </a:r>
            <a:r>
              <a:rPr lang="it-IT" sz="1200" b="1" i="0" err="1">
                <a:effectLst/>
                <a:latin typeface="+mj-lt"/>
              </a:rPr>
              <a:t>Additional</a:t>
            </a:r>
            <a:r>
              <a:rPr lang="it-IT" sz="1200" b="1" i="0">
                <a:effectLst/>
                <a:latin typeface="+mj-lt"/>
              </a:rPr>
              <a:t> Manage</a:t>
            </a:r>
            <a:r>
              <a:rPr lang="it-IT" sz="1200" i="0">
                <a:effectLst/>
                <a:latin typeface="+mj-lt"/>
              </a:rPr>
              <a:t>r per procedere con la propria.</a:t>
            </a:r>
            <a:endParaRPr lang="en-GB" sz="1200"/>
          </a:p>
        </p:txBody>
      </p:sp>
    </p:spTree>
    <p:extLst>
      <p:ext uri="{BB962C8B-B14F-4D97-AF65-F5344CB8AC3E}">
        <p14:creationId xmlns:p14="http://schemas.microsoft.com/office/powerpoint/2010/main" val="10973707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21538-9AFD-4F99-375C-7CB334F342E4}"/>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B82E55F-F403-B157-AF9E-E7F27F57DAC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3" name="think-cell data - do not delete" hidden="1">
                        <a:extLst>
                          <a:ext uri="{FF2B5EF4-FFF2-40B4-BE49-F238E27FC236}">
                            <a16:creationId xmlns:a16="http://schemas.microsoft.com/office/drawing/2014/main" id="{4B82E55F-F403-B157-AF9E-E7F27F57DAC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6" name="Segnaposto immagine 5">
            <a:extLst>
              <a:ext uri="{FF2B5EF4-FFF2-40B4-BE49-F238E27FC236}">
                <a16:creationId xmlns:a16="http://schemas.microsoft.com/office/drawing/2014/main" id="{4CEB6AA1-F1E9-E41A-1E12-B040C58622BA}"/>
              </a:ext>
            </a:extLst>
          </p:cNvPr>
          <p:cNvPicPr>
            <a:picLocks noGrp="1" noChangeAspect="1"/>
          </p:cNvPicPr>
          <p:nvPr>
            <p:ph type="pic" sz="quarter" idx="11"/>
          </p:nvPr>
        </p:nvPicPr>
        <p:blipFill>
          <a:blip r:embed="rId6"/>
          <a:srcRect l="24934" r="24934"/>
          <a:stretch/>
        </p:blipFill>
        <p:spPr>
          <a:xfrm>
            <a:off x="6095999" y="0"/>
            <a:ext cx="6111325" cy="6858000"/>
          </a:xfrm>
        </p:spPr>
      </p:pic>
      <p:sp>
        <p:nvSpPr>
          <p:cNvPr id="5" name="Segnaposto testo 4">
            <a:extLst>
              <a:ext uri="{FF2B5EF4-FFF2-40B4-BE49-F238E27FC236}">
                <a16:creationId xmlns:a16="http://schemas.microsoft.com/office/drawing/2014/main" id="{1ED7ECD5-3FC6-B74D-1664-7DFD3F64F78B}"/>
              </a:ext>
            </a:extLst>
          </p:cNvPr>
          <p:cNvSpPr>
            <a:spLocks noGrp="1"/>
          </p:cNvSpPr>
          <p:nvPr>
            <p:ph type="body" sz="quarter" idx="20"/>
          </p:nvPr>
        </p:nvSpPr>
        <p:spPr/>
        <p:txBody>
          <a:bodyPr/>
          <a:lstStyle/>
          <a:p>
            <a:r>
              <a:rPr lang="it-IT" err="1"/>
              <a:t>Employee</a:t>
            </a:r>
            <a:r>
              <a:rPr lang="it-IT"/>
              <a:t> – Self Evaluation </a:t>
            </a:r>
          </a:p>
          <a:p>
            <a:r>
              <a:rPr lang="it-IT"/>
              <a:t>Manager – </a:t>
            </a:r>
            <a:r>
              <a:rPr lang="it-IT" err="1"/>
              <a:t>Get</a:t>
            </a:r>
            <a:r>
              <a:rPr lang="it-IT"/>
              <a:t> </a:t>
            </a:r>
            <a:r>
              <a:rPr lang="it-IT" err="1"/>
              <a:t>Additional</a:t>
            </a:r>
            <a:r>
              <a:rPr lang="it-IT"/>
              <a:t> Manager Evaluation</a:t>
            </a:r>
          </a:p>
          <a:p>
            <a:r>
              <a:rPr lang="it-IT" b="1" err="1">
                <a:solidFill>
                  <a:schemeClr val="accent1"/>
                </a:solidFill>
              </a:rPr>
              <a:t>Additional</a:t>
            </a:r>
            <a:r>
              <a:rPr lang="it-IT" b="1">
                <a:solidFill>
                  <a:schemeClr val="accent1"/>
                </a:solidFill>
              </a:rPr>
              <a:t> Manager – </a:t>
            </a:r>
            <a:r>
              <a:rPr lang="it-IT" b="1" err="1">
                <a:solidFill>
                  <a:schemeClr val="accent1"/>
                </a:solidFill>
              </a:rPr>
              <a:t>Additional</a:t>
            </a:r>
            <a:r>
              <a:rPr lang="it-IT" b="1">
                <a:solidFill>
                  <a:schemeClr val="accent1"/>
                </a:solidFill>
              </a:rPr>
              <a:t> Manager Evaluation</a:t>
            </a:r>
          </a:p>
          <a:p>
            <a:r>
              <a:rPr lang="it-IT"/>
              <a:t>Manager – Manager Evaluation &amp; To Do</a:t>
            </a:r>
          </a:p>
          <a:p>
            <a:r>
              <a:rPr lang="it-IT" err="1"/>
              <a:t>Employee</a:t>
            </a:r>
            <a:r>
              <a:rPr lang="it-IT"/>
              <a:t> – </a:t>
            </a:r>
            <a:r>
              <a:rPr lang="it-IT" err="1"/>
              <a:t>Acknowledgement</a:t>
            </a:r>
            <a:r>
              <a:rPr lang="it-IT"/>
              <a:t> </a:t>
            </a:r>
          </a:p>
          <a:p>
            <a:r>
              <a:rPr lang="it-IT" err="1"/>
              <a:t>FAQs</a:t>
            </a:r>
            <a:endParaRPr lang="it-IT"/>
          </a:p>
          <a:p>
            <a:endParaRPr lang="en-GB"/>
          </a:p>
        </p:txBody>
      </p:sp>
      <p:sp>
        <p:nvSpPr>
          <p:cNvPr id="11" name="Titolo 10">
            <a:extLst>
              <a:ext uri="{FF2B5EF4-FFF2-40B4-BE49-F238E27FC236}">
                <a16:creationId xmlns:a16="http://schemas.microsoft.com/office/drawing/2014/main" id="{4BDCF80C-1644-C9A4-0B64-87B96FCAE44A}"/>
              </a:ext>
            </a:extLst>
          </p:cNvPr>
          <p:cNvSpPr>
            <a:spLocks noGrp="1"/>
          </p:cNvSpPr>
          <p:nvPr>
            <p:ph type="title"/>
          </p:nvPr>
        </p:nvSpPr>
        <p:spPr/>
        <p:txBody>
          <a:bodyPr vert="horz"/>
          <a:lstStyle/>
          <a:p>
            <a:r>
              <a:rPr lang="it-IT"/>
              <a:t>Agenda</a:t>
            </a:r>
          </a:p>
        </p:txBody>
      </p:sp>
      <p:sp>
        <p:nvSpPr>
          <p:cNvPr id="9" name="Segnaposto testo 8">
            <a:extLst>
              <a:ext uri="{FF2B5EF4-FFF2-40B4-BE49-F238E27FC236}">
                <a16:creationId xmlns:a16="http://schemas.microsoft.com/office/drawing/2014/main" id="{12D463CA-6956-E4F7-0042-3BC2CE8FA2EB}"/>
              </a:ext>
            </a:extLst>
          </p:cNvPr>
          <p:cNvSpPr>
            <a:spLocks noGrp="1"/>
          </p:cNvSpPr>
          <p:nvPr>
            <p:ph type="body" sz="quarter" idx="13"/>
          </p:nvPr>
        </p:nvSpPr>
        <p:spPr/>
        <p:txBody>
          <a:bodyPr/>
          <a:lstStyle/>
          <a:p>
            <a:r>
              <a:rPr lang="it-IT"/>
              <a:t>ENGINEERING </a:t>
            </a:r>
            <a:r>
              <a:rPr lang="it-IT" b="0"/>
              <a:t>/ THE DIGITAL TRANSFORMATION COMPANY</a:t>
            </a:r>
          </a:p>
        </p:txBody>
      </p:sp>
      <p:sp>
        <p:nvSpPr>
          <p:cNvPr id="13" name="Segnaposto piè di pagina 12">
            <a:extLst>
              <a:ext uri="{FF2B5EF4-FFF2-40B4-BE49-F238E27FC236}">
                <a16:creationId xmlns:a16="http://schemas.microsoft.com/office/drawing/2014/main" id="{F7ABEFAD-BC2E-3381-8526-9D7E5A62FE5D}"/>
              </a:ext>
            </a:extLst>
          </p:cNvPr>
          <p:cNvSpPr>
            <a:spLocks noGrp="1"/>
          </p:cNvSpPr>
          <p:nvPr>
            <p:ph type="ftr" sz="quarter" idx="17"/>
          </p:nvPr>
        </p:nvSpPr>
        <p:spPr/>
        <p:txBody>
          <a:bodyPr/>
          <a:lstStyle/>
          <a:p>
            <a:endParaRPr lang="it-IT"/>
          </a:p>
        </p:txBody>
      </p:sp>
      <p:sp>
        <p:nvSpPr>
          <p:cNvPr id="2" name="Segnaposto numero diapositiva 1">
            <a:extLst>
              <a:ext uri="{FF2B5EF4-FFF2-40B4-BE49-F238E27FC236}">
                <a16:creationId xmlns:a16="http://schemas.microsoft.com/office/drawing/2014/main" id="{E19A14FA-AA1C-72C5-0D73-6FA477307335}"/>
              </a:ext>
            </a:extLst>
          </p:cNvPr>
          <p:cNvSpPr>
            <a:spLocks noGrp="1"/>
          </p:cNvSpPr>
          <p:nvPr>
            <p:ph type="sldNum" sz="quarter" idx="18"/>
          </p:nvPr>
        </p:nvSpPr>
        <p:spPr/>
        <p:txBody>
          <a:bodyPr/>
          <a:lstStyle/>
          <a:p>
            <a:fld id="{98BF7C3C-24CC-6140-8A22-738C44F1CFEB}" type="slidenum">
              <a:rPr lang="it-IT" smtClean="0"/>
              <a:pPr/>
              <a:t>38</a:t>
            </a:fld>
            <a:endParaRPr lang="it-IT"/>
          </a:p>
        </p:txBody>
      </p:sp>
    </p:spTree>
    <p:extLst>
      <p:ext uri="{BB962C8B-B14F-4D97-AF65-F5344CB8AC3E}">
        <p14:creationId xmlns:p14="http://schemas.microsoft.com/office/powerpoint/2010/main" val="34941817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142A1-BFE0-13D4-712F-983B3D45B3C2}"/>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E813381-D73A-D58B-4AE0-FF3929A14A5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3E813381-D73A-D58B-4AE0-FF3929A14A5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E984AD6D-0073-41E8-3A73-7E5E6CE42BDF}"/>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a:t>
            </a:r>
            <a:r>
              <a:rPr lang="it-IT" b="0" err="1"/>
              <a:t>Additional</a:t>
            </a:r>
            <a:r>
              <a:rPr lang="it-IT" b="0"/>
              <a:t> Manager Evaluation (1/3)</a:t>
            </a:r>
          </a:p>
        </p:txBody>
      </p:sp>
      <p:sp>
        <p:nvSpPr>
          <p:cNvPr id="4" name="Segnaposto numero diapositiva 3">
            <a:extLst>
              <a:ext uri="{FF2B5EF4-FFF2-40B4-BE49-F238E27FC236}">
                <a16:creationId xmlns:a16="http://schemas.microsoft.com/office/drawing/2014/main" id="{7B522A18-67C2-2378-08D9-02F7538DAE74}"/>
              </a:ext>
            </a:extLst>
          </p:cNvPr>
          <p:cNvSpPr>
            <a:spLocks noGrp="1"/>
          </p:cNvSpPr>
          <p:nvPr>
            <p:ph type="sldNum" sz="quarter" idx="15"/>
          </p:nvPr>
        </p:nvSpPr>
        <p:spPr/>
        <p:txBody>
          <a:bodyPr/>
          <a:lstStyle/>
          <a:p>
            <a:fld id="{98BF7C3C-24CC-6140-8A22-738C44F1CFEB}" type="slidenum">
              <a:rPr lang="it-IT" smtClean="0"/>
              <a:pPr/>
              <a:t>39</a:t>
            </a:fld>
            <a:endParaRPr lang="it-IT"/>
          </a:p>
        </p:txBody>
      </p:sp>
      <p:sp>
        <p:nvSpPr>
          <p:cNvPr id="6" name="Segnaposto testo 5">
            <a:extLst>
              <a:ext uri="{FF2B5EF4-FFF2-40B4-BE49-F238E27FC236}">
                <a16:creationId xmlns:a16="http://schemas.microsoft.com/office/drawing/2014/main" id="{4E265C55-3E6B-6E07-06B1-83CB46024909}"/>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5B5484A1-5F99-1CDD-4E8F-9E0E31EBB986}"/>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F8CE9D02-859C-9994-9D17-187FDE312E43}"/>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F84DB8D4-F9C8-5510-CEE1-323F8465949C}"/>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8E3A5030-5F7A-4B49-462B-E284A838E103}"/>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C78BEA3C-84CC-1513-55F1-2F6AFCE59117}"/>
              </a:ext>
            </a:extLst>
          </p:cNvPr>
          <p:cNvSpPr txBox="1"/>
          <p:nvPr/>
        </p:nvSpPr>
        <p:spPr>
          <a:xfrm>
            <a:off x="8696680" y="1402163"/>
            <a:ext cx="3066210" cy="1384995"/>
          </a:xfrm>
          <a:prstGeom prst="rect">
            <a:avLst/>
          </a:prstGeom>
          <a:noFill/>
          <a:ln>
            <a:solidFill>
              <a:schemeClr val="bg2"/>
            </a:solidFill>
            <a:prstDash val="dash"/>
          </a:ln>
        </p:spPr>
        <p:txBody>
          <a:bodyPr wrap="square">
            <a:spAutoFit/>
          </a:bodyPr>
          <a:lstStyle/>
          <a:p>
            <a:r>
              <a:rPr lang="it-IT" sz="1200">
                <a:latin typeface="+mj-lt"/>
                <a:cs typeface="Segoe UI" panose="020B0502040204020203" pitchFamily="34" charset="0"/>
              </a:rPr>
              <a:t>Accedi a </a:t>
            </a:r>
            <a:r>
              <a:rPr lang="it-IT" sz="1200" err="1">
                <a:latin typeface="+mj-lt"/>
                <a:cs typeface="Segoe UI" panose="020B0502040204020203" pitchFamily="34" charset="0"/>
              </a:rPr>
              <a:t>Workday</a:t>
            </a:r>
            <a:r>
              <a:rPr lang="it-IT" sz="1200">
                <a:latin typeface="+mj-lt"/>
                <a:cs typeface="Segoe UI" panose="020B0502040204020203" pitchFamily="34" charset="0"/>
              </a:rPr>
              <a:t> tramite Single </a:t>
            </a:r>
            <a:r>
              <a:rPr lang="it-IT" sz="1200" err="1">
                <a:latin typeface="+mj-lt"/>
                <a:cs typeface="Segoe UI" panose="020B0502040204020203" pitchFamily="34" charset="0"/>
              </a:rPr>
              <a:t>Sign</a:t>
            </a:r>
            <a:r>
              <a:rPr lang="it-IT" sz="1200">
                <a:latin typeface="+mj-lt"/>
                <a:cs typeface="Segoe UI" panose="020B0502040204020203" pitchFamily="34" charset="0"/>
              </a:rPr>
              <a:t>-On per visualizzare la tua dashboard personale. </a:t>
            </a:r>
            <a:r>
              <a:rPr lang="en-GB" sz="1200">
                <a:latin typeface="+mj-lt"/>
                <a:cs typeface="Segoe UI" panose="020B0502040204020203" pitchFamily="34" charset="0"/>
              </a:rPr>
              <a:t>Nella </a:t>
            </a:r>
            <a:r>
              <a:rPr lang="en-GB" sz="1200" err="1">
                <a:latin typeface="+mj-lt"/>
                <a:cs typeface="Segoe UI" panose="020B0502040204020203" pitchFamily="34" charset="0"/>
              </a:rPr>
              <a:t>sezione</a:t>
            </a:r>
            <a:r>
              <a:rPr lang="en-GB" sz="1200">
                <a:latin typeface="+mj-lt"/>
                <a:cs typeface="Segoe UI" panose="020B0502040204020203" pitchFamily="34" charset="0"/>
              </a:rPr>
              <a:t> "Awaiting Your Action", </a:t>
            </a:r>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b="1">
                <a:latin typeface="+mj-lt"/>
                <a:cs typeface="Segoe UI" panose="020B0502040204020203" pitchFamily="34" charset="0"/>
              </a:rPr>
              <a:t>Complete Get Additional Manager Evaluation”.</a:t>
            </a:r>
          </a:p>
          <a:p>
            <a:r>
              <a:rPr lang="en-GB" sz="1200" err="1">
                <a:latin typeface="+mj-lt"/>
                <a:cs typeface="Segoe UI" panose="020B0502040204020203" pitchFamily="34" charset="0"/>
              </a:rPr>
              <a:t>Clicca</a:t>
            </a:r>
            <a:r>
              <a:rPr lang="en-GB" sz="1200" b="1">
                <a:latin typeface="+mj-lt"/>
                <a:cs typeface="Segoe UI" panose="020B0502040204020203" pitchFamily="34" charset="0"/>
              </a:rPr>
              <a:t> “Get Started“ </a:t>
            </a:r>
            <a:r>
              <a:rPr lang="it-IT" sz="1200">
                <a:latin typeface="+mj-lt"/>
                <a:cs typeface="Segoe UI" panose="020B0502040204020203" pitchFamily="34" charset="0"/>
              </a:rPr>
              <a:t>per iniziare con la valutazione.</a:t>
            </a:r>
            <a:endParaRPr lang="en-GB" sz="1200">
              <a:latin typeface="+mj-lt"/>
              <a:cs typeface="Segoe UI" panose="020B0502040204020203" pitchFamily="34" charset="0"/>
            </a:endParaRPr>
          </a:p>
        </p:txBody>
      </p:sp>
      <p:sp>
        <p:nvSpPr>
          <p:cNvPr id="16" name="Ovale 11">
            <a:extLst>
              <a:ext uri="{FF2B5EF4-FFF2-40B4-BE49-F238E27FC236}">
                <a16:creationId xmlns:a16="http://schemas.microsoft.com/office/drawing/2014/main" id="{ED61BE12-6E0D-740B-8F19-5175E5D4A93B}"/>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pic>
        <p:nvPicPr>
          <p:cNvPr id="34" name="Elemento grafico 36" descr="Utente con riempimento a tinta unita">
            <a:extLst>
              <a:ext uri="{FF2B5EF4-FFF2-40B4-BE49-F238E27FC236}">
                <a16:creationId xmlns:a16="http://schemas.microsoft.com/office/drawing/2014/main" id="{0886A4C4-A3F3-14F6-5CEB-EC49AA9FCAE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63728647-93E0-B63F-2E36-B7F9127072CB}"/>
              </a:ext>
            </a:extLst>
          </p:cNvPr>
          <p:cNvSpPr txBox="1"/>
          <p:nvPr/>
        </p:nvSpPr>
        <p:spPr>
          <a:xfrm>
            <a:off x="10414992" y="428529"/>
            <a:ext cx="1198833" cy="584775"/>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err="1">
                <a:solidFill>
                  <a:schemeClr val="accent5"/>
                </a:solidFill>
                <a:latin typeface="CocoEng" pitchFamily="50" charset="0"/>
                <a:cs typeface="Segoe UI" panose="020B0502040204020203" pitchFamily="34" charset="0"/>
              </a:rPr>
              <a:t>Additional</a:t>
            </a:r>
            <a:r>
              <a:rPr lang="it-IT" sz="1600" b="1">
                <a:solidFill>
                  <a:schemeClr val="accent5"/>
                </a:solidFill>
                <a:latin typeface="CocoEng" pitchFamily="50" charset="0"/>
                <a:cs typeface="Segoe UI" panose="020B0502040204020203" pitchFamily="34" charset="0"/>
              </a:rPr>
              <a:t> Manager</a:t>
            </a:r>
          </a:p>
        </p:txBody>
      </p:sp>
      <p:pic>
        <p:nvPicPr>
          <p:cNvPr id="20" name="Picture 19">
            <a:extLst>
              <a:ext uri="{FF2B5EF4-FFF2-40B4-BE49-F238E27FC236}">
                <a16:creationId xmlns:a16="http://schemas.microsoft.com/office/drawing/2014/main" id="{8BD0B498-A69A-D5F6-830F-1EFA18F0ED90}"/>
              </a:ext>
            </a:extLst>
          </p:cNvPr>
          <p:cNvPicPr>
            <a:picLocks noChangeAspect="1"/>
          </p:cNvPicPr>
          <p:nvPr/>
        </p:nvPicPr>
        <p:blipFill>
          <a:blip r:embed="rId8"/>
          <a:stretch>
            <a:fillRect/>
          </a:stretch>
        </p:blipFill>
        <p:spPr>
          <a:xfrm>
            <a:off x="812554" y="1489123"/>
            <a:ext cx="1959168" cy="936483"/>
          </a:xfrm>
          <a:prstGeom prst="rect">
            <a:avLst/>
          </a:prstGeom>
          <a:ln>
            <a:solidFill>
              <a:schemeClr val="accent6"/>
            </a:solidFill>
          </a:ln>
        </p:spPr>
      </p:pic>
      <p:pic>
        <p:nvPicPr>
          <p:cNvPr id="55" name="Picture 54">
            <a:extLst>
              <a:ext uri="{FF2B5EF4-FFF2-40B4-BE49-F238E27FC236}">
                <a16:creationId xmlns:a16="http://schemas.microsoft.com/office/drawing/2014/main" id="{701B8CC6-B2FF-F8FA-CE03-04CAA79385B0}"/>
              </a:ext>
            </a:extLst>
          </p:cNvPr>
          <p:cNvPicPr>
            <a:picLocks noChangeAspect="1"/>
          </p:cNvPicPr>
          <p:nvPr/>
        </p:nvPicPr>
        <p:blipFill>
          <a:blip r:embed="rId9"/>
          <a:srcRect r="15292"/>
          <a:stretch/>
        </p:blipFill>
        <p:spPr>
          <a:xfrm>
            <a:off x="2771722" y="1489860"/>
            <a:ext cx="3541818" cy="2370942"/>
          </a:xfrm>
          <a:prstGeom prst="rect">
            <a:avLst/>
          </a:prstGeom>
          <a:ln>
            <a:solidFill>
              <a:schemeClr val="accent6"/>
            </a:solidFill>
          </a:ln>
        </p:spPr>
      </p:pic>
      <p:sp>
        <p:nvSpPr>
          <p:cNvPr id="19" name="Ovale 11">
            <a:extLst>
              <a:ext uri="{FF2B5EF4-FFF2-40B4-BE49-F238E27FC236}">
                <a16:creationId xmlns:a16="http://schemas.microsoft.com/office/drawing/2014/main" id="{534AD563-1FF9-D79E-FC9D-4394206469A9}"/>
              </a:ext>
            </a:extLst>
          </p:cNvPr>
          <p:cNvSpPr/>
          <p:nvPr/>
        </p:nvSpPr>
        <p:spPr>
          <a:xfrm>
            <a:off x="2509503" y="1499239"/>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pic>
        <p:nvPicPr>
          <p:cNvPr id="49" name="Picture 48">
            <a:extLst>
              <a:ext uri="{FF2B5EF4-FFF2-40B4-BE49-F238E27FC236}">
                <a16:creationId xmlns:a16="http://schemas.microsoft.com/office/drawing/2014/main" id="{FD818452-4AD4-DAE9-FD4A-2C2B419A7877}"/>
              </a:ext>
            </a:extLst>
          </p:cNvPr>
          <p:cNvPicPr>
            <a:picLocks noChangeAspect="1"/>
          </p:cNvPicPr>
          <p:nvPr/>
        </p:nvPicPr>
        <p:blipFill>
          <a:blip r:embed="rId10"/>
          <a:stretch>
            <a:fillRect/>
          </a:stretch>
        </p:blipFill>
        <p:spPr>
          <a:xfrm>
            <a:off x="3866784" y="3429000"/>
            <a:ext cx="4104440" cy="2914200"/>
          </a:xfrm>
          <a:prstGeom prst="rect">
            <a:avLst/>
          </a:prstGeom>
        </p:spPr>
      </p:pic>
      <p:sp>
        <p:nvSpPr>
          <p:cNvPr id="56" name="Ovale 11">
            <a:extLst>
              <a:ext uri="{FF2B5EF4-FFF2-40B4-BE49-F238E27FC236}">
                <a16:creationId xmlns:a16="http://schemas.microsoft.com/office/drawing/2014/main" id="{082E08E1-997C-C2C2-2AC0-9A6872366063}"/>
              </a:ext>
            </a:extLst>
          </p:cNvPr>
          <p:cNvSpPr/>
          <p:nvPr/>
        </p:nvSpPr>
        <p:spPr>
          <a:xfrm>
            <a:off x="4875714" y="4774401"/>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57" name="Rectangle 56">
            <a:extLst>
              <a:ext uri="{FF2B5EF4-FFF2-40B4-BE49-F238E27FC236}">
                <a16:creationId xmlns:a16="http://schemas.microsoft.com/office/drawing/2014/main" id="{2DF96B43-5393-3E09-0C87-81DEDABA0883}"/>
              </a:ext>
            </a:extLst>
          </p:cNvPr>
          <p:cNvSpPr/>
          <p:nvPr/>
        </p:nvSpPr>
        <p:spPr>
          <a:xfrm>
            <a:off x="3866784" y="4870792"/>
            <a:ext cx="1138353" cy="29738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ctangle 57">
            <a:extLst>
              <a:ext uri="{FF2B5EF4-FFF2-40B4-BE49-F238E27FC236}">
                <a16:creationId xmlns:a16="http://schemas.microsoft.com/office/drawing/2014/main" id="{3A1F4F70-CDBC-583A-7F77-D257DD5C6306}"/>
              </a:ext>
            </a:extLst>
          </p:cNvPr>
          <p:cNvSpPr/>
          <p:nvPr/>
        </p:nvSpPr>
        <p:spPr>
          <a:xfrm>
            <a:off x="2805929" y="3527824"/>
            <a:ext cx="871187" cy="29738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CasellaDiTesto 38">
            <a:extLst>
              <a:ext uri="{FF2B5EF4-FFF2-40B4-BE49-F238E27FC236}">
                <a16:creationId xmlns:a16="http://schemas.microsoft.com/office/drawing/2014/main" id="{BC708285-5245-CA47-EA0E-BFE94F5CC893}"/>
              </a:ext>
            </a:extLst>
          </p:cNvPr>
          <p:cNvSpPr txBox="1"/>
          <p:nvPr/>
        </p:nvSpPr>
        <p:spPr>
          <a:xfrm>
            <a:off x="8696680" y="2877878"/>
            <a:ext cx="3066210" cy="1384995"/>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Il template </a:t>
            </a:r>
            <a:r>
              <a:rPr lang="it-IT" sz="1200">
                <a:latin typeface="+mj-lt"/>
                <a:cs typeface="Segoe UI" panose="020B0502040204020203" pitchFamily="34" charset="0"/>
              </a:rPr>
              <a:t>è suddiviso in diverse sezioni:</a:t>
            </a:r>
            <a:endParaRPr lang="en-GB" sz="1200">
              <a:latin typeface="+mj-lt"/>
              <a:cs typeface="Segoe UI" panose="020B0502040204020203" pitchFamily="34" charset="0"/>
            </a:endParaRPr>
          </a:p>
          <a:p>
            <a:pPr marL="171450" indent="-171450">
              <a:buFont typeface="Arial" panose="020B0604020202020204" pitchFamily="34" charset="0"/>
              <a:buChar char="•"/>
            </a:pPr>
            <a:r>
              <a:rPr lang="en-GB" sz="1200">
                <a:latin typeface="+mj-lt"/>
                <a:cs typeface="Segoe UI" panose="020B0502040204020203" pitchFamily="34" charset="0"/>
              </a:rPr>
              <a:t>Feedback</a:t>
            </a:r>
          </a:p>
          <a:p>
            <a:pPr marL="171450" indent="-171450">
              <a:buFont typeface="Arial" panose="020B0604020202020204" pitchFamily="34" charset="0"/>
              <a:buChar char="•"/>
            </a:pPr>
            <a:r>
              <a:rPr lang="en-GB" sz="1200">
                <a:latin typeface="+mj-lt"/>
                <a:cs typeface="Segoe UI" panose="020B0502040204020203" pitchFamily="34" charset="0"/>
              </a:rPr>
              <a:t>Goals</a:t>
            </a:r>
          </a:p>
          <a:p>
            <a:pPr marL="171450" indent="-171450">
              <a:buFont typeface="Arial" panose="020B0604020202020204" pitchFamily="34" charset="0"/>
              <a:buChar char="•"/>
            </a:pPr>
            <a:r>
              <a:rPr lang="en-GB" sz="1200">
                <a:latin typeface="+mj-lt"/>
                <a:cs typeface="Segoe UI" panose="020B0502040204020203" pitchFamily="34" charset="0"/>
              </a:rPr>
              <a:t>Behaviours</a:t>
            </a:r>
          </a:p>
          <a:p>
            <a:pPr marL="171450" indent="-171450">
              <a:buFont typeface="Arial" panose="020B0604020202020204" pitchFamily="34" charset="0"/>
              <a:buChar char="•"/>
            </a:pPr>
            <a:r>
              <a:rPr lang="en-GB" sz="1200">
                <a:latin typeface="+mj-lt"/>
                <a:cs typeface="Segoe UI" panose="020B0502040204020203" pitchFamily="34" charset="0"/>
              </a:rPr>
              <a:t>Supporting Documents</a:t>
            </a:r>
          </a:p>
          <a:p>
            <a:pPr marL="171450" indent="-171450">
              <a:buFont typeface="Arial" panose="020B0604020202020204" pitchFamily="34" charset="0"/>
              <a:buChar char="•"/>
            </a:pPr>
            <a:r>
              <a:rPr lang="en-GB" sz="1200">
                <a:latin typeface="+mj-lt"/>
                <a:cs typeface="Segoe UI" panose="020B0502040204020203" pitchFamily="34" charset="0"/>
              </a:rPr>
              <a:t>Overall</a:t>
            </a:r>
          </a:p>
          <a:p>
            <a:pPr marL="171450" indent="-171450">
              <a:buFont typeface="Arial" panose="020B0604020202020204" pitchFamily="34" charset="0"/>
              <a:buChar char="•"/>
            </a:pPr>
            <a:r>
              <a:rPr lang="en-GB" sz="1200">
                <a:latin typeface="+mj-lt"/>
                <a:cs typeface="Segoe UI" panose="020B0502040204020203" pitchFamily="34" charset="0"/>
              </a:rPr>
              <a:t>Review and Submit</a:t>
            </a:r>
          </a:p>
        </p:txBody>
      </p:sp>
      <p:sp>
        <p:nvSpPr>
          <p:cNvPr id="63" name="CasellaDiTesto 38">
            <a:extLst>
              <a:ext uri="{FF2B5EF4-FFF2-40B4-BE49-F238E27FC236}">
                <a16:creationId xmlns:a16="http://schemas.microsoft.com/office/drawing/2014/main" id="{DD6417D3-45DD-A028-206A-7BAE7B032E74}"/>
              </a:ext>
            </a:extLst>
          </p:cNvPr>
          <p:cNvSpPr txBox="1"/>
          <p:nvPr/>
        </p:nvSpPr>
        <p:spPr>
          <a:xfrm>
            <a:off x="8723848" y="4538258"/>
            <a:ext cx="3066210" cy="646331"/>
          </a:xfrm>
          <a:prstGeom prst="rect">
            <a:avLst/>
          </a:prstGeom>
          <a:noFill/>
          <a:ln>
            <a:solidFill>
              <a:schemeClr val="bg2"/>
            </a:solidFill>
            <a:prstDash val="dash"/>
          </a:ln>
        </p:spPr>
        <p:txBody>
          <a:bodyPr wrap="square">
            <a:spAutoFit/>
          </a:bodyPr>
          <a:lstStyle/>
          <a:p>
            <a:r>
              <a:rPr lang="it-IT" sz="1200">
                <a:latin typeface="+mj-lt"/>
                <a:cs typeface="Segoe UI" panose="020B0502040204020203" pitchFamily="34" charset="0"/>
              </a:rPr>
              <a:t>Nella sezione "</a:t>
            </a:r>
            <a:r>
              <a:rPr lang="it-IT" sz="1200" b="1">
                <a:latin typeface="+mj-lt"/>
                <a:cs typeface="Segoe UI" panose="020B0502040204020203" pitchFamily="34" charset="0"/>
              </a:rPr>
              <a:t>Feedback</a:t>
            </a:r>
            <a:r>
              <a:rPr lang="it-IT" sz="1200">
                <a:latin typeface="+mj-lt"/>
                <a:cs typeface="Segoe UI" panose="020B0502040204020203" pitchFamily="34" charset="0"/>
              </a:rPr>
              <a:t>" puoi trovare tutti i feedback ricevuti dal dipendente nell'ultimo anno.</a:t>
            </a:r>
            <a:endParaRPr lang="en-GB" sz="1200">
              <a:latin typeface="+mj-lt"/>
              <a:cs typeface="Segoe UI" panose="020B0502040204020203" pitchFamily="34" charset="0"/>
            </a:endParaRPr>
          </a:p>
        </p:txBody>
      </p:sp>
      <p:sp>
        <p:nvSpPr>
          <p:cNvPr id="64" name="CasellaDiTesto 38">
            <a:extLst>
              <a:ext uri="{FF2B5EF4-FFF2-40B4-BE49-F238E27FC236}">
                <a16:creationId xmlns:a16="http://schemas.microsoft.com/office/drawing/2014/main" id="{CE1E5A64-3923-D937-F461-8260E8B49823}"/>
              </a:ext>
            </a:extLst>
          </p:cNvPr>
          <p:cNvSpPr txBox="1"/>
          <p:nvPr/>
        </p:nvSpPr>
        <p:spPr>
          <a:xfrm>
            <a:off x="8696680" y="5267190"/>
            <a:ext cx="3066210" cy="276999"/>
          </a:xfrm>
          <a:prstGeom prst="rect">
            <a:avLst/>
          </a:prstGeom>
          <a:noFill/>
          <a:ln>
            <a:solidFill>
              <a:schemeClr val="bg2"/>
            </a:solidFill>
            <a:prstDash val="dash"/>
          </a:ln>
        </p:spPr>
        <p:txBody>
          <a:bodyPr wrap="square">
            <a:spAutoFit/>
          </a:bodyPr>
          <a:lstStyle/>
          <a:p>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err="1">
                <a:latin typeface="+mj-lt"/>
                <a:cs typeface="Segoe UI" panose="020B0502040204020203" pitchFamily="34" charset="0"/>
              </a:rPr>
              <a:t>su</a:t>
            </a:r>
            <a:r>
              <a:rPr lang="en-GB" sz="1200">
                <a:latin typeface="+mj-lt"/>
                <a:cs typeface="Segoe UI" panose="020B0502040204020203" pitchFamily="34" charset="0"/>
              </a:rPr>
              <a:t> “</a:t>
            </a:r>
            <a:r>
              <a:rPr lang="en-GB" sz="1200" b="1">
                <a:latin typeface="+mj-lt"/>
                <a:cs typeface="Segoe UI" panose="020B0502040204020203" pitchFamily="34" charset="0"/>
              </a:rPr>
              <a:t>Next</a:t>
            </a:r>
            <a:r>
              <a:rPr lang="en-GB" sz="1200">
                <a:latin typeface="+mj-lt"/>
                <a:cs typeface="Segoe UI" panose="020B0502040204020203" pitchFamily="34" charset="0"/>
              </a:rPr>
              <a:t>“ per </a:t>
            </a:r>
            <a:r>
              <a:rPr lang="en-GB" sz="1200" err="1">
                <a:latin typeface="+mj-lt"/>
                <a:cs typeface="Segoe UI" panose="020B0502040204020203" pitchFamily="34" charset="0"/>
              </a:rPr>
              <a:t>continuare</a:t>
            </a:r>
            <a:r>
              <a:rPr lang="en-GB" sz="1200">
                <a:latin typeface="+mj-lt"/>
                <a:cs typeface="Segoe UI" panose="020B0502040204020203" pitchFamily="34" charset="0"/>
              </a:rPr>
              <a:t>.</a:t>
            </a:r>
          </a:p>
        </p:txBody>
      </p:sp>
      <p:sp>
        <p:nvSpPr>
          <p:cNvPr id="65" name="Ovale 11">
            <a:extLst>
              <a:ext uri="{FF2B5EF4-FFF2-40B4-BE49-F238E27FC236}">
                <a16:creationId xmlns:a16="http://schemas.microsoft.com/office/drawing/2014/main" id="{0F77BB18-D37D-4F54-2056-6C11263B5C6F}"/>
              </a:ext>
            </a:extLst>
          </p:cNvPr>
          <p:cNvSpPr/>
          <p:nvPr/>
        </p:nvSpPr>
        <p:spPr>
          <a:xfrm>
            <a:off x="8226273" y="2877878"/>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66" name="Ovale 11">
            <a:extLst>
              <a:ext uri="{FF2B5EF4-FFF2-40B4-BE49-F238E27FC236}">
                <a16:creationId xmlns:a16="http://schemas.microsoft.com/office/drawing/2014/main" id="{58E6F911-3A8F-99A9-3C29-AE756AA81900}"/>
              </a:ext>
            </a:extLst>
          </p:cNvPr>
          <p:cNvSpPr/>
          <p:nvPr/>
        </p:nvSpPr>
        <p:spPr>
          <a:xfrm>
            <a:off x="8226273" y="4538258"/>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67" name="Ovale 11">
            <a:extLst>
              <a:ext uri="{FF2B5EF4-FFF2-40B4-BE49-F238E27FC236}">
                <a16:creationId xmlns:a16="http://schemas.microsoft.com/office/drawing/2014/main" id="{9FBA0297-3F09-65BE-A666-5E2B9BCBA2E0}"/>
              </a:ext>
            </a:extLst>
          </p:cNvPr>
          <p:cNvSpPr/>
          <p:nvPr/>
        </p:nvSpPr>
        <p:spPr>
          <a:xfrm>
            <a:off x="8226273" y="5221235"/>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68" name="Ovale 11">
            <a:extLst>
              <a:ext uri="{FF2B5EF4-FFF2-40B4-BE49-F238E27FC236}">
                <a16:creationId xmlns:a16="http://schemas.microsoft.com/office/drawing/2014/main" id="{6CFD8C26-04CC-9B0C-95CE-47232DE424B3}"/>
              </a:ext>
            </a:extLst>
          </p:cNvPr>
          <p:cNvSpPr/>
          <p:nvPr/>
        </p:nvSpPr>
        <p:spPr>
          <a:xfrm>
            <a:off x="6575759" y="3429000"/>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69" name="Ovale 11">
            <a:extLst>
              <a:ext uri="{FF2B5EF4-FFF2-40B4-BE49-F238E27FC236}">
                <a16:creationId xmlns:a16="http://schemas.microsoft.com/office/drawing/2014/main" id="{B65A8EA8-DEFE-C569-DA98-7DCF03AA64A0}"/>
              </a:ext>
            </a:extLst>
          </p:cNvPr>
          <p:cNvSpPr/>
          <p:nvPr/>
        </p:nvSpPr>
        <p:spPr>
          <a:xfrm>
            <a:off x="5936036" y="5833635"/>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70" name="Rectangle 69">
            <a:extLst>
              <a:ext uri="{FF2B5EF4-FFF2-40B4-BE49-F238E27FC236}">
                <a16:creationId xmlns:a16="http://schemas.microsoft.com/office/drawing/2014/main" id="{793F7D8E-4023-89CF-B15E-8CBBF82840C7}"/>
              </a:ext>
            </a:extLst>
          </p:cNvPr>
          <p:cNvSpPr/>
          <p:nvPr/>
        </p:nvSpPr>
        <p:spPr>
          <a:xfrm>
            <a:off x="5655479" y="6083166"/>
            <a:ext cx="473142" cy="22370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260310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63AEC-36EA-1B02-FDC3-B65990667E52}"/>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C16FE4B-5071-2133-30E8-FD6AEB40A09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5C16FE4B-5071-2133-30E8-FD6AEB40A09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4DB1F905-4878-EB11-D1B1-DD4743F6CD08}"/>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a:t>
            </a:r>
            <a:r>
              <a:rPr lang="it-IT" b="0" err="1"/>
              <a:t>Additional</a:t>
            </a:r>
            <a:r>
              <a:rPr lang="it-IT" b="0"/>
              <a:t> Manager Evaluation (2/3)</a:t>
            </a:r>
          </a:p>
        </p:txBody>
      </p:sp>
      <p:sp>
        <p:nvSpPr>
          <p:cNvPr id="4" name="Segnaposto numero diapositiva 3">
            <a:extLst>
              <a:ext uri="{FF2B5EF4-FFF2-40B4-BE49-F238E27FC236}">
                <a16:creationId xmlns:a16="http://schemas.microsoft.com/office/drawing/2014/main" id="{45805E8F-B831-D955-26FE-8613660A8FA9}"/>
              </a:ext>
            </a:extLst>
          </p:cNvPr>
          <p:cNvSpPr>
            <a:spLocks noGrp="1"/>
          </p:cNvSpPr>
          <p:nvPr>
            <p:ph type="sldNum" sz="quarter" idx="15"/>
          </p:nvPr>
        </p:nvSpPr>
        <p:spPr/>
        <p:txBody>
          <a:bodyPr/>
          <a:lstStyle/>
          <a:p>
            <a:fld id="{98BF7C3C-24CC-6140-8A22-738C44F1CFEB}" type="slidenum">
              <a:rPr lang="it-IT" smtClean="0"/>
              <a:pPr/>
              <a:t>40</a:t>
            </a:fld>
            <a:endParaRPr lang="it-IT"/>
          </a:p>
        </p:txBody>
      </p:sp>
      <p:sp>
        <p:nvSpPr>
          <p:cNvPr id="6" name="Segnaposto testo 5">
            <a:extLst>
              <a:ext uri="{FF2B5EF4-FFF2-40B4-BE49-F238E27FC236}">
                <a16:creationId xmlns:a16="http://schemas.microsoft.com/office/drawing/2014/main" id="{94642133-D56D-4FD6-7400-54100A438E89}"/>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6FB45921-2C38-4E07-5B03-5FA8BC475CA7}"/>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56565A32-8FA7-C498-DDD5-DF24229A2580}"/>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2A04E900-57B0-ABBB-794F-4F968009BBA3}"/>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37878AAD-49EB-9565-D26D-56405D780E2E}"/>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91673E35-5814-AC69-EEE3-561BEFACB378}"/>
              </a:ext>
            </a:extLst>
          </p:cNvPr>
          <p:cNvSpPr txBox="1"/>
          <p:nvPr/>
        </p:nvSpPr>
        <p:spPr>
          <a:xfrm>
            <a:off x="8696680" y="1402163"/>
            <a:ext cx="3066210" cy="830997"/>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Nella </a:t>
            </a:r>
            <a:r>
              <a:rPr lang="en-GB" sz="1200" err="1">
                <a:latin typeface="+mj-lt"/>
                <a:cs typeface="Segoe UI" panose="020B0502040204020203" pitchFamily="34" charset="0"/>
              </a:rPr>
              <a:t>sezione“</a:t>
            </a:r>
            <a:r>
              <a:rPr lang="en-GB" sz="1200" b="1" err="1">
                <a:latin typeface="+mj-lt"/>
                <a:cs typeface="Segoe UI" panose="020B0502040204020203" pitchFamily="34" charset="0"/>
              </a:rPr>
              <a:t>Goal</a:t>
            </a:r>
            <a:r>
              <a:rPr lang="en-GB" sz="1200">
                <a:latin typeface="+mj-lt"/>
                <a:cs typeface="Segoe UI" panose="020B0502040204020203" pitchFamily="34" charset="0"/>
              </a:rPr>
              <a:t>" section, </a:t>
            </a:r>
            <a:r>
              <a:rPr lang="it-IT" sz="1200">
                <a:latin typeface="+mj-lt"/>
                <a:cs typeface="Segoe UI" panose="020B0502040204020203" pitchFamily="34" charset="0"/>
              </a:rPr>
              <a:t>devi fornire il commento generale sugli obiettivi della persona nel campo</a:t>
            </a:r>
            <a:r>
              <a:rPr lang="en-GB" sz="1200">
                <a:latin typeface="+mj-lt"/>
                <a:cs typeface="Segoe UI" panose="020B0502040204020203" pitchFamily="34" charset="0"/>
              </a:rPr>
              <a:t> “</a:t>
            </a:r>
            <a:r>
              <a:rPr lang="en-GB" sz="1200" b="1">
                <a:latin typeface="+mj-lt"/>
                <a:cs typeface="Segoe UI" panose="020B0502040204020203" pitchFamily="34" charset="0"/>
              </a:rPr>
              <a:t>Additional manager summary.</a:t>
            </a:r>
            <a:endParaRPr lang="en-GB" sz="1200">
              <a:latin typeface="+mj-lt"/>
              <a:cs typeface="Segoe UI" panose="020B0502040204020203" pitchFamily="34" charset="0"/>
            </a:endParaRPr>
          </a:p>
        </p:txBody>
      </p:sp>
      <p:sp>
        <p:nvSpPr>
          <p:cNvPr id="16" name="Ovale 11">
            <a:extLst>
              <a:ext uri="{FF2B5EF4-FFF2-40B4-BE49-F238E27FC236}">
                <a16:creationId xmlns:a16="http://schemas.microsoft.com/office/drawing/2014/main" id="{0580F7FF-1C0E-396E-0466-7B7F5821C036}"/>
              </a:ext>
            </a:extLst>
          </p:cNvPr>
          <p:cNvSpPr/>
          <p:nvPr/>
        </p:nvSpPr>
        <p:spPr>
          <a:xfrm>
            <a:off x="8224848"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pic>
        <p:nvPicPr>
          <p:cNvPr id="34" name="Elemento grafico 36" descr="Utente con riempimento a tinta unita">
            <a:extLst>
              <a:ext uri="{FF2B5EF4-FFF2-40B4-BE49-F238E27FC236}">
                <a16:creationId xmlns:a16="http://schemas.microsoft.com/office/drawing/2014/main" id="{8CCC9758-B372-E119-65F0-ABD9677DA81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F8E3DE6F-CC13-BC23-7123-BD7A0FF1FB9C}"/>
              </a:ext>
            </a:extLst>
          </p:cNvPr>
          <p:cNvSpPr txBox="1"/>
          <p:nvPr/>
        </p:nvSpPr>
        <p:spPr>
          <a:xfrm>
            <a:off x="10414992" y="428529"/>
            <a:ext cx="1198833" cy="584775"/>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err="1">
                <a:solidFill>
                  <a:schemeClr val="accent5"/>
                </a:solidFill>
                <a:latin typeface="CocoEng" pitchFamily="50" charset="0"/>
                <a:cs typeface="Segoe UI" panose="020B0502040204020203" pitchFamily="34" charset="0"/>
              </a:rPr>
              <a:t>Additional</a:t>
            </a:r>
            <a:r>
              <a:rPr lang="it-IT" sz="1600" b="1">
                <a:solidFill>
                  <a:schemeClr val="accent5"/>
                </a:solidFill>
                <a:latin typeface="CocoEng" pitchFamily="50" charset="0"/>
                <a:cs typeface="Segoe UI" panose="020B0502040204020203" pitchFamily="34" charset="0"/>
              </a:rPr>
              <a:t> Manager</a:t>
            </a:r>
          </a:p>
        </p:txBody>
      </p:sp>
      <p:sp>
        <p:nvSpPr>
          <p:cNvPr id="21" name="Rectangle 20">
            <a:extLst>
              <a:ext uri="{FF2B5EF4-FFF2-40B4-BE49-F238E27FC236}">
                <a16:creationId xmlns:a16="http://schemas.microsoft.com/office/drawing/2014/main" id="{57030DE0-57BC-AF2D-BB13-26FAB4F84DA9}"/>
              </a:ext>
            </a:extLst>
          </p:cNvPr>
          <p:cNvSpPr/>
          <p:nvPr/>
        </p:nvSpPr>
        <p:spPr>
          <a:xfrm>
            <a:off x="2468494" y="1678959"/>
            <a:ext cx="1497450" cy="1114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6" name="Picture 35">
            <a:extLst>
              <a:ext uri="{FF2B5EF4-FFF2-40B4-BE49-F238E27FC236}">
                <a16:creationId xmlns:a16="http://schemas.microsoft.com/office/drawing/2014/main" id="{CF9C8AC8-3EC5-E56D-4FCB-1A6A9CBA2F0B}"/>
              </a:ext>
            </a:extLst>
          </p:cNvPr>
          <p:cNvPicPr>
            <a:picLocks noChangeAspect="1"/>
          </p:cNvPicPr>
          <p:nvPr/>
        </p:nvPicPr>
        <p:blipFill>
          <a:blip r:embed="rId8"/>
          <a:stretch>
            <a:fillRect/>
          </a:stretch>
        </p:blipFill>
        <p:spPr>
          <a:xfrm>
            <a:off x="818894" y="1463390"/>
            <a:ext cx="4858777" cy="2514579"/>
          </a:xfrm>
          <a:prstGeom prst="rect">
            <a:avLst/>
          </a:prstGeom>
          <a:ln>
            <a:solidFill>
              <a:schemeClr val="accent6"/>
            </a:solidFill>
          </a:ln>
        </p:spPr>
      </p:pic>
      <p:pic>
        <p:nvPicPr>
          <p:cNvPr id="38" name="Picture 37">
            <a:extLst>
              <a:ext uri="{FF2B5EF4-FFF2-40B4-BE49-F238E27FC236}">
                <a16:creationId xmlns:a16="http://schemas.microsoft.com/office/drawing/2014/main" id="{40868A57-B474-1039-79BB-16B6FFEC45C8}"/>
              </a:ext>
            </a:extLst>
          </p:cNvPr>
          <p:cNvPicPr>
            <a:picLocks noChangeAspect="1"/>
          </p:cNvPicPr>
          <p:nvPr/>
        </p:nvPicPr>
        <p:blipFill>
          <a:blip r:embed="rId9"/>
          <a:stretch>
            <a:fillRect/>
          </a:stretch>
        </p:blipFill>
        <p:spPr>
          <a:xfrm>
            <a:off x="3263622" y="4043061"/>
            <a:ext cx="4858933" cy="2408129"/>
          </a:xfrm>
          <a:prstGeom prst="rect">
            <a:avLst/>
          </a:prstGeom>
          <a:ln>
            <a:solidFill>
              <a:schemeClr val="accent6"/>
            </a:solidFill>
          </a:ln>
        </p:spPr>
      </p:pic>
      <p:sp>
        <p:nvSpPr>
          <p:cNvPr id="39" name="CasellaDiTesto 38">
            <a:extLst>
              <a:ext uri="{FF2B5EF4-FFF2-40B4-BE49-F238E27FC236}">
                <a16:creationId xmlns:a16="http://schemas.microsoft.com/office/drawing/2014/main" id="{DE5EF194-391D-140B-D023-1FACCC07FD62}"/>
              </a:ext>
            </a:extLst>
          </p:cNvPr>
          <p:cNvSpPr txBox="1"/>
          <p:nvPr/>
        </p:nvSpPr>
        <p:spPr>
          <a:xfrm>
            <a:off x="8696680" y="2408069"/>
            <a:ext cx="3066210" cy="276999"/>
          </a:xfrm>
          <a:prstGeom prst="rect">
            <a:avLst/>
          </a:prstGeom>
          <a:noFill/>
          <a:ln>
            <a:solidFill>
              <a:schemeClr val="bg2"/>
            </a:solidFill>
            <a:prstDash val="dash"/>
          </a:ln>
        </p:spPr>
        <p:txBody>
          <a:bodyPr wrap="square">
            <a:spAutoFit/>
          </a:bodyPr>
          <a:lstStyle/>
          <a:p>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b="1">
                <a:latin typeface="+mj-lt"/>
                <a:cs typeface="Segoe UI" panose="020B0502040204020203" pitchFamily="34" charset="0"/>
              </a:rPr>
              <a:t>Next</a:t>
            </a:r>
            <a:r>
              <a:rPr lang="en-GB" sz="1200">
                <a:latin typeface="+mj-lt"/>
                <a:cs typeface="Segoe UI" panose="020B0502040204020203" pitchFamily="34" charset="0"/>
              </a:rPr>
              <a:t>“ per </a:t>
            </a:r>
            <a:r>
              <a:rPr lang="en-GB" sz="1200" err="1">
                <a:latin typeface="+mj-lt"/>
                <a:cs typeface="Segoe UI" panose="020B0502040204020203" pitchFamily="34" charset="0"/>
              </a:rPr>
              <a:t>continuare</a:t>
            </a:r>
            <a:r>
              <a:rPr lang="en-GB" sz="1200">
                <a:latin typeface="+mj-lt"/>
                <a:cs typeface="Segoe UI" panose="020B0502040204020203" pitchFamily="34" charset="0"/>
              </a:rPr>
              <a:t>.</a:t>
            </a:r>
          </a:p>
        </p:txBody>
      </p:sp>
      <p:sp>
        <p:nvSpPr>
          <p:cNvPr id="40" name="CasellaDiTesto 38">
            <a:extLst>
              <a:ext uri="{FF2B5EF4-FFF2-40B4-BE49-F238E27FC236}">
                <a16:creationId xmlns:a16="http://schemas.microsoft.com/office/drawing/2014/main" id="{DCFD946E-EA68-3894-30E7-D8B710C916E9}"/>
              </a:ext>
            </a:extLst>
          </p:cNvPr>
          <p:cNvSpPr txBox="1"/>
          <p:nvPr/>
        </p:nvSpPr>
        <p:spPr>
          <a:xfrm>
            <a:off x="8696680" y="2879167"/>
            <a:ext cx="3066210" cy="830997"/>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Nella </a:t>
            </a:r>
            <a:r>
              <a:rPr lang="en-GB" sz="1200" err="1">
                <a:latin typeface="+mj-lt"/>
                <a:cs typeface="Segoe UI" panose="020B0502040204020203" pitchFamily="34" charset="0"/>
              </a:rPr>
              <a:t>sezione</a:t>
            </a:r>
            <a:r>
              <a:rPr lang="en-GB" sz="1200">
                <a:latin typeface="+mj-lt"/>
                <a:cs typeface="Segoe UI" panose="020B0502040204020203" pitchFamily="34" charset="0"/>
              </a:rPr>
              <a:t> di “</a:t>
            </a:r>
            <a:r>
              <a:rPr lang="en-GB" sz="1200" b="1">
                <a:latin typeface="+mj-lt"/>
                <a:cs typeface="Segoe UI" panose="020B0502040204020203" pitchFamily="34" charset="0"/>
              </a:rPr>
              <a:t>Behaviours</a:t>
            </a:r>
            <a:r>
              <a:rPr lang="en-GB" sz="1200">
                <a:latin typeface="+mj-lt"/>
                <a:cs typeface="Segoe UI" panose="020B0502040204020203" pitchFamily="34" charset="0"/>
              </a:rPr>
              <a:t>" </a:t>
            </a:r>
            <a:r>
              <a:rPr lang="it-IT" sz="1200">
                <a:latin typeface="+mj-lt"/>
                <a:cs typeface="Segoe UI" panose="020B0502040204020203" pitchFamily="34" charset="0"/>
              </a:rPr>
              <a:t>devi fornire il commento generale sui comportamenti della persona nel campo</a:t>
            </a:r>
            <a:r>
              <a:rPr lang="en-GB" sz="1200">
                <a:latin typeface="+mj-lt"/>
                <a:cs typeface="Segoe UI" panose="020B0502040204020203" pitchFamily="34" charset="0"/>
              </a:rPr>
              <a:t> “</a:t>
            </a:r>
            <a:r>
              <a:rPr lang="en-GB" sz="1200" b="1">
                <a:latin typeface="+mj-lt"/>
                <a:cs typeface="Segoe UI" panose="020B0502040204020203" pitchFamily="34" charset="0"/>
              </a:rPr>
              <a:t>Additional manager summary.</a:t>
            </a:r>
            <a:endParaRPr lang="en-GB" sz="1200">
              <a:latin typeface="+mj-lt"/>
              <a:cs typeface="Segoe UI" panose="020B0502040204020203" pitchFamily="34" charset="0"/>
            </a:endParaRPr>
          </a:p>
        </p:txBody>
      </p:sp>
      <p:sp>
        <p:nvSpPr>
          <p:cNvPr id="41" name="CasellaDiTesto 38">
            <a:extLst>
              <a:ext uri="{FF2B5EF4-FFF2-40B4-BE49-F238E27FC236}">
                <a16:creationId xmlns:a16="http://schemas.microsoft.com/office/drawing/2014/main" id="{2A678A4F-0A72-05AF-06DA-DCBE961DFC0C}"/>
              </a:ext>
            </a:extLst>
          </p:cNvPr>
          <p:cNvSpPr txBox="1"/>
          <p:nvPr/>
        </p:nvSpPr>
        <p:spPr>
          <a:xfrm>
            <a:off x="8696680" y="3895758"/>
            <a:ext cx="3066210" cy="276999"/>
          </a:xfrm>
          <a:prstGeom prst="rect">
            <a:avLst/>
          </a:prstGeom>
          <a:noFill/>
          <a:ln>
            <a:solidFill>
              <a:schemeClr val="bg2"/>
            </a:solidFill>
            <a:prstDash val="dash"/>
          </a:ln>
        </p:spPr>
        <p:txBody>
          <a:bodyPr wrap="square">
            <a:spAutoFit/>
          </a:bodyPr>
          <a:lstStyle/>
          <a:p>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b="1">
                <a:latin typeface="+mj-lt"/>
                <a:cs typeface="Segoe UI" panose="020B0502040204020203" pitchFamily="34" charset="0"/>
              </a:rPr>
              <a:t>Next</a:t>
            </a:r>
            <a:r>
              <a:rPr lang="en-GB" sz="1200">
                <a:latin typeface="+mj-lt"/>
                <a:cs typeface="Segoe UI" panose="020B0502040204020203" pitchFamily="34" charset="0"/>
              </a:rPr>
              <a:t>“ per </a:t>
            </a:r>
            <a:r>
              <a:rPr lang="en-GB" sz="1200" err="1">
                <a:latin typeface="+mj-lt"/>
                <a:cs typeface="Segoe UI" panose="020B0502040204020203" pitchFamily="34" charset="0"/>
              </a:rPr>
              <a:t>continuare</a:t>
            </a:r>
            <a:r>
              <a:rPr lang="en-GB" sz="1200">
                <a:latin typeface="+mj-lt"/>
                <a:cs typeface="Segoe UI" panose="020B0502040204020203" pitchFamily="34" charset="0"/>
              </a:rPr>
              <a:t>.</a:t>
            </a:r>
          </a:p>
        </p:txBody>
      </p:sp>
      <p:sp>
        <p:nvSpPr>
          <p:cNvPr id="9" name="Rectangle 8">
            <a:extLst>
              <a:ext uri="{FF2B5EF4-FFF2-40B4-BE49-F238E27FC236}">
                <a16:creationId xmlns:a16="http://schemas.microsoft.com/office/drawing/2014/main" id="{44262D74-6537-A7FC-A459-9B1FE85A4ACC}"/>
              </a:ext>
            </a:extLst>
          </p:cNvPr>
          <p:cNvSpPr/>
          <p:nvPr/>
        </p:nvSpPr>
        <p:spPr>
          <a:xfrm>
            <a:off x="2471059" y="1704863"/>
            <a:ext cx="1612466" cy="4076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a:extLst>
              <a:ext uri="{FF2B5EF4-FFF2-40B4-BE49-F238E27FC236}">
                <a16:creationId xmlns:a16="http://schemas.microsoft.com/office/drawing/2014/main" id="{611191C2-E369-8A9E-883F-724237625AD9}"/>
              </a:ext>
            </a:extLst>
          </p:cNvPr>
          <p:cNvSpPr/>
          <p:nvPr/>
        </p:nvSpPr>
        <p:spPr>
          <a:xfrm>
            <a:off x="4590482" y="4299999"/>
            <a:ext cx="2001703" cy="1231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4970171A-083E-D032-4B06-27AF2C2E88AD}"/>
              </a:ext>
            </a:extLst>
          </p:cNvPr>
          <p:cNvSpPr/>
          <p:nvPr/>
        </p:nvSpPr>
        <p:spPr>
          <a:xfrm>
            <a:off x="2431970" y="2309427"/>
            <a:ext cx="3245701" cy="1255112"/>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4E2E5BEB-B117-827C-D7EB-94DF3CE1F857}"/>
              </a:ext>
            </a:extLst>
          </p:cNvPr>
          <p:cNvSpPr/>
          <p:nvPr/>
        </p:nvSpPr>
        <p:spPr>
          <a:xfrm>
            <a:off x="4615930" y="4638342"/>
            <a:ext cx="3386501" cy="1164078"/>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13032BBB-33EA-0F64-B1B1-76DCDFC29683}"/>
              </a:ext>
            </a:extLst>
          </p:cNvPr>
          <p:cNvSpPr/>
          <p:nvPr/>
        </p:nvSpPr>
        <p:spPr>
          <a:xfrm>
            <a:off x="2856800" y="3737997"/>
            <a:ext cx="545200" cy="215898"/>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C5B06C41-EA3E-9747-69AA-FECB65636ACF}"/>
              </a:ext>
            </a:extLst>
          </p:cNvPr>
          <p:cNvSpPr/>
          <p:nvPr/>
        </p:nvSpPr>
        <p:spPr>
          <a:xfrm>
            <a:off x="892428" y="2757421"/>
            <a:ext cx="1390633" cy="215898"/>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e 11">
            <a:extLst>
              <a:ext uri="{FF2B5EF4-FFF2-40B4-BE49-F238E27FC236}">
                <a16:creationId xmlns:a16="http://schemas.microsoft.com/office/drawing/2014/main" id="{7C9AC0DB-3F4F-76D5-E5A4-A47DC894814A}"/>
              </a:ext>
            </a:extLst>
          </p:cNvPr>
          <p:cNvSpPr/>
          <p:nvPr/>
        </p:nvSpPr>
        <p:spPr>
          <a:xfrm>
            <a:off x="2257843" y="2205043"/>
            <a:ext cx="297818" cy="2978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Segoe UI" panose="020B0502040204020203" pitchFamily="34" charset="0"/>
                <a:cs typeface="Segoe UI" panose="020B0502040204020203" pitchFamily="34" charset="0"/>
              </a:rPr>
              <a:t>1</a:t>
            </a:r>
          </a:p>
        </p:txBody>
      </p:sp>
      <p:sp>
        <p:nvSpPr>
          <p:cNvPr id="25" name="Ovale 11">
            <a:extLst>
              <a:ext uri="{FF2B5EF4-FFF2-40B4-BE49-F238E27FC236}">
                <a16:creationId xmlns:a16="http://schemas.microsoft.com/office/drawing/2014/main" id="{C11FFAE0-7812-3FB1-229B-C014768EA2E4}"/>
              </a:ext>
            </a:extLst>
          </p:cNvPr>
          <p:cNvSpPr/>
          <p:nvPr/>
        </p:nvSpPr>
        <p:spPr>
          <a:xfrm>
            <a:off x="2707891" y="3533403"/>
            <a:ext cx="297818" cy="2978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Segoe UI" panose="020B0502040204020203" pitchFamily="34" charset="0"/>
                <a:cs typeface="Segoe UI" panose="020B0502040204020203" pitchFamily="34" charset="0"/>
              </a:rPr>
              <a:t>2</a:t>
            </a:r>
          </a:p>
        </p:txBody>
      </p:sp>
      <p:sp>
        <p:nvSpPr>
          <p:cNvPr id="26" name="Ovale 11">
            <a:extLst>
              <a:ext uri="{FF2B5EF4-FFF2-40B4-BE49-F238E27FC236}">
                <a16:creationId xmlns:a16="http://schemas.microsoft.com/office/drawing/2014/main" id="{069EF206-CDD9-10E4-28C2-A02E346F6CE3}"/>
              </a:ext>
            </a:extLst>
          </p:cNvPr>
          <p:cNvSpPr/>
          <p:nvPr/>
        </p:nvSpPr>
        <p:spPr>
          <a:xfrm>
            <a:off x="4467021" y="4545265"/>
            <a:ext cx="297818" cy="2978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Segoe UI" panose="020B0502040204020203" pitchFamily="34" charset="0"/>
                <a:cs typeface="Segoe UI" panose="020B0502040204020203" pitchFamily="34" charset="0"/>
              </a:rPr>
              <a:t>3</a:t>
            </a:r>
          </a:p>
        </p:txBody>
      </p:sp>
      <p:sp>
        <p:nvSpPr>
          <p:cNvPr id="27" name="Ovale 11">
            <a:extLst>
              <a:ext uri="{FF2B5EF4-FFF2-40B4-BE49-F238E27FC236}">
                <a16:creationId xmlns:a16="http://schemas.microsoft.com/office/drawing/2014/main" id="{CE1569F1-0DF0-6E85-84E5-8200108839C7}"/>
              </a:ext>
            </a:extLst>
          </p:cNvPr>
          <p:cNvSpPr/>
          <p:nvPr/>
        </p:nvSpPr>
        <p:spPr>
          <a:xfrm>
            <a:off x="5544179" y="5983124"/>
            <a:ext cx="297818" cy="2978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Segoe UI" panose="020B0502040204020203" pitchFamily="34" charset="0"/>
                <a:cs typeface="Segoe UI" panose="020B0502040204020203" pitchFamily="34" charset="0"/>
              </a:rPr>
              <a:t>4</a:t>
            </a:r>
          </a:p>
        </p:txBody>
      </p:sp>
      <p:sp>
        <p:nvSpPr>
          <p:cNvPr id="28" name="Rectangle 27">
            <a:extLst>
              <a:ext uri="{FF2B5EF4-FFF2-40B4-BE49-F238E27FC236}">
                <a16:creationId xmlns:a16="http://schemas.microsoft.com/office/drawing/2014/main" id="{E30B77AE-CB51-1507-D579-F20B515429EB}"/>
              </a:ext>
            </a:extLst>
          </p:cNvPr>
          <p:cNvSpPr/>
          <p:nvPr/>
        </p:nvSpPr>
        <p:spPr>
          <a:xfrm>
            <a:off x="5132471" y="6158754"/>
            <a:ext cx="545200" cy="215898"/>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88B28C00-D956-C7DE-0946-A501497A02E5}"/>
              </a:ext>
            </a:extLst>
          </p:cNvPr>
          <p:cNvSpPr/>
          <p:nvPr/>
        </p:nvSpPr>
        <p:spPr>
          <a:xfrm>
            <a:off x="3217219" y="5480385"/>
            <a:ext cx="1278587" cy="215898"/>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a:extLst>
              <a:ext uri="{FF2B5EF4-FFF2-40B4-BE49-F238E27FC236}">
                <a16:creationId xmlns:a16="http://schemas.microsoft.com/office/drawing/2014/main" id="{6E443377-23F8-ABFE-BD22-56CE17323973}"/>
              </a:ext>
            </a:extLst>
          </p:cNvPr>
          <p:cNvSpPr/>
          <p:nvPr/>
        </p:nvSpPr>
        <p:spPr>
          <a:xfrm>
            <a:off x="2922561" y="2613544"/>
            <a:ext cx="723007" cy="11981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a:extLst>
              <a:ext uri="{FF2B5EF4-FFF2-40B4-BE49-F238E27FC236}">
                <a16:creationId xmlns:a16="http://schemas.microsoft.com/office/drawing/2014/main" id="{B6A2DD0D-93FD-7A16-72CD-1B50A4272590}"/>
              </a:ext>
            </a:extLst>
          </p:cNvPr>
          <p:cNvSpPr/>
          <p:nvPr/>
        </p:nvSpPr>
        <p:spPr>
          <a:xfrm>
            <a:off x="4970081" y="4942121"/>
            <a:ext cx="723007" cy="11981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Ovale 11">
            <a:extLst>
              <a:ext uri="{FF2B5EF4-FFF2-40B4-BE49-F238E27FC236}">
                <a16:creationId xmlns:a16="http://schemas.microsoft.com/office/drawing/2014/main" id="{11FCAFED-F8DB-282C-A442-0AC5FD740A20}"/>
              </a:ext>
            </a:extLst>
          </p:cNvPr>
          <p:cNvSpPr/>
          <p:nvPr/>
        </p:nvSpPr>
        <p:spPr>
          <a:xfrm>
            <a:off x="8224848" y="2411705"/>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60" name="Ovale 11">
            <a:extLst>
              <a:ext uri="{FF2B5EF4-FFF2-40B4-BE49-F238E27FC236}">
                <a16:creationId xmlns:a16="http://schemas.microsoft.com/office/drawing/2014/main" id="{21E03F62-4BCE-7C41-BA1E-255E1766BFD6}"/>
              </a:ext>
            </a:extLst>
          </p:cNvPr>
          <p:cNvSpPr/>
          <p:nvPr/>
        </p:nvSpPr>
        <p:spPr>
          <a:xfrm>
            <a:off x="8224848" y="2865370"/>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61" name="Ovale 11">
            <a:extLst>
              <a:ext uri="{FF2B5EF4-FFF2-40B4-BE49-F238E27FC236}">
                <a16:creationId xmlns:a16="http://schemas.microsoft.com/office/drawing/2014/main" id="{994AA2FE-CB13-96D7-4632-BB1D425D11A7}"/>
              </a:ext>
            </a:extLst>
          </p:cNvPr>
          <p:cNvSpPr/>
          <p:nvPr/>
        </p:nvSpPr>
        <p:spPr>
          <a:xfrm>
            <a:off x="8224848" y="3880896"/>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Tree>
    <p:extLst>
      <p:ext uri="{BB962C8B-B14F-4D97-AF65-F5344CB8AC3E}">
        <p14:creationId xmlns:p14="http://schemas.microsoft.com/office/powerpoint/2010/main" val="12208813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1B8EA-50B6-7425-762C-C25F55F4E3E4}"/>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8647FAD-E304-C7DF-56A6-CC7116C890D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78647FAD-E304-C7DF-56A6-CC7116C890D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AF9026A0-45BE-C2CA-EE23-E9DF92A92C2F}"/>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a:t>
            </a:r>
            <a:r>
              <a:rPr lang="it-IT" b="0" err="1"/>
              <a:t>Additional</a:t>
            </a:r>
            <a:r>
              <a:rPr lang="it-IT" b="0"/>
              <a:t> Manager Evaluation (3/3)</a:t>
            </a:r>
          </a:p>
        </p:txBody>
      </p:sp>
      <p:sp>
        <p:nvSpPr>
          <p:cNvPr id="4" name="Segnaposto numero diapositiva 3">
            <a:extLst>
              <a:ext uri="{FF2B5EF4-FFF2-40B4-BE49-F238E27FC236}">
                <a16:creationId xmlns:a16="http://schemas.microsoft.com/office/drawing/2014/main" id="{A195BC0D-169C-09B2-DE54-8BE4527203DF}"/>
              </a:ext>
            </a:extLst>
          </p:cNvPr>
          <p:cNvSpPr>
            <a:spLocks noGrp="1"/>
          </p:cNvSpPr>
          <p:nvPr>
            <p:ph type="sldNum" sz="quarter" idx="15"/>
          </p:nvPr>
        </p:nvSpPr>
        <p:spPr/>
        <p:txBody>
          <a:bodyPr/>
          <a:lstStyle/>
          <a:p>
            <a:fld id="{98BF7C3C-24CC-6140-8A22-738C44F1CFEB}" type="slidenum">
              <a:rPr lang="it-IT" smtClean="0"/>
              <a:pPr/>
              <a:t>41</a:t>
            </a:fld>
            <a:endParaRPr lang="it-IT"/>
          </a:p>
        </p:txBody>
      </p:sp>
      <p:sp>
        <p:nvSpPr>
          <p:cNvPr id="6" name="Segnaposto testo 5">
            <a:extLst>
              <a:ext uri="{FF2B5EF4-FFF2-40B4-BE49-F238E27FC236}">
                <a16:creationId xmlns:a16="http://schemas.microsoft.com/office/drawing/2014/main" id="{EA04B30A-0E50-22A9-91E2-436B15121556}"/>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FE1192D6-11C5-6168-3EA3-7AE6803DD95B}"/>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C89A726F-1CC3-F6F1-D680-3A4CB5F9C3A0}"/>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E7B9E42E-4E15-6187-C655-3D427026A498}"/>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E10FB4F5-78F2-ACBA-D490-BEF49D001B5D}"/>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0231D99F-28B4-9F3F-F515-3EB7863E0102}"/>
              </a:ext>
            </a:extLst>
          </p:cNvPr>
          <p:cNvSpPr txBox="1"/>
          <p:nvPr/>
        </p:nvSpPr>
        <p:spPr>
          <a:xfrm>
            <a:off x="8696680" y="1402163"/>
            <a:ext cx="3066210" cy="830997"/>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Nella </a:t>
            </a:r>
            <a:r>
              <a:rPr lang="en-GB" sz="1200" err="1">
                <a:latin typeface="+mj-lt"/>
                <a:cs typeface="Segoe UI" panose="020B0502040204020203" pitchFamily="34" charset="0"/>
              </a:rPr>
              <a:t>sezione“</a:t>
            </a:r>
            <a:r>
              <a:rPr lang="en-GB" sz="1200" b="1" err="1">
                <a:latin typeface="+mj-lt"/>
                <a:cs typeface="Segoe UI" panose="020B0502040204020203" pitchFamily="34" charset="0"/>
              </a:rPr>
              <a:t>Supporting</a:t>
            </a:r>
            <a:r>
              <a:rPr lang="en-GB" sz="1200" b="1">
                <a:latin typeface="+mj-lt"/>
                <a:cs typeface="Segoe UI" panose="020B0502040204020203" pitchFamily="34" charset="0"/>
              </a:rPr>
              <a:t> Documents</a:t>
            </a:r>
            <a:r>
              <a:rPr lang="en-GB" sz="1200">
                <a:latin typeface="+mj-lt"/>
                <a:cs typeface="Segoe UI" panose="020B0502040204020203" pitchFamily="34" charset="0"/>
              </a:rPr>
              <a:t>", </a:t>
            </a:r>
            <a:r>
              <a:rPr lang="it-IT" sz="1200">
                <a:latin typeface="+mj-lt"/>
                <a:cs typeface="Segoe UI" panose="020B0502040204020203" pitchFamily="34" charset="0"/>
              </a:rPr>
              <a:t>è possibile caricare un documento a supporto della valutazione e fornire un commento su di esso, se necessario.</a:t>
            </a:r>
            <a:endParaRPr lang="en-GB" sz="1200">
              <a:latin typeface="+mj-lt"/>
              <a:cs typeface="Segoe UI" panose="020B0502040204020203" pitchFamily="34" charset="0"/>
            </a:endParaRPr>
          </a:p>
        </p:txBody>
      </p:sp>
      <p:sp>
        <p:nvSpPr>
          <p:cNvPr id="16" name="Ovale 11">
            <a:extLst>
              <a:ext uri="{FF2B5EF4-FFF2-40B4-BE49-F238E27FC236}">
                <a16:creationId xmlns:a16="http://schemas.microsoft.com/office/drawing/2014/main" id="{590A3AA3-9462-0213-3B4E-FCA9490E5330}"/>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pic>
        <p:nvPicPr>
          <p:cNvPr id="34" name="Elemento grafico 36" descr="Utente con riempimento a tinta unita">
            <a:extLst>
              <a:ext uri="{FF2B5EF4-FFF2-40B4-BE49-F238E27FC236}">
                <a16:creationId xmlns:a16="http://schemas.microsoft.com/office/drawing/2014/main" id="{11FD21D8-1781-A040-A498-5C1AAED4593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0F2EDF4B-A22F-670E-0A36-A6B74ABEFE80}"/>
              </a:ext>
            </a:extLst>
          </p:cNvPr>
          <p:cNvSpPr txBox="1"/>
          <p:nvPr/>
        </p:nvSpPr>
        <p:spPr>
          <a:xfrm>
            <a:off x="10414992" y="428529"/>
            <a:ext cx="1198833" cy="584775"/>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err="1">
                <a:solidFill>
                  <a:schemeClr val="accent5"/>
                </a:solidFill>
                <a:latin typeface="CocoEng" pitchFamily="50" charset="0"/>
                <a:cs typeface="Segoe UI" panose="020B0502040204020203" pitchFamily="34" charset="0"/>
              </a:rPr>
              <a:t>Additional</a:t>
            </a:r>
            <a:r>
              <a:rPr lang="it-IT" sz="1600" b="1">
                <a:solidFill>
                  <a:schemeClr val="accent5"/>
                </a:solidFill>
                <a:latin typeface="CocoEng" pitchFamily="50" charset="0"/>
                <a:cs typeface="Segoe UI" panose="020B0502040204020203" pitchFamily="34" charset="0"/>
              </a:rPr>
              <a:t> Manager</a:t>
            </a:r>
          </a:p>
        </p:txBody>
      </p:sp>
      <p:sp>
        <p:nvSpPr>
          <p:cNvPr id="39" name="CasellaDiTesto 38">
            <a:extLst>
              <a:ext uri="{FF2B5EF4-FFF2-40B4-BE49-F238E27FC236}">
                <a16:creationId xmlns:a16="http://schemas.microsoft.com/office/drawing/2014/main" id="{C24EF434-C812-8776-235D-9B77A44FBC5E}"/>
              </a:ext>
            </a:extLst>
          </p:cNvPr>
          <p:cNvSpPr txBox="1"/>
          <p:nvPr/>
        </p:nvSpPr>
        <p:spPr>
          <a:xfrm>
            <a:off x="8696680" y="2320164"/>
            <a:ext cx="3066210" cy="276999"/>
          </a:xfrm>
          <a:prstGeom prst="rect">
            <a:avLst/>
          </a:prstGeom>
          <a:noFill/>
          <a:ln>
            <a:solidFill>
              <a:schemeClr val="bg2"/>
            </a:solidFill>
            <a:prstDash val="dash"/>
          </a:ln>
        </p:spPr>
        <p:txBody>
          <a:bodyPr wrap="square">
            <a:spAutoFit/>
          </a:bodyPr>
          <a:lstStyle/>
          <a:p>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b="1">
                <a:latin typeface="+mj-lt"/>
                <a:cs typeface="Segoe UI" panose="020B0502040204020203" pitchFamily="34" charset="0"/>
              </a:rPr>
              <a:t>Next</a:t>
            </a:r>
            <a:r>
              <a:rPr lang="en-GB" sz="1200">
                <a:latin typeface="+mj-lt"/>
                <a:cs typeface="Segoe UI" panose="020B0502040204020203" pitchFamily="34" charset="0"/>
              </a:rPr>
              <a:t>“ per </a:t>
            </a:r>
            <a:r>
              <a:rPr lang="en-GB" sz="1200" err="1">
                <a:latin typeface="+mj-lt"/>
                <a:cs typeface="Segoe UI" panose="020B0502040204020203" pitchFamily="34" charset="0"/>
              </a:rPr>
              <a:t>continuare</a:t>
            </a:r>
            <a:r>
              <a:rPr lang="en-GB" sz="1200">
                <a:latin typeface="+mj-lt"/>
                <a:cs typeface="Segoe UI" panose="020B0502040204020203" pitchFamily="34" charset="0"/>
              </a:rPr>
              <a:t>.</a:t>
            </a:r>
          </a:p>
        </p:txBody>
      </p:sp>
      <p:pic>
        <p:nvPicPr>
          <p:cNvPr id="42" name="Picture 41">
            <a:extLst>
              <a:ext uri="{FF2B5EF4-FFF2-40B4-BE49-F238E27FC236}">
                <a16:creationId xmlns:a16="http://schemas.microsoft.com/office/drawing/2014/main" id="{A67165A8-344A-F933-938F-BC34B935DD41}"/>
              </a:ext>
            </a:extLst>
          </p:cNvPr>
          <p:cNvPicPr>
            <a:picLocks noChangeAspect="1"/>
          </p:cNvPicPr>
          <p:nvPr/>
        </p:nvPicPr>
        <p:blipFill>
          <a:blip r:embed="rId8"/>
          <a:stretch>
            <a:fillRect/>
          </a:stretch>
        </p:blipFill>
        <p:spPr>
          <a:xfrm>
            <a:off x="815438" y="1438928"/>
            <a:ext cx="3859139" cy="2664051"/>
          </a:xfrm>
          <a:prstGeom prst="rect">
            <a:avLst/>
          </a:prstGeom>
        </p:spPr>
      </p:pic>
      <p:pic>
        <p:nvPicPr>
          <p:cNvPr id="58" name="Picture 57">
            <a:extLst>
              <a:ext uri="{FF2B5EF4-FFF2-40B4-BE49-F238E27FC236}">
                <a16:creationId xmlns:a16="http://schemas.microsoft.com/office/drawing/2014/main" id="{F871BD39-6F62-B03E-A566-DB2CCBA16F76}"/>
              </a:ext>
            </a:extLst>
          </p:cNvPr>
          <p:cNvPicPr>
            <a:picLocks noChangeAspect="1"/>
          </p:cNvPicPr>
          <p:nvPr/>
        </p:nvPicPr>
        <p:blipFill>
          <a:blip r:embed="rId9"/>
          <a:stretch>
            <a:fillRect/>
          </a:stretch>
        </p:blipFill>
        <p:spPr>
          <a:xfrm>
            <a:off x="4147243" y="1430449"/>
            <a:ext cx="3897513" cy="2664051"/>
          </a:xfrm>
          <a:prstGeom prst="rect">
            <a:avLst/>
          </a:prstGeom>
          <a:ln>
            <a:solidFill>
              <a:schemeClr val="accent6"/>
            </a:solidFill>
          </a:ln>
        </p:spPr>
      </p:pic>
      <p:pic>
        <p:nvPicPr>
          <p:cNvPr id="61" name="Picture 60">
            <a:extLst>
              <a:ext uri="{FF2B5EF4-FFF2-40B4-BE49-F238E27FC236}">
                <a16:creationId xmlns:a16="http://schemas.microsoft.com/office/drawing/2014/main" id="{120834E2-A2FA-6B4B-1681-93A7A0A07997}"/>
              </a:ext>
            </a:extLst>
          </p:cNvPr>
          <p:cNvPicPr>
            <a:picLocks noChangeAspect="1"/>
          </p:cNvPicPr>
          <p:nvPr/>
        </p:nvPicPr>
        <p:blipFill>
          <a:blip r:embed="rId10"/>
          <a:stretch>
            <a:fillRect/>
          </a:stretch>
        </p:blipFill>
        <p:spPr>
          <a:xfrm>
            <a:off x="3177040" y="4155813"/>
            <a:ext cx="2708959" cy="2358198"/>
          </a:xfrm>
          <a:prstGeom prst="rect">
            <a:avLst/>
          </a:prstGeom>
        </p:spPr>
      </p:pic>
      <p:sp>
        <p:nvSpPr>
          <p:cNvPr id="19" name="Rectangle 18">
            <a:extLst>
              <a:ext uri="{FF2B5EF4-FFF2-40B4-BE49-F238E27FC236}">
                <a16:creationId xmlns:a16="http://schemas.microsoft.com/office/drawing/2014/main" id="{CB6D65A2-8110-C28A-3C72-46080D0EFB84}"/>
              </a:ext>
            </a:extLst>
          </p:cNvPr>
          <p:cNvSpPr/>
          <p:nvPr/>
        </p:nvSpPr>
        <p:spPr>
          <a:xfrm>
            <a:off x="834688" y="2858804"/>
            <a:ext cx="973949" cy="192406"/>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e 11">
            <a:extLst>
              <a:ext uri="{FF2B5EF4-FFF2-40B4-BE49-F238E27FC236}">
                <a16:creationId xmlns:a16="http://schemas.microsoft.com/office/drawing/2014/main" id="{61DD4A80-802C-17A4-7D33-C68C84513395}"/>
              </a:ext>
            </a:extLst>
          </p:cNvPr>
          <p:cNvSpPr/>
          <p:nvPr/>
        </p:nvSpPr>
        <p:spPr>
          <a:xfrm>
            <a:off x="1692419" y="2630900"/>
            <a:ext cx="297818" cy="2978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Segoe UI" panose="020B0502040204020203" pitchFamily="34" charset="0"/>
                <a:cs typeface="Segoe UI" panose="020B0502040204020203" pitchFamily="34" charset="0"/>
              </a:rPr>
              <a:t>1</a:t>
            </a:r>
          </a:p>
        </p:txBody>
      </p:sp>
      <p:sp>
        <p:nvSpPr>
          <p:cNvPr id="62" name="Rectangle 61">
            <a:extLst>
              <a:ext uri="{FF2B5EF4-FFF2-40B4-BE49-F238E27FC236}">
                <a16:creationId xmlns:a16="http://schemas.microsoft.com/office/drawing/2014/main" id="{E37103BB-513B-1383-8A96-130DA997D6FE}"/>
              </a:ext>
            </a:extLst>
          </p:cNvPr>
          <p:cNvSpPr/>
          <p:nvPr/>
        </p:nvSpPr>
        <p:spPr>
          <a:xfrm>
            <a:off x="4175939" y="3514705"/>
            <a:ext cx="973949" cy="192406"/>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62">
            <a:extLst>
              <a:ext uri="{FF2B5EF4-FFF2-40B4-BE49-F238E27FC236}">
                <a16:creationId xmlns:a16="http://schemas.microsoft.com/office/drawing/2014/main" id="{21542246-0DD0-5437-3C97-3CFC3681C18F}"/>
              </a:ext>
            </a:extLst>
          </p:cNvPr>
          <p:cNvSpPr/>
          <p:nvPr/>
        </p:nvSpPr>
        <p:spPr>
          <a:xfrm>
            <a:off x="3177040" y="5965259"/>
            <a:ext cx="973949" cy="192406"/>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ectangle 63">
            <a:extLst>
              <a:ext uri="{FF2B5EF4-FFF2-40B4-BE49-F238E27FC236}">
                <a16:creationId xmlns:a16="http://schemas.microsoft.com/office/drawing/2014/main" id="{149242B7-96FD-F90E-3665-68D9C47AA82F}"/>
              </a:ext>
            </a:extLst>
          </p:cNvPr>
          <p:cNvSpPr/>
          <p:nvPr/>
        </p:nvSpPr>
        <p:spPr>
          <a:xfrm>
            <a:off x="2428051" y="3882844"/>
            <a:ext cx="449903" cy="192406"/>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Ovale 11">
            <a:extLst>
              <a:ext uri="{FF2B5EF4-FFF2-40B4-BE49-F238E27FC236}">
                <a16:creationId xmlns:a16="http://schemas.microsoft.com/office/drawing/2014/main" id="{29878274-AA62-035E-88BD-37FAD9F3EA25}"/>
              </a:ext>
            </a:extLst>
          </p:cNvPr>
          <p:cNvSpPr/>
          <p:nvPr/>
        </p:nvSpPr>
        <p:spPr>
          <a:xfrm>
            <a:off x="2760384" y="3642388"/>
            <a:ext cx="297818" cy="2978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Segoe UI" panose="020B0502040204020203" pitchFamily="34" charset="0"/>
                <a:cs typeface="Segoe UI" panose="020B0502040204020203" pitchFamily="34" charset="0"/>
              </a:rPr>
              <a:t>2</a:t>
            </a:r>
          </a:p>
        </p:txBody>
      </p:sp>
      <p:sp>
        <p:nvSpPr>
          <p:cNvPr id="66" name="Rectangle 65">
            <a:extLst>
              <a:ext uri="{FF2B5EF4-FFF2-40B4-BE49-F238E27FC236}">
                <a16:creationId xmlns:a16="http://schemas.microsoft.com/office/drawing/2014/main" id="{F85759B1-F1A3-0217-717F-18E15E53D319}"/>
              </a:ext>
            </a:extLst>
          </p:cNvPr>
          <p:cNvSpPr/>
          <p:nvPr/>
        </p:nvSpPr>
        <p:spPr>
          <a:xfrm>
            <a:off x="6383032" y="3851364"/>
            <a:ext cx="630151" cy="223886"/>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Ovale 11">
            <a:extLst>
              <a:ext uri="{FF2B5EF4-FFF2-40B4-BE49-F238E27FC236}">
                <a16:creationId xmlns:a16="http://schemas.microsoft.com/office/drawing/2014/main" id="{B79A2EE4-0690-2977-0A36-D96B7DCD95FF}"/>
              </a:ext>
            </a:extLst>
          </p:cNvPr>
          <p:cNvSpPr/>
          <p:nvPr/>
        </p:nvSpPr>
        <p:spPr>
          <a:xfrm>
            <a:off x="6715365" y="3610908"/>
            <a:ext cx="297818" cy="2978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Segoe UI" panose="020B0502040204020203" pitchFamily="34" charset="0"/>
                <a:cs typeface="Segoe UI" panose="020B0502040204020203" pitchFamily="34" charset="0"/>
              </a:rPr>
              <a:t>4</a:t>
            </a:r>
          </a:p>
        </p:txBody>
      </p:sp>
      <p:sp>
        <p:nvSpPr>
          <p:cNvPr id="68" name="Ovale 11">
            <a:extLst>
              <a:ext uri="{FF2B5EF4-FFF2-40B4-BE49-F238E27FC236}">
                <a16:creationId xmlns:a16="http://schemas.microsoft.com/office/drawing/2014/main" id="{410CE0C8-00F1-6D7C-2599-BCC46654137D}"/>
              </a:ext>
            </a:extLst>
          </p:cNvPr>
          <p:cNvSpPr/>
          <p:nvPr/>
        </p:nvSpPr>
        <p:spPr>
          <a:xfrm>
            <a:off x="4982084" y="3387220"/>
            <a:ext cx="297818" cy="2978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Segoe UI" panose="020B0502040204020203" pitchFamily="34" charset="0"/>
                <a:cs typeface="Segoe UI" panose="020B0502040204020203" pitchFamily="34" charset="0"/>
              </a:rPr>
              <a:t>3</a:t>
            </a:r>
          </a:p>
        </p:txBody>
      </p:sp>
      <p:sp>
        <p:nvSpPr>
          <p:cNvPr id="71" name="Ovale 11">
            <a:extLst>
              <a:ext uri="{FF2B5EF4-FFF2-40B4-BE49-F238E27FC236}">
                <a16:creationId xmlns:a16="http://schemas.microsoft.com/office/drawing/2014/main" id="{935E0AB8-8596-9863-C5D7-528737911834}"/>
              </a:ext>
            </a:extLst>
          </p:cNvPr>
          <p:cNvSpPr/>
          <p:nvPr/>
        </p:nvSpPr>
        <p:spPr>
          <a:xfrm>
            <a:off x="5012761" y="6084143"/>
            <a:ext cx="297818" cy="29781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Segoe UI" panose="020B0502040204020203" pitchFamily="34" charset="0"/>
                <a:cs typeface="Segoe UI" panose="020B0502040204020203" pitchFamily="34" charset="0"/>
              </a:rPr>
              <a:t>5</a:t>
            </a:r>
          </a:p>
        </p:txBody>
      </p:sp>
      <p:sp>
        <p:nvSpPr>
          <p:cNvPr id="72" name="Rectangle 71">
            <a:extLst>
              <a:ext uri="{FF2B5EF4-FFF2-40B4-BE49-F238E27FC236}">
                <a16:creationId xmlns:a16="http://schemas.microsoft.com/office/drawing/2014/main" id="{3002487F-5A0A-EFDA-79E6-68D6CAFCA80B}"/>
              </a:ext>
            </a:extLst>
          </p:cNvPr>
          <p:cNvSpPr/>
          <p:nvPr/>
        </p:nvSpPr>
        <p:spPr>
          <a:xfrm>
            <a:off x="4531519" y="6294365"/>
            <a:ext cx="630151" cy="223886"/>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CasellaDiTesto 38">
            <a:extLst>
              <a:ext uri="{FF2B5EF4-FFF2-40B4-BE49-F238E27FC236}">
                <a16:creationId xmlns:a16="http://schemas.microsoft.com/office/drawing/2014/main" id="{71F80073-7DB9-3047-7057-C65EF16891E2}"/>
              </a:ext>
            </a:extLst>
          </p:cNvPr>
          <p:cNvSpPr txBox="1"/>
          <p:nvPr/>
        </p:nvSpPr>
        <p:spPr>
          <a:xfrm>
            <a:off x="8696680" y="2705132"/>
            <a:ext cx="3066210" cy="646331"/>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Nella </a:t>
            </a:r>
            <a:r>
              <a:rPr lang="en-GB" sz="1200" err="1">
                <a:latin typeface="+mj-lt"/>
                <a:cs typeface="Segoe UI" panose="020B0502040204020203" pitchFamily="34" charset="0"/>
              </a:rPr>
              <a:t>sezione</a:t>
            </a:r>
            <a:r>
              <a:rPr lang="en-GB" sz="1200">
                <a:latin typeface="+mj-lt"/>
                <a:cs typeface="Segoe UI" panose="020B0502040204020203" pitchFamily="34" charset="0"/>
              </a:rPr>
              <a:t> </a:t>
            </a:r>
            <a:r>
              <a:rPr lang="en-GB" sz="1200" err="1">
                <a:latin typeface="+mj-lt"/>
                <a:cs typeface="Segoe UI" panose="020B0502040204020203" pitchFamily="34" charset="0"/>
              </a:rPr>
              <a:t>di“</a:t>
            </a:r>
            <a:r>
              <a:rPr lang="en-GB" sz="1200" b="1" err="1">
                <a:latin typeface="+mj-lt"/>
                <a:cs typeface="Segoe UI" panose="020B0502040204020203" pitchFamily="34" charset="0"/>
              </a:rPr>
              <a:t>Overall</a:t>
            </a:r>
            <a:r>
              <a:rPr lang="en-GB" sz="1200">
                <a:latin typeface="+mj-lt"/>
                <a:cs typeface="Segoe UI" panose="020B0502040204020203" pitchFamily="34" charset="0"/>
              </a:rPr>
              <a:t>” </a:t>
            </a:r>
            <a:r>
              <a:rPr lang="it-IT" sz="1200">
                <a:latin typeface="+mj-lt"/>
                <a:cs typeface="Segoe UI" panose="020B0502040204020203" pitchFamily="34" charset="0"/>
              </a:rPr>
              <a:t>devi fornire un commento generale sulla valutazione della persona.</a:t>
            </a:r>
            <a:endParaRPr lang="en-GB" sz="1200">
              <a:latin typeface="+mj-lt"/>
              <a:cs typeface="Segoe UI" panose="020B0502040204020203" pitchFamily="34" charset="0"/>
            </a:endParaRPr>
          </a:p>
        </p:txBody>
      </p:sp>
      <p:sp>
        <p:nvSpPr>
          <p:cNvPr id="75" name="CasellaDiTesto 38">
            <a:extLst>
              <a:ext uri="{FF2B5EF4-FFF2-40B4-BE49-F238E27FC236}">
                <a16:creationId xmlns:a16="http://schemas.microsoft.com/office/drawing/2014/main" id="{E2A55FD1-5793-0C85-3919-4C70B2A3D530}"/>
              </a:ext>
            </a:extLst>
          </p:cNvPr>
          <p:cNvSpPr txBox="1"/>
          <p:nvPr/>
        </p:nvSpPr>
        <p:spPr>
          <a:xfrm>
            <a:off x="8696680" y="3438649"/>
            <a:ext cx="3066210" cy="276999"/>
          </a:xfrm>
          <a:prstGeom prst="rect">
            <a:avLst/>
          </a:prstGeom>
          <a:noFill/>
          <a:ln>
            <a:solidFill>
              <a:schemeClr val="bg2"/>
            </a:solidFill>
            <a:prstDash val="dash"/>
          </a:ln>
        </p:spPr>
        <p:txBody>
          <a:bodyPr wrap="square">
            <a:spAutoFit/>
          </a:bodyPr>
          <a:lstStyle/>
          <a:p>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b="1">
                <a:latin typeface="+mj-lt"/>
                <a:cs typeface="Segoe UI" panose="020B0502040204020203" pitchFamily="34" charset="0"/>
              </a:rPr>
              <a:t>Next</a:t>
            </a:r>
            <a:r>
              <a:rPr lang="en-GB" sz="1200">
                <a:latin typeface="+mj-lt"/>
                <a:cs typeface="Segoe UI" panose="020B0502040204020203" pitchFamily="34" charset="0"/>
              </a:rPr>
              <a:t>“ per </a:t>
            </a:r>
            <a:r>
              <a:rPr lang="en-GB" sz="1200" err="1">
                <a:latin typeface="+mj-lt"/>
                <a:cs typeface="Segoe UI" panose="020B0502040204020203" pitchFamily="34" charset="0"/>
              </a:rPr>
              <a:t>continuare</a:t>
            </a:r>
            <a:r>
              <a:rPr lang="en-GB" sz="1200">
                <a:latin typeface="+mj-lt"/>
                <a:cs typeface="Segoe UI" panose="020B0502040204020203" pitchFamily="34" charset="0"/>
              </a:rPr>
              <a:t>.</a:t>
            </a:r>
          </a:p>
        </p:txBody>
      </p:sp>
      <p:sp>
        <p:nvSpPr>
          <p:cNvPr id="76" name="CasellaDiTesto 38">
            <a:extLst>
              <a:ext uri="{FF2B5EF4-FFF2-40B4-BE49-F238E27FC236}">
                <a16:creationId xmlns:a16="http://schemas.microsoft.com/office/drawing/2014/main" id="{0F00BC76-3DEA-EF53-65CB-9C6112840587}"/>
              </a:ext>
            </a:extLst>
          </p:cNvPr>
          <p:cNvSpPr txBox="1"/>
          <p:nvPr/>
        </p:nvSpPr>
        <p:spPr>
          <a:xfrm>
            <a:off x="8696680" y="3821657"/>
            <a:ext cx="3066210" cy="1015663"/>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Nella </a:t>
            </a:r>
            <a:r>
              <a:rPr lang="en-GB" sz="1200" err="1">
                <a:latin typeface="+mj-lt"/>
                <a:cs typeface="Segoe UI" panose="020B0502040204020203" pitchFamily="34" charset="0"/>
              </a:rPr>
              <a:t>sezione</a:t>
            </a:r>
            <a:r>
              <a:rPr lang="en-GB" sz="1200">
                <a:latin typeface="+mj-lt"/>
                <a:cs typeface="Segoe UI" panose="020B0502040204020203" pitchFamily="34" charset="0"/>
              </a:rPr>
              <a:t> di “</a:t>
            </a:r>
            <a:r>
              <a:rPr lang="en-GB" sz="1200" b="1">
                <a:latin typeface="+mj-lt"/>
                <a:cs typeface="Segoe UI" panose="020B0502040204020203" pitchFamily="34" charset="0"/>
              </a:rPr>
              <a:t>Review and Submit</a:t>
            </a:r>
            <a:r>
              <a:rPr lang="en-GB" sz="1200">
                <a:latin typeface="+mj-lt"/>
                <a:cs typeface="Segoe UI" panose="020B0502040204020203" pitchFamily="34" charset="0"/>
              </a:rPr>
              <a:t>” </a:t>
            </a:r>
            <a:r>
              <a:rPr lang="it-IT" sz="1200">
                <a:latin typeface="+mj-lt"/>
                <a:cs typeface="Segoe UI" panose="020B0502040204020203" pitchFamily="34" charset="0"/>
              </a:rPr>
              <a:t>è possibile rivedere la valutazione.</a:t>
            </a:r>
          </a:p>
          <a:p>
            <a:endParaRPr lang="it-IT" sz="1200">
              <a:latin typeface="+mj-lt"/>
              <a:cs typeface="Segoe UI" panose="020B0502040204020203" pitchFamily="34" charset="0"/>
            </a:endParaRPr>
          </a:p>
          <a:p>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b="1">
                <a:latin typeface="+mj-lt"/>
                <a:cs typeface="Segoe UI" panose="020B0502040204020203" pitchFamily="34" charset="0"/>
              </a:rPr>
              <a:t>Submit</a:t>
            </a:r>
            <a:r>
              <a:rPr lang="en-GB" sz="1200">
                <a:latin typeface="+mj-lt"/>
                <a:cs typeface="Segoe UI" panose="020B0502040204020203" pitchFamily="34" charset="0"/>
              </a:rPr>
              <a:t>" per </a:t>
            </a:r>
            <a:r>
              <a:rPr lang="it-IT" sz="1200">
                <a:latin typeface="+mj-lt"/>
                <a:cs typeface="Segoe UI" panose="020B0502040204020203" pitchFamily="34" charset="0"/>
              </a:rPr>
              <a:t>Inviare la valutazione e chiudere i task.</a:t>
            </a:r>
            <a:endParaRPr lang="en-GB" sz="1200">
              <a:latin typeface="+mj-lt"/>
              <a:cs typeface="Segoe UI" panose="020B0502040204020203" pitchFamily="34" charset="0"/>
            </a:endParaRPr>
          </a:p>
        </p:txBody>
      </p:sp>
      <p:sp>
        <p:nvSpPr>
          <p:cNvPr id="77" name="Ovale 11">
            <a:extLst>
              <a:ext uri="{FF2B5EF4-FFF2-40B4-BE49-F238E27FC236}">
                <a16:creationId xmlns:a16="http://schemas.microsoft.com/office/drawing/2014/main" id="{21CC75E9-A95E-8C86-08FB-4B530A74FB76}"/>
              </a:ext>
            </a:extLst>
          </p:cNvPr>
          <p:cNvSpPr/>
          <p:nvPr/>
        </p:nvSpPr>
        <p:spPr>
          <a:xfrm>
            <a:off x="8226273" y="2242500"/>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78" name="Ovale 11">
            <a:extLst>
              <a:ext uri="{FF2B5EF4-FFF2-40B4-BE49-F238E27FC236}">
                <a16:creationId xmlns:a16="http://schemas.microsoft.com/office/drawing/2014/main" id="{1F5DB6B0-2EC8-87F4-FD8D-67235D8F624F}"/>
              </a:ext>
            </a:extLst>
          </p:cNvPr>
          <p:cNvSpPr/>
          <p:nvPr/>
        </p:nvSpPr>
        <p:spPr>
          <a:xfrm>
            <a:off x="8227429" y="2705132"/>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79" name="Ovale 11">
            <a:extLst>
              <a:ext uri="{FF2B5EF4-FFF2-40B4-BE49-F238E27FC236}">
                <a16:creationId xmlns:a16="http://schemas.microsoft.com/office/drawing/2014/main" id="{99792194-C454-4EC4-A8C8-F57E0B2BEA0A}"/>
              </a:ext>
            </a:extLst>
          </p:cNvPr>
          <p:cNvSpPr/>
          <p:nvPr/>
        </p:nvSpPr>
        <p:spPr>
          <a:xfrm>
            <a:off x="8226273" y="3408004"/>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80" name="Ovale 11">
            <a:extLst>
              <a:ext uri="{FF2B5EF4-FFF2-40B4-BE49-F238E27FC236}">
                <a16:creationId xmlns:a16="http://schemas.microsoft.com/office/drawing/2014/main" id="{3997B178-01AB-B0A7-A164-DB71BC869011}"/>
              </a:ext>
            </a:extLst>
          </p:cNvPr>
          <p:cNvSpPr/>
          <p:nvPr/>
        </p:nvSpPr>
        <p:spPr>
          <a:xfrm>
            <a:off x="8226273" y="3870636"/>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5</a:t>
            </a:r>
          </a:p>
        </p:txBody>
      </p:sp>
    </p:spTree>
    <p:extLst>
      <p:ext uri="{BB962C8B-B14F-4D97-AF65-F5344CB8AC3E}">
        <p14:creationId xmlns:p14="http://schemas.microsoft.com/office/powerpoint/2010/main" val="34686711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73C01-A355-6256-A17B-6399D189E029}"/>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39405FD-26BD-7F4A-E33B-770F771074F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3" name="think-cell data - do not delete" hidden="1">
                        <a:extLst>
                          <a:ext uri="{FF2B5EF4-FFF2-40B4-BE49-F238E27FC236}">
                            <a16:creationId xmlns:a16="http://schemas.microsoft.com/office/drawing/2014/main" id="{939405FD-26BD-7F4A-E33B-770F771074F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6" name="Segnaposto immagine 5">
            <a:extLst>
              <a:ext uri="{FF2B5EF4-FFF2-40B4-BE49-F238E27FC236}">
                <a16:creationId xmlns:a16="http://schemas.microsoft.com/office/drawing/2014/main" id="{E9C4E03E-698B-31E5-69B3-23D6FB899BB2}"/>
              </a:ext>
            </a:extLst>
          </p:cNvPr>
          <p:cNvPicPr>
            <a:picLocks noGrp="1" noChangeAspect="1"/>
          </p:cNvPicPr>
          <p:nvPr>
            <p:ph type="pic" sz="quarter" idx="11"/>
          </p:nvPr>
        </p:nvPicPr>
        <p:blipFill>
          <a:blip r:embed="rId6"/>
          <a:srcRect l="24934" r="24934"/>
          <a:stretch/>
        </p:blipFill>
        <p:spPr>
          <a:xfrm>
            <a:off x="6095999" y="0"/>
            <a:ext cx="6111325" cy="6858000"/>
          </a:xfrm>
        </p:spPr>
      </p:pic>
      <p:sp>
        <p:nvSpPr>
          <p:cNvPr id="5" name="Segnaposto testo 4">
            <a:extLst>
              <a:ext uri="{FF2B5EF4-FFF2-40B4-BE49-F238E27FC236}">
                <a16:creationId xmlns:a16="http://schemas.microsoft.com/office/drawing/2014/main" id="{C6285D1D-8B57-8015-31D2-A7BE9DE00565}"/>
              </a:ext>
            </a:extLst>
          </p:cNvPr>
          <p:cNvSpPr>
            <a:spLocks noGrp="1"/>
          </p:cNvSpPr>
          <p:nvPr>
            <p:ph type="body" sz="quarter" idx="20"/>
          </p:nvPr>
        </p:nvSpPr>
        <p:spPr/>
        <p:txBody>
          <a:bodyPr/>
          <a:lstStyle/>
          <a:p>
            <a:r>
              <a:rPr lang="it-IT" err="1"/>
              <a:t>Employee</a:t>
            </a:r>
            <a:r>
              <a:rPr lang="it-IT"/>
              <a:t> – Self Evaluation </a:t>
            </a:r>
          </a:p>
          <a:p>
            <a:r>
              <a:rPr lang="it-IT"/>
              <a:t>Manager – </a:t>
            </a:r>
            <a:r>
              <a:rPr lang="it-IT" err="1"/>
              <a:t>Get</a:t>
            </a:r>
            <a:r>
              <a:rPr lang="it-IT"/>
              <a:t> </a:t>
            </a:r>
            <a:r>
              <a:rPr lang="it-IT" err="1"/>
              <a:t>Additional</a:t>
            </a:r>
            <a:r>
              <a:rPr lang="it-IT"/>
              <a:t> Manager Evaluation</a:t>
            </a:r>
          </a:p>
          <a:p>
            <a:r>
              <a:rPr lang="it-IT" err="1"/>
              <a:t>Additional</a:t>
            </a:r>
            <a:r>
              <a:rPr lang="it-IT"/>
              <a:t> Manager – </a:t>
            </a:r>
            <a:r>
              <a:rPr lang="it-IT" err="1"/>
              <a:t>Additional</a:t>
            </a:r>
            <a:r>
              <a:rPr lang="it-IT"/>
              <a:t> Manager Evaluation</a:t>
            </a:r>
          </a:p>
          <a:p>
            <a:r>
              <a:rPr lang="it-IT" b="1">
                <a:solidFill>
                  <a:schemeClr val="accent1"/>
                </a:solidFill>
              </a:rPr>
              <a:t>Manager – Manager Evaluation &amp; To Do</a:t>
            </a:r>
          </a:p>
          <a:p>
            <a:r>
              <a:rPr lang="it-IT" err="1"/>
              <a:t>Employee</a:t>
            </a:r>
            <a:r>
              <a:rPr lang="it-IT"/>
              <a:t> – </a:t>
            </a:r>
            <a:r>
              <a:rPr lang="it-IT" err="1"/>
              <a:t>Acknowledgement</a:t>
            </a:r>
            <a:r>
              <a:rPr lang="it-IT"/>
              <a:t> </a:t>
            </a:r>
          </a:p>
          <a:p>
            <a:r>
              <a:rPr lang="it-IT" err="1"/>
              <a:t>FAQs</a:t>
            </a:r>
            <a:endParaRPr lang="it-IT"/>
          </a:p>
          <a:p>
            <a:endParaRPr lang="en-GB"/>
          </a:p>
        </p:txBody>
      </p:sp>
      <p:sp>
        <p:nvSpPr>
          <p:cNvPr id="11" name="Titolo 10">
            <a:extLst>
              <a:ext uri="{FF2B5EF4-FFF2-40B4-BE49-F238E27FC236}">
                <a16:creationId xmlns:a16="http://schemas.microsoft.com/office/drawing/2014/main" id="{C00F7EA0-2951-6675-2FF1-ADBD40E2F58E}"/>
              </a:ext>
            </a:extLst>
          </p:cNvPr>
          <p:cNvSpPr>
            <a:spLocks noGrp="1"/>
          </p:cNvSpPr>
          <p:nvPr>
            <p:ph type="title"/>
          </p:nvPr>
        </p:nvSpPr>
        <p:spPr/>
        <p:txBody>
          <a:bodyPr vert="horz"/>
          <a:lstStyle/>
          <a:p>
            <a:r>
              <a:rPr lang="it-IT"/>
              <a:t>Agenda</a:t>
            </a:r>
          </a:p>
        </p:txBody>
      </p:sp>
      <p:sp>
        <p:nvSpPr>
          <p:cNvPr id="9" name="Segnaposto testo 8">
            <a:extLst>
              <a:ext uri="{FF2B5EF4-FFF2-40B4-BE49-F238E27FC236}">
                <a16:creationId xmlns:a16="http://schemas.microsoft.com/office/drawing/2014/main" id="{E6A11A6E-E12F-F66A-1A05-1C4A1ACB5381}"/>
              </a:ext>
            </a:extLst>
          </p:cNvPr>
          <p:cNvSpPr>
            <a:spLocks noGrp="1"/>
          </p:cNvSpPr>
          <p:nvPr>
            <p:ph type="body" sz="quarter" idx="13"/>
          </p:nvPr>
        </p:nvSpPr>
        <p:spPr/>
        <p:txBody>
          <a:bodyPr/>
          <a:lstStyle/>
          <a:p>
            <a:r>
              <a:rPr lang="it-IT"/>
              <a:t>ENGINEERING </a:t>
            </a:r>
            <a:r>
              <a:rPr lang="it-IT" b="0"/>
              <a:t>/ THE DIGITAL TRANSFORMATION COMPANY</a:t>
            </a:r>
          </a:p>
        </p:txBody>
      </p:sp>
      <p:sp>
        <p:nvSpPr>
          <p:cNvPr id="13" name="Segnaposto piè di pagina 12">
            <a:extLst>
              <a:ext uri="{FF2B5EF4-FFF2-40B4-BE49-F238E27FC236}">
                <a16:creationId xmlns:a16="http://schemas.microsoft.com/office/drawing/2014/main" id="{9B5E80EF-729C-F999-ABB2-E1701D42E0C1}"/>
              </a:ext>
            </a:extLst>
          </p:cNvPr>
          <p:cNvSpPr>
            <a:spLocks noGrp="1"/>
          </p:cNvSpPr>
          <p:nvPr>
            <p:ph type="ftr" sz="quarter" idx="17"/>
          </p:nvPr>
        </p:nvSpPr>
        <p:spPr/>
        <p:txBody>
          <a:bodyPr/>
          <a:lstStyle/>
          <a:p>
            <a:endParaRPr lang="it-IT"/>
          </a:p>
        </p:txBody>
      </p:sp>
      <p:sp>
        <p:nvSpPr>
          <p:cNvPr id="2" name="Segnaposto numero diapositiva 1">
            <a:extLst>
              <a:ext uri="{FF2B5EF4-FFF2-40B4-BE49-F238E27FC236}">
                <a16:creationId xmlns:a16="http://schemas.microsoft.com/office/drawing/2014/main" id="{67B549C0-329C-E2F4-9847-DEFAE56E1B05}"/>
              </a:ext>
            </a:extLst>
          </p:cNvPr>
          <p:cNvSpPr>
            <a:spLocks noGrp="1"/>
          </p:cNvSpPr>
          <p:nvPr>
            <p:ph type="sldNum" sz="quarter" idx="18"/>
          </p:nvPr>
        </p:nvSpPr>
        <p:spPr/>
        <p:txBody>
          <a:bodyPr/>
          <a:lstStyle/>
          <a:p>
            <a:fld id="{98BF7C3C-24CC-6140-8A22-738C44F1CFEB}" type="slidenum">
              <a:rPr lang="it-IT" smtClean="0"/>
              <a:pPr/>
              <a:t>42</a:t>
            </a:fld>
            <a:endParaRPr lang="it-IT"/>
          </a:p>
        </p:txBody>
      </p:sp>
    </p:spTree>
    <p:extLst>
      <p:ext uri="{BB962C8B-B14F-4D97-AF65-F5344CB8AC3E}">
        <p14:creationId xmlns:p14="http://schemas.microsoft.com/office/powerpoint/2010/main" val="4726293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BC010-C7F4-D167-64CF-A6C4B6E7DFF4}"/>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79DAB0F-1C32-ABA7-1190-2F980FAB2DD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B79DAB0F-1C32-ABA7-1190-2F980FAB2DD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70529924-8EFC-5B85-D03A-37F4869DF1AA}"/>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Manager Evaluation (1/4)</a:t>
            </a:r>
          </a:p>
        </p:txBody>
      </p:sp>
      <p:sp>
        <p:nvSpPr>
          <p:cNvPr id="4" name="Segnaposto numero diapositiva 3">
            <a:extLst>
              <a:ext uri="{FF2B5EF4-FFF2-40B4-BE49-F238E27FC236}">
                <a16:creationId xmlns:a16="http://schemas.microsoft.com/office/drawing/2014/main" id="{F3B29F23-0937-0005-DCD7-37C70DE9D757}"/>
              </a:ext>
            </a:extLst>
          </p:cNvPr>
          <p:cNvSpPr>
            <a:spLocks noGrp="1"/>
          </p:cNvSpPr>
          <p:nvPr>
            <p:ph type="sldNum" sz="quarter" idx="15"/>
          </p:nvPr>
        </p:nvSpPr>
        <p:spPr/>
        <p:txBody>
          <a:bodyPr/>
          <a:lstStyle/>
          <a:p>
            <a:fld id="{98BF7C3C-24CC-6140-8A22-738C44F1CFEB}" type="slidenum">
              <a:rPr lang="it-IT" smtClean="0"/>
              <a:pPr/>
              <a:t>43</a:t>
            </a:fld>
            <a:endParaRPr lang="it-IT"/>
          </a:p>
        </p:txBody>
      </p:sp>
      <p:sp>
        <p:nvSpPr>
          <p:cNvPr id="6" name="Segnaposto testo 5">
            <a:extLst>
              <a:ext uri="{FF2B5EF4-FFF2-40B4-BE49-F238E27FC236}">
                <a16:creationId xmlns:a16="http://schemas.microsoft.com/office/drawing/2014/main" id="{27420E02-8910-2091-A8EF-84043AD1F4C0}"/>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182279D9-ABCF-D672-4926-A0054011166B}"/>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28166C5D-DC3D-F212-D162-0917FA88BBBB}"/>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509D4729-1CFD-7E0B-E206-5C62971B2505}"/>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6ED210BC-E286-4D35-99D6-7B387335C8CF}"/>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28607DC4-D333-3E6C-B85F-FCC16E88A2BF}"/>
              </a:ext>
            </a:extLst>
          </p:cNvPr>
          <p:cNvSpPr txBox="1"/>
          <p:nvPr/>
        </p:nvSpPr>
        <p:spPr>
          <a:xfrm>
            <a:off x="8696680" y="1402163"/>
            <a:ext cx="3066210" cy="1754326"/>
          </a:xfrm>
          <a:prstGeom prst="rect">
            <a:avLst/>
          </a:prstGeom>
          <a:noFill/>
          <a:ln>
            <a:solidFill>
              <a:schemeClr val="bg2"/>
            </a:solidFill>
            <a:prstDash val="dash"/>
          </a:ln>
        </p:spPr>
        <p:txBody>
          <a:bodyPr wrap="square">
            <a:spAutoFit/>
          </a:bodyPr>
          <a:lstStyle/>
          <a:p>
            <a:r>
              <a:rPr lang="it-IT" sz="1200">
                <a:latin typeface="+mj-lt"/>
                <a:cs typeface="Segoe UI" panose="020B0502040204020203" pitchFamily="34" charset="0"/>
              </a:rPr>
              <a:t>Accedi a </a:t>
            </a:r>
            <a:r>
              <a:rPr lang="it-IT" sz="1200" err="1">
                <a:latin typeface="+mj-lt"/>
                <a:cs typeface="Segoe UI" panose="020B0502040204020203" pitchFamily="34" charset="0"/>
              </a:rPr>
              <a:t>Workday</a:t>
            </a:r>
            <a:r>
              <a:rPr lang="it-IT" sz="1200">
                <a:latin typeface="+mj-lt"/>
                <a:cs typeface="Segoe UI" panose="020B0502040204020203" pitchFamily="34" charset="0"/>
              </a:rPr>
              <a:t> tramite Single </a:t>
            </a:r>
            <a:r>
              <a:rPr lang="it-IT" sz="1200" err="1">
                <a:latin typeface="+mj-lt"/>
                <a:cs typeface="Segoe UI" panose="020B0502040204020203" pitchFamily="34" charset="0"/>
              </a:rPr>
              <a:t>Sign</a:t>
            </a:r>
            <a:r>
              <a:rPr lang="it-IT" sz="1200">
                <a:latin typeface="+mj-lt"/>
                <a:cs typeface="Segoe UI" panose="020B0502040204020203" pitchFamily="34" charset="0"/>
              </a:rPr>
              <a:t>-On per accedere alla tua dashboard personale.
Nella sezione </a:t>
            </a:r>
            <a:r>
              <a:rPr lang="en-GB" sz="1200">
                <a:latin typeface="+mj-lt"/>
                <a:cs typeface="Segoe UI" panose="020B0502040204020203" pitchFamily="34" charset="0"/>
              </a:rPr>
              <a:t>"Awaiting Your Action" </a:t>
            </a:r>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err="1">
                <a:latin typeface="+mj-lt"/>
                <a:cs typeface="Segoe UI" panose="020B0502040204020203" pitchFamily="34" charset="0"/>
              </a:rPr>
              <a:t>su</a:t>
            </a:r>
            <a:r>
              <a:rPr lang="en-GB" sz="1200">
                <a:latin typeface="+mj-lt"/>
                <a:cs typeface="Segoe UI" panose="020B0502040204020203" pitchFamily="34" charset="0"/>
              </a:rPr>
              <a:t> “</a:t>
            </a:r>
            <a:r>
              <a:rPr lang="en-GB" sz="1200" b="1">
                <a:latin typeface="+mj-lt"/>
                <a:cs typeface="Segoe UI" panose="020B0502040204020203" pitchFamily="34" charset="0"/>
              </a:rPr>
              <a:t>Manager Evaluation: Mid Year Check – In”</a:t>
            </a:r>
            <a:r>
              <a:rPr lang="en-GB" sz="1200">
                <a:latin typeface="+mj-lt"/>
                <a:cs typeface="Segoe UI" panose="020B0502040204020203" pitchFamily="34" charset="0"/>
              </a:rPr>
              <a:t>.</a:t>
            </a:r>
          </a:p>
          <a:p>
            <a:endParaRPr lang="en-GB" sz="1200">
              <a:latin typeface="+mj-lt"/>
              <a:cs typeface="Segoe UI" panose="020B0502040204020203" pitchFamily="34" charset="0"/>
            </a:endParaRPr>
          </a:p>
          <a:p>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err="1">
                <a:latin typeface="+mj-lt"/>
                <a:cs typeface="Segoe UI" panose="020B0502040204020203" pitchFamily="34" charset="0"/>
              </a:rPr>
              <a:t>su</a:t>
            </a:r>
            <a:r>
              <a:rPr lang="en-GB" sz="1200">
                <a:latin typeface="+mj-lt"/>
                <a:cs typeface="Segoe UI" panose="020B0502040204020203" pitchFamily="34" charset="0"/>
              </a:rPr>
              <a:t> “</a:t>
            </a:r>
            <a:r>
              <a:rPr lang="en-GB" sz="1200" b="1">
                <a:latin typeface="+mj-lt"/>
                <a:cs typeface="Segoe UI" panose="020B0502040204020203" pitchFamily="34" charset="0"/>
              </a:rPr>
              <a:t>Get Started</a:t>
            </a:r>
            <a:r>
              <a:rPr lang="en-GB" sz="1200">
                <a:latin typeface="+mj-lt"/>
                <a:cs typeface="Segoe UI" panose="020B0502040204020203" pitchFamily="34" charset="0"/>
              </a:rPr>
              <a:t>“</a:t>
            </a:r>
            <a:r>
              <a:rPr lang="it-IT" sz="1200">
                <a:latin typeface="+mj-lt"/>
                <a:cs typeface="Segoe UI" panose="020B0502040204020203" pitchFamily="34" charset="0"/>
              </a:rPr>
              <a:t>per iniziare con la valutazione.</a:t>
            </a:r>
            <a:endParaRPr lang="en-GB" sz="1200">
              <a:latin typeface="+mj-lt"/>
              <a:cs typeface="Segoe UI" panose="020B0502040204020203" pitchFamily="34" charset="0"/>
            </a:endParaRPr>
          </a:p>
        </p:txBody>
      </p:sp>
      <p:sp>
        <p:nvSpPr>
          <p:cNvPr id="16" name="Ovale 11">
            <a:extLst>
              <a:ext uri="{FF2B5EF4-FFF2-40B4-BE49-F238E27FC236}">
                <a16:creationId xmlns:a16="http://schemas.microsoft.com/office/drawing/2014/main" id="{C707D345-1696-AB45-DB45-CD2BBDDB6B92}"/>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pic>
        <p:nvPicPr>
          <p:cNvPr id="34" name="Elemento grafico 36" descr="Utente con riempimento a tinta unita">
            <a:extLst>
              <a:ext uri="{FF2B5EF4-FFF2-40B4-BE49-F238E27FC236}">
                <a16:creationId xmlns:a16="http://schemas.microsoft.com/office/drawing/2014/main" id="{1165952E-2706-EA90-B712-5A55FD609EE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E31F5B2C-DC9C-5E75-3A78-124F8FD8E1FA}"/>
              </a:ext>
            </a:extLst>
          </p:cNvPr>
          <p:cNvSpPr txBox="1"/>
          <p:nvPr/>
        </p:nvSpPr>
        <p:spPr>
          <a:xfrm>
            <a:off x="10414992" y="478800"/>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a:solidFill>
                  <a:schemeClr val="accent3"/>
                </a:solidFill>
                <a:latin typeface="CocoEng" pitchFamily="50" charset="0"/>
                <a:cs typeface="Segoe UI" panose="020B0502040204020203" pitchFamily="34" charset="0"/>
              </a:rPr>
              <a:t>Manager</a:t>
            </a:r>
          </a:p>
        </p:txBody>
      </p:sp>
      <p:pic>
        <p:nvPicPr>
          <p:cNvPr id="10" name="Picture 9">
            <a:extLst>
              <a:ext uri="{FF2B5EF4-FFF2-40B4-BE49-F238E27FC236}">
                <a16:creationId xmlns:a16="http://schemas.microsoft.com/office/drawing/2014/main" id="{34624E19-A9D4-E380-E3CE-21B3EBCF38B0}"/>
              </a:ext>
            </a:extLst>
          </p:cNvPr>
          <p:cNvPicPr>
            <a:picLocks noChangeAspect="1"/>
          </p:cNvPicPr>
          <p:nvPr/>
        </p:nvPicPr>
        <p:blipFill>
          <a:blip r:embed="rId8"/>
          <a:stretch>
            <a:fillRect/>
          </a:stretch>
        </p:blipFill>
        <p:spPr>
          <a:xfrm>
            <a:off x="792304" y="1489123"/>
            <a:ext cx="2425556" cy="898354"/>
          </a:xfrm>
          <a:prstGeom prst="rect">
            <a:avLst/>
          </a:prstGeom>
          <a:ln>
            <a:solidFill>
              <a:schemeClr val="accent3"/>
            </a:solidFill>
          </a:ln>
        </p:spPr>
      </p:pic>
      <p:pic>
        <p:nvPicPr>
          <p:cNvPr id="17" name="Picture 16">
            <a:extLst>
              <a:ext uri="{FF2B5EF4-FFF2-40B4-BE49-F238E27FC236}">
                <a16:creationId xmlns:a16="http://schemas.microsoft.com/office/drawing/2014/main" id="{5469F5EA-A320-49EA-FA6E-01E831771880}"/>
              </a:ext>
            </a:extLst>
          </p:cNvPr>
          <p:cNvPicPr>
            <a:picLocks noChangeAspect="1"/>
          </p:cNvPicPr>
          <p:nvPr/>
        </p:nvPicPr>
        <p:blipFill>
          <a:blip r:embed="rId9"/>
          <a:stretch>
            <a:fillRect/>
          </a:stretch>
        </p:blipFill>
        <p:spPr>
          <a:xfrm>
            <a:off x="3258022" y="1489123"/>
            <a:ext cx="3456232" cy="1838957"/>
          </a:xfrm>
          <a:prstGeom prst="rect">
            <a:avLst/>
          </a:prstGeom>
          <a:ln>
            <a:solidFill>
              <a:schemeClr val="accent3"/>
            </a:solidFill>
          </a:ln>
        </p:spPr>
      </p:pic>
      <p:pic>
        <p:nvPicPr>
          <p:cNvPr id="24" name="Picture 23">
            <a:extLst>
              <a:ext uri="{FF2B5EF4-FFF2-40B4-BE49-F238E27FC236}">
                <a16:creationId xmlns:a16="http://schemas.microsoft.com/office/drawing/2014/main" id="{8F9FAA62-8491-3878-E972-F3CB6D94CA1F}"/>
              </a:ext>
            </a:extLst>
          </p:cNvPr>
          <p:cNvPicPr>
            <a:picLocks noChangeAspect="1"/>
          </p:cNvPicPr>
          <p:nvPr/>
        </p:nvPicPr>
        <p:blipFill>
          <a:blip r:embed="rId10"/>
          <a:stretch>
            <a:fillRect/>
          </a:stretch>
        </p:blipFill>
        <p:spPr>
          <a:xfrm>
            <a:off x="3953645" y="3463975"/>
            <a:ext cx="4102964" cy="2914141"/>
          </a:xfrm>
          <a:prstGeom prst="rect">
            <a:avLst/>
          </a:prstGeom>
        </p:spPr>
      </p:pic>
      <p:sp>
        <p:nvSpPr>
          <p:cNvPr id="27" name="CasellaDiTesto 38">
            <a:extLst>
              <a:ext uri="{FF2B5EF4-FFF2-40B4-BE49-F238E27FC236}">
                <a16:creationId xmlns:a16="http://schemas.microsoft.com/office/drawing/2014/main" id="{FCE438D1-0BA4-2607-09A4-7F0D5EBE0B63}"/>
              </a:ext>
            </a:extLst>
          </p:cNvPr>
          <p:cNvSpPr txBox="1"/>
          <p:nvPr/>
        </p:nvSpPr>
        <p:spPr>
          <a:xfrm>
            <a:off x="8696680" y="3198341"/>
            <a:ext cx="3066210" cy="1569660"/>
          </a:xfrm>
          <a:prstGeom prst="rect">
            <a:avLst/>
          </a:prstGeom>
          <a:noFill/>
          <a:ln>
            <a:solidFill>
              <a:schemeClr val="bg2"/>
            </a:solidFill>
            <a:prstDash val="dash"/>
          </a:ln>
        </p:spPr>
        <p:txBody>
          <a:bodyPr wrap="square">
            <a:spAutoFit/>
          </a:bodyPr>
          <a:lstStyle/>
          <a:p>
            <a:r>
              <a:rPr lang="it-IT" sz="1200">
                <a:latin typeface="+mj-lt"/>
                <a:cs typeface="Segoe UI" panose="020B0502040204020203" pitchFamily="34" charset="0"/>
              </a:rPr>
              <a:t>La Manager Evaluation è suddivisa in diverse sezioni:</a:t>
            </a:r>
          </a:p>
          <a:p>
            <a:pPr marL="171450" indent="-171450">
              <a:buFont typeface="Arial" panose="020B0604020202020204" pitchFamily="34" charset="0"/>
              <a:buChar char="•"/>
            </a:pPr>
            <a:r>
              <a:rPr lang="en-GB" sz="1200">
                <a:latin typeface="+mj-lt"/>
                <a:cs typeface="Segoe UI" panose="020B0502040204020203" pitchFamily="34" charset="0"/>
              </a:rPr>
              <a:t>Feedback</a:t>
            </a:r>
          </a:p>
          <a:p>
            <a:pPr marL="171450" indent="-171450">
              <a:buFont typeface="Arial" panose="020B0604020202020204" pitchFamily="34" charset="0"/>
              <a:buChar char="•"/>
            </a:pPr>
            <a:r>
              <a:rPr lang="en-GB" sz="1200">
                <a:latin typeface="+mj-lt"/>
                <a:cs typeface="Segoe UI" panose="020B0502040204020203" pitchFamily="34" charset="0"/>
              </a:rPr>
              <a:t>Goals</a:t>
            </a:r>
          </a:p>
          <a:p>
            <a:pPr marL="171450" indent="-171450">
              <a:buFont typeface="Arial" panose="020B0604020202020204" pitchFamily="34" charset="0"/>
              <a:buChar char="•"/>
            </a:pPr>
            <a:r>
              <a:rPr lang="en-GB" sz="1200">
                <a:latin typeface="+mj-lt"/>
                <a:cs typeface="Segoe UI" panose="020B0502040204020203" pitchFamily="34" charset="0"/>
              </a:rPr>
              <a:t>Behaviours</a:t>
            </a:r>
          </a:p>
          <a:p>
            <a:pPr marL="171450" indent="-171450">
              <a:buFont typeface="Arial" panose="020B0604020202020204" pitchFamily="34" charset="0"/>
              <a:buChar char="•"/>
            </a:pPr>
            <a:r>
              <a:rPr lang="en-GB" sz="1200">
                <a:latin typeface="+mj-lt"/>
                <a:cs typeface="Segoe UI" panose="020B0502040204020203" pitchFamily="34" charset="0"/>
              </a:rPr>
              <a:t>Supporting Documents</a:t>
            </a:r>
          </a:p>
          <a:p>
            <a:pPr marL="171450" indent="-171450">
              <a:buFont typeface="Arial" panose="020B0604020202020204" pitchFamily="34" charset="0"/>
              <a:buChar char="•"/>
            </a:pPr>
            <a:r>
              <a:rPr lang="en-GB" sz="1200">
                <a:latin typeface="+mj-lt"/>
                <a:cs typeface="Segoe UI" panose="020B0502040204020203" pitchFamily="34" charset="0"/>
              </a:rPr>
              <a:t>Overall</a:t>
            </a:r>
          </a:p>
          <a:p>
            <a:pPr marL="171450" indent="-171450">
              <a:buFont typeface="Arial" panose="020B0604020202020204" pitchFamily="34" charset="0"/>
              <a:buChar char="•"/>
            </a:pPr>
            <a:r>
              <a:rPr lang="en-GB" sz="1200">
                <a:latin typeface="+mj-lt"/>
                <a:cs typeface="Segoe UI" panose="020B0502040204020203" pitchFamily="34" charset="0"/>
              </a:rPr>
              <a:t>Review and Submit</a:t>
            </a:r>
          </a:p>
        </p:txBody>
      </p:sp>
      <p:sp>
        <p:nvSpPr>
          <p:cNvPr id="28" name="CasellaDiTesto 38">
            <a:extLst>
              <a:ext uri="{FF2B5EF4-FFF2-40B4-BE49-F238E27FC236}">
                <a16:creationId xmlns:a16="http://schemas.microsoft.com/office/drawing/2014/main" id="{BED8D3DC-56B9-BDD6-F126-0254B819A19B}"/>
              </a:ext>
            </a:extLst>
          </p:cNvPr>
          <p:cNvSpPr txBox="1"/>
          <p:nvPr/>
        </p:nvSpPr>
        <p:spPr>
          <a:xfrm>
            <a:off x="8696680" y="4842064"/>
            <a:ext cx="3066210" cy="646331"/>
          </a:xfrm>
          <a:prstGeom prst="rect">
            <a:avLst/>
          </a:prstGeom>
          <a:noFill/>
          <a:ln>
            <a:solidFill>
              <a:schemeClr val="bg2"/>
            </a:solidFill>
            <a:prstDash val="dash"/>
          </a:ln>
        </p:spPr>
        <p:txBody>
          <a:bodyPr wrap="square">
            <a:spAutoFit/>
          </a:bodyPr>
          <a:lstStyle/>
          <a:p>
            <a:r>
              <a:rPr lang="it-IT" sz="1200">
                <a:latin typeface="+mj-lt"/>
                <a:cs typeface="Segoe UI" panose="020B0502040204020203" pitchFamily="34" charset="0"/>
              </a:rPr>
              <a:t>Nella sezione "</a:t>
            </a:r>
            <a:r>
              <a:rPr lang="it-IT" sz="1200" b="1">
                <a:latin typeface="+mj-lt"/>
                <a:cs typeface="Segoe UI" panose="020B0502040204020203" pitchFamily="34" charset="0"/>
              </a:rPr>
              <a:t>Feedback</a:t>
            </a:r>
            <a:r>
              <a:rPr lang="it-IT" sz="1200">
                <a:latin typeface="+mj-lt"/>
                <a:cs typeface="Segoe UI" panose="020B0502040204020203" pitchFamily="34" charset="0"/>
              </a:rPr>
              <a:t>" puoi trovare tutti i feedback ricevuti dal dipendente nell'ultimo anno.</a:t>
            </a:r>
            <a:endParaRPr lang="en-GB" sz="1200">
              <a:latin typeface="+mj-lt"/>
              <a:cs typeface="Segoe UI" panose="020B0502040204020203" pitchFamily="34" charset="0"/>
            </a:endParaRPr>
          </a:p>
        </p:txBody>
      </p:sp>
      <p:sp>
        <p:nvSpPr>
          <p:cNvPr id="31" name="CasellaDiTesto 38">
            <a:extLst>
              <a:ext uri="{FF2B5EF4-FFF2-40B4-BE49-F238E27FC236}">
                <a16:creationId xmlns:a16="http://schemas.microsoft.com/office/drawing/2014/main" id="{D909A848-8A93-213D-AF8D-3247FB182959}"/>
              </a:ext>
            </a:extLst>
          </p:cNvPr>
          <p:cNvSpPr txBox="1"/>
          <p:nvPr/>
        </p:nvSpPr>
        <p:spPr>
          <a:xfrm>
            <a:off x="8696680" y="5636522"/>
            <a:ext cx="3066210" cy="276999"/>
          </a:xfrm>
          <a:prstGeom prst="rect">
            <a:avLst/>
          </a:prstGeom>
          <a:noFill/>
          <a:ln>
            <a:solidFill>
              <a:schemeClr val="bg2"/>
            </a:solidFill>
            <a:prstDash val="dash"/>
          </a:ln>
        </p:spPr>
        <p:txBody>
          <a:bodyPr wrap="square">
            <a:spAutoFit/>
          </a:bodyPr>
          <a:lstStyle/>
          <a:p>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b="1">
                <a:latin typeface="+mj-lt"/>
                <a:cs typeface="Segoe UI" panose="020B0502040204020203" pitchFamily="34" charset="0"/>
              </a:rPr>
              <a:t>Next</a:t>
            </a:r>
            <a:r>
              <a:rPr lang="en-GB" sz="1200">
                <a:latin typeface="+mj-lt"/>
                <a:cs typeface="Segoe UI" panose="020B0502040204020203" pitchFamily="34" charset="0"/>
              </a:rPr>
              <a:t>” per </a:t>
            </a:r>
            <a:r>
              <a:rPr lang="en-GB" sz="1200" err="1">
                <a:latin typeface="+mj-lt"/>
                <a:cs typeface="Segoe UI" panose="020B0502040204020203" pitchFamily="34" charset="0"/>
              </a:rPr>
              <a:t>continuare</a:t>
            </a:r>
            <a:r>
              <a:rPr lang="en-GB" sz="1200">
                <a:latin typeface="+mj-lt"/>
                <a:cs typeface="Segoe UI" panose="020B0502040204020203" pitchFamily="34" charset="0"/>
              </a:rPr>
              <a:t>.</a:t>
            </a:r>
          </a:p>
        </p:txBody>
      </p:sp>
      <p:sp>
        <p:nvSpPr>
          <p:cNvPr id="32" name="Ovale 11">
            <a:extLst>
              <a:ext uri="{FF2B5EF4-FFF2-40B4-BE49-F238E27FC236}">
                <a16:creationId xmlns:a16="http://schemas.microsoft.com/office/drawing/2014/main" id="{5DB3ADE4-C91B-CB1F-8DE9-94BBE439BA1B}"/>
              </a:ext>
            </a:extLst>
          </p:cNvPr>
          <p:cNvSpPr/>
          <p:nvPr/>
        </p:nvSpPr>
        <p:spPr>
          <a:xfrm>
            <a:off x="2509503" y="1499239"/>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36" name="Ovale 11">
            <a:extLst>
              <a:ext uri="{FF2B5EF4-FFF2-40B4-BE49-F238E27FC236}">
                <a16:creationId xmlns:a16="http://schemas.microsoft.com/office/drawing/2014/main" id="{A6E43B68-EF95-AFB2-ABC0-C08BD2E75B38}"/>
              </a:ext>
            </a:extLst>
          </p:cNvPr>
          <p:cNvSpPr/>
          <p:nvPr/>
        </p:nvSpPr>
        <p:spPr>
          <a:xfrm>
            <a:off x="4875714" y="4774401"/>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37" name="Rectangle 36">
            <a:extLst>
              <a:ext uri="{FF2B5EF4-FFF2-40B4-BE49-F238E27FC236}">
                <a16:creationId xmlns:a16="http://schemas.microsoft.com/office/drawing/2014/main" id="{6F98D41B-8556-FC75-F767-3162EBF1E397}"/>
              </a:ext>
            </a:extLst>
          </p:cNvPr>
          <p:cNvSpPr/>
          <p:nvPr/>
        </p:nvSpPr>
        <p:spPr>
          <a:xfrm>
            <a:off x="3258022" y="2967414"/>
            <a:ext cx="871187" cy="29738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e 11">
            <a:extLst>
              <a:ext uri="{FF2B5EF4-FFF2-40B4-BE49-F238E27FC236}">
                <a16:creationId xmlns:a16="http://schemas.microsoft.com/office/drawing/2014/main" id="{B1E32D17-6B2D-DCFA-19AA-CC1617BFB2F0}"/>
              </a:ext>
            </a:extLst>
          </p:cNvPr>
          <p:cNvSpPr/>
          <p:nvPr/>
        </p:nvSpPr>
        <p:spPr>
          <a:xfrm>
            <a:off x="6575759" y="3429000"/>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39" name="Ovale 11">
            <a:extLst>
              <a:ext uri="{FF2B5EF4-FFF2-40B4-BE49-F238E27FC236}">
                <a16:creationId xmlns:a16="http://schemas.microsoft.com/office/drawing/2014/main" id="{6541E597-6727-5026-7401-58E9D6253D00}"/>
              </a:ext>
            </a:extLst>
          </p:cNvPr>
          <p:cNvSpPr/>
          <p:nvPr/>
        </p:nvSpPr>
        <p:spPr>
          <a:xfrm>
            <a:off x="5936036" y="5833635"/>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40" name="Rectangle 39">
            <a:extLst>
              <a:ext uri="{FF2B5EF4-FFF2-40B4-BE49-F238E27FC236}">
                <a16:creationId xmlns:a16="http://schemas.microsoft.com/office/drawing/2014/main" id="{3F521D7E-875C-4655-718A-62AB312612EA}"/>
              </a:ext>
            </a:extLst>
          </p:cNvPr>
          <p:cNvSpPr/>
          <p:nvPr/>
        </p:nvSpPr>
        <p:spPr>
          <a:xfrm>
            <a:off x="5768556" y="6151001"/>
            <a:ext cx="473142" cy="22370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a:extLst>
              <a:ext uri="{FF2B5EF4-FFF2-40B4-BE49-F238E27FC236}">
                <a16:creationId xmlns:a16="http://schemas.microsoft.com/office/drawing/2014/main" id="{C546AC32-C11E-9D76-AFCC-211A5AB46BE1}"/>
              </a:ext>
            </a:extLst>
          </p:cNvPr>
          <p:cNvSpPr/>
          <p:nvPr/>
        </p:nvSpPr>
        <p:spPr>
          <a:xfrm>
            <a:off x="3929224" y="4886100"/>
            <a:ext cx="871187" cy="29738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Ovale 11">
            <a:extLst>
              <a:ext uri="{FF2B5EF4-FFF2-40B4-BE49-F238E27FC236}">
                <a16:creationId xmlns:a16="http://schemas.microsoft.com/office/drawing/2014/main" id="{61A5A4EA-B3CA-1736-7238-A83323B6115C}"/>
              </a:ext>
            </a:extLst>
          </p:cNvPr>
          <p:cNvSpPr/>
          <p:nvPr/>
        </p:nvSpPr>
        <p:spPr>
          <a:xfrm>
            <a:off x="8248786" y="2551785"/>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45" name="Ovale 11">
            <a:extLst>
              <a:ext uri="{FF2B5EF4-FFF2-40B4-BE49-F238E27FC236}">
                <a16:creationId xmlns:a16="http://schemas.microsoft.com/office/drawing/2014/main" id="{5C955CA1-0E08-E372-B73F-AB6F07113A41}"/>
              </a:ext>
            </a:extLst>
          </p:cNvPr>
          <p:cNvSpPr/>
          <p:nvPr/>
        </p:nvSpPr>
        <p:spPr>
          <a:xfrm>
            <a:off x="8252204" y="3161475"/>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46" name="Ovale 11">
            <a:extLst>
              <a:ext uri="{FF2B5EF4-FFF2-40B4-BE49-F238E27FC236}">
                <a16:creationId xmlns:a16="http://schemas.microsoft.com/office/drawing/2014/main" id="{6B4321C4-A0A5-78CF-8687-229282B425F8}"/>
              </a:ext>
            </a:extLst>
          </p:cNvPr>
          <p:cNvSpPr/>
          <p:nvPr/>
        </p:nvSpPr>
        <p:spPr>
          <a:xfrm>
            <a:off x="8248786" y="4886100"/>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47" name="Rectangle 46">
            <a:extLst>
              <a:ext uri="{FF2B5EF4-FFF2-40B4-BE49-F238E27FC236}">
                <a16:creationId xmlns:a16="http://schemas.microsoft.com/office/drawing/2014/main" id="{6503D867-7970-30DC-37AD-CF127EBF5E02}"/>
              </a:ext>
            </a:extLst>
          </p:cNvPr>
          <p:cNvSpPr/>
          <p:nvPr/>
        </p:nvSpPr>
        <p:spPr>
          <a:xfrm>
            <a:off x="5454543" y="3998469"/>
            <a:ext cx="1547836" cy="3276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0714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32A79-FEF7-0DFA-B6C9-30183B34B95E}"/>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C971A86-E270-701E-1F3B-3B21FFA76B3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FC971A86-E270-701E-1F3B-3B21FFA76B3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7212E7F5-5910-ABFF-7225-3EAC91378F90}"/>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Manager Evaluation (2/4)</a:t>
            </a:r>
          </a:p>
        </p:txBody>
      </p:sp>
      <p:sp>
        <p:nvSpPr>
          <p:cNvPr id="4" name="Segnaposto numero diapositiva 3">
            <a:extLst>
              <a:ext uri="{FF2B5EF4-FFF2-40B4-BE49-F238E27FC236}">
                <a16:creationId xmlns:a16="http://schemas.microsoft.com/office/drawing/2014/main" id="{87902776-D4A8-1427-7D38-9C815609277F}"/>
              </a:ext>
            </a:extLst>
          </p:cNvPr>
          <p:cNvSpPr>
            <a:spLocks noGrp="1"/>
          </p:cNvSpPr>
          <p:nvPr>
            <p:ph type="sldNum" sz="quarter" idx="15"/>
          </p:nvPr>
        </p:nvSpPr>
        <p:spPr/>
        <p:txBody>
          <a:bodyPr/>
          <a:lstStyle/>
          <a:p>
            <a:fld id="{98BF7C3C-24CC-6140-8A22-738C44F1CFEB}" type="slidenum">
              <a:rPr lang="it-IT" smtClean="0"/>
              <a:pPr/>
              <a:t>44</a:t>
            </a:fld>
            <a:endParaRPr lang="it-IT"/>
          </a:p>
        </p:txBody>
      </p:sp>
      <p:sp>
        <p:nvSpPr>
          <p:cNvPr id="6" name="Segnaposto testo 5">
            <a:extLst>
              <a:ext uri="{FF2B5EF4-FFF2-40B4-BE49-F238E27FC236}">
                <a16:creationId xmlns:a16="http://schemas.microsoft.com/office/drawing/2014/main" id="{C75D0BBA-BAA6-80FA-E214-E880D7588246}"/>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8F7A8FA4-876F-A7E7-A13E-8E0007086BCA}"/>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9D504635-C92D-09C0-2ECB-7B0703037906}"/>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510558C3-5666-40D5-F193-4EE8E47B8FAB}"/>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DC38ED8F-B9BA-62A5-4220-4E29E316FF05}"/>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pic>
        <p:nvPicPr>
          <p:cNvPr id="34" name="Elemento grafico 36" descr="Utente con riempimento a tinta unita">
            <a:extLst>
              <a:ext uri="{FF2B5EF4-FFF2-40B4-BE49-F238E27FC236}">
                <a16:creationId xmlns:a16="http://schemas.microsoft.com/office/drawing/2014/main" id="{3D4EF8D9-E627-76B6-824C-866ABACDAE5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2D26CD3D-04BF-5B52-C490-616E5EEBF643}"/>
              </a:ext>
            </a:extLst>
          </p:cNvPr>
          <p:cNvSpPr txBox="1"/>
          <p:nvPr/>
        </p:nvSpPr>
        <p:spPr>
          <a:xfrm>
            <a:off x="10414992" y="478800"/>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a:solidFill>
                  <a:schemeClr val="accent3"/>
                </a:solidFill>
                <a:latin typeface="CocoEng" pitchFamily="50" charset="0"/>
                <a:cs typeface="Segoe UI" panose="020B0502040204020203" pitchFamily="34" charset="0"/>
              </a:rPr>
              <a:t>Manager</a:t>
            </a:r>
          </a:p>
        </p:txBody>
      </p:sp>
      <p:pic>
        <p:nvPicPr>
          <p:cNvPr id="26" name="Picture 25">
            <a:extLst>
              <a:ext uri="{FF2B5EF4-FFF2-40B4-BE49-F238E27FC236}">
                <a16:creationId xmlns:a16="http://schemas.microsoft.com/office/drawing/2014/main" id="{A9DE26A2-58EC-0CB5-70E3-D8A6AE8DB7A8}"/>
              </a:ext>
            </a:extLst>
          </p:cNvPr>
          <p:cNvPicPr>
            <a:picLocks noChangeAspect="1"/>
          </p:cNvPicPr>
          <p:nvPr/>
        </p:nvPicPr>
        <p:blipFill>
          <a:blip r:embed="rId8"/>
          <a:stretch>
            <a:fillRect/>
          </a:stretch>
        </p:blipFill>
        <p:spPr>
          <a:xfrm>
            <a:off x="842112" y="1518198"/>
            <a:ext cx="5645254" cy="2477453"/>
          </a:xfrm>
          <a:prstGeom prst="rect">
            <a:avLst/>
          </a:prstGeom>
        </p:spPr>
      </p:pic>
      <p:sp>
        <p:nvSpPr>
          <p:cNvPr id="47" name="Rectangle 46">
            <a:extLst>
              <a:ext uri="{FF2B5EF4-FFF2-40B4-BE49-F238E27FC236}">
                <a16:creationId xmlns:a16="http://schemas.microsoft.com/office/drawing/2014/main" id="{5D1223EB-2005-EF64-64DC-6CE736ABF8E2}"/>
              </a:ext>
            </a:extLst>
          </p:cNvPr>
          <p:cNvSpPr/>
          <p:nvPr/>
        </p:nvSpPr>
        <p:spPr>
          <a:xfrm>
            <a:off x="3390449" y="5636522"/>
            <a:ext cx="777332" cy="276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8" name="Picture 47">
            <a:extLst>
              <a:ext uri="{FF2B5EF4-FFF2-40B4-BE49-F238E27FC236}">
                <a16:creationId xmlns:a16="http://schemas.microsoft.com/office/drawing/2014/main" id="{2C8D9A08-D142-E5F3-450F-5475D565B523}"/>
              </a:ext>
            </a:extLst>
          </p:cNvPr>
          <p:cNvPicPr>
            <a:picLocks noChangeAspect="1"/>
          </p:cNvPicPr>
          <p:nvPr/>
        </p:nvPicPr>
        <p:blipFill>
          <a:blip r:embed="rId9"/>
          <a:stretch>
            <a:fillRect/>
          </a:stretch>
        </p:blipFill>
        <p:spPr>
          <a:xfrm>
            <a:off x="2837103" y="3981834"/>
            <a:ext cx="5254690" cy="2477453"/>
          </a:xfrm>
          <a:prstGeom prst="rect">
            <a:avLst/>
          </a:prstGeom>
          <a:ln>
            <a:solidFill>
              <a:schemeClr val="accent6"/>
            </a:solidFill>
          </a:ln>
        </p:spPr>
      </p:pic>
      <p:sp>
        <p:nvSpPr>
          <p:cNvPr id="49" name="CasellaDiTesto 38">
            <a:extLst>
              <a:ext uri="{FF2B5EF4-FFF2-40B4-BE49-F238E27FC236}">
                <a16:creationId xmlns:a16="http://schemas.microsoft.com/office/drawing/2014/main" id="{E19C1807-AA90-A42A-1652-79DAF70E33FE}"/>
              </a:ext>
            </a:extLst>
          </p:cNvPr>
          <p:cNvSpPr txBox="1"/>
          <p:nvPr/>
        </p:nvSpPr>
        <p:spPr>
          <a:xfrm>
            <a:off x="8696680" y="1402163"/>
            <a:ext cx="3066210" cy="830997"/>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Nella </a:t>
            </a:r>
            <a:r>
              <a:rPr lang="en-GB" sz="1200" err="1">
                <a:latin typeface="+mj-lt"/>
                <a:cs typeface="Segoe UI" panose="020B0502040204020203" pitchFamily="34" charset="0"/>
              </a:rPr>
              <a:t>sezione“</a:t>
            </a:r>
            <a:r>
              <a:rPr lang="en-GB" sz="1200" b="1" err="1">
                <a:latin typeface="+mj-lt"/>
                <a:cs typeface="Segoe UI" panose="020B0502040204020203" pitchFamily="34" charset="0"/>
              </a:rPr>
              <a:t>Goal</a:t>
            </a:r>
            <a:r>
              <a:rPr lang="en-GB" sz="1200">
                <a:latin typeface="+mj-lt"/>
                <a:cs typeface="Segoe UI" panose="020B0502040204020203" pitchFamily="34" charset="0"/>
              </a:rPr>
              <a:t>", </a:t>
            </a:r>
            <a:r>
              <a:rPr lang="it-IT" sz="1200">
                <a:latin typeface="+mj-lt"/>
                <a:cs typeface="Segoe UI" panose="020B0502040204020203" pitchFamily="34" charset="0"/>
              </a:rPr>
              <a:t>devi fornire il commento generale sugli obiettivi della persona nel</a:t>
            </a:r>
            <a:r>
              <a:rPr lang="en-GB" sz="1200">
                <a:latin typeface="+mj-lt"/>
                <a:cs typeface="Segoe UI" panose="020B0502040204020203" pitchFamily="34" charset="0"/>
              </a:rPr>
              <a:t> </a:t>
            </a:r>
            <a:r>
              <a:rPr lang="en-GB" sz="1200" err="1">
                <a:latin typeface="+mj-lt"/>
                <a:cs typeface="Segoe UI" panose="020B0502040204020203" pitchFamily="34" charset="0"/>
              </a:rPr>
              <a:t>campo“</a:t>
            </a:r>
            <a:r>
              <a:rPr lang="en-GB" sz="1200" b="1" err="1">
                <a:latin typeface="+mj-lt"/>
                <a:cs typeface="Segoe UI" panose="020B0502040204020203" pitchFamily="34" charset="0"/>
              </a:rPr>
              <a:t>Manager</a:t>
            </a:r>
            <a:r>
              <a:rPr lang="en-GB" sz="1200" b="1">
                <a:latin typeface="+mj-lt"/>
                <a:cs typeface="Segoe UI" panose="020B0502040204020203" pitchFamily="34" charset="0"/>
              </a:rPr>
              <a:t> summary”.</a:t>
            </a:r>
            <a:endParaRPr lang="en-GB" sz="1200">
              <a:latin typeface="+mj-lt"/>
              <a:cs typeface="Segoe UI" panose="020B0502040204020203" pitchFamily="34" charset="0"/>
            </a:endParaRPr>
          </a:p>
        </p:txBody>
      </p:sp>
      <p:sp>
        <p:nvSpPr>
          <p:cNvPr id="50" name="Ovale 11">
            <a:extLst>
              <a:ext uri="{FF2B5EF4-FFF2-40B4-BE49-F238E27FC236}">
                <a16:creationId xmlns:a16="http://schemas.microsoft.com/office/drawing/2014/main" id="{CA60F6C4-210D-87A3-B599-F850556A1C38}"/>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51" name="CasellaDiTesto 38">
            <a:extLst>
              <a:ext uri="{FF2B5EF4-FFF2-40B4-BE49-F238E27FC236}">
                <a16:creationId xmlns:a16="http://schemas.microsoft.com/office/drawing/2014/main" id="{84812384-39F8-7C5A-B9C5-457682FB89DA}"/>
              </a:ext>
            </a:extLst>
          </p:cNvPr>
          <p:cNvSpPr txBox="1"/>
          <p:nvPr/>
        </p:nvSpPr>
        <p:spPr>
          <a:xfrm>
            <a:off x="8696680" y="2334532"/>
            <a:ext cx="3066210" cy="276999"/>
          </a:xfrm>
          <a:prstGeom prst="rect">
            <a:avLst/>
          </a:prstGeom>
          <a:noFill/>
          <a:ln>
            <a:solidFill>
              <a:schemeClr val="bg2"/>
            </a:solidFill>
            <a:prstDash val="dash"/>
          </a:ln>
        </p:spPr>
        <p:txBody>
          <a:bodyPr wrap="square">
            <a:spAutoFit/>
          </a:bodyPr>
          <a:lstStyle/>
          <a:p>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b="1">
                <a:latin typeface="+mj-lt"/>
                <a:cs typeface="Segoe UI" panose="020B0502040204020203" pitchFamily="34" charset="0"/>
              </a:rPr>
              <a:t>Next</a:t>
            </a:r>
            <a:r>
              <a:rPr lang="en-GB" sz="1200">
                <a:latin typeface="+mj-lt"/>
                <a:cs typeface="Segoe UI" panose="020B0502040204020203" pitchFamily="34" charset="0"/>
              </a:rPr>
              <a:t>“ per </a:t>
            </a:r>
            <a:r>
              <a:rPr lang="en-GB" sz="1200" err="1">
                <a:latin typeface="+mj-lt"/>
                <a:cs typeface="Segoe UI" panose="020B0502040204020203" pitchFamily="34" charset="0"/>
              </a:rPr>
              <a:t>continuare</a:t>
            </a:r>
            <a:r>
              <a:rPr lang="en-GB" sz="1200">
                <a:latin typeface="+mj-lt"/>
                <a:cs typeface="Segoe UI" panose="020B0502040204020203" pitchFamily="34" charset="0"/>
              </a:rPr>
              <a:t>.</a:t>
            </a:r>
          </a:p>
        </p:txBody>
      </p:sp>
      <p:sp>
        <p:nvSpPr>
          <p:cNvPr id="52" name="CasellaDiTesto 38">
            <a:extLst>
              <a:ext uri="{FF2B5EF4-FFF2-40B4-BE49-F238E27FC236}">
                <a16:creationId xmlns:a16="http://schemas.microsoft.com/office/drawing/2014/main" id="{512296CC-2314-F7F4-CF88-000376EE5D50}"/>
              </a:ext>
            </a:extLst>
          </p:cNvPr>
          <p:cNvSpPr txBox="1"/>
          <p:nvPr/>
        </p:nvSpPr>
        <p:spPr>
          <a:xfrm>
            <a:off x="8696680" y="2726767"/>
            <a:ext cx="3066210" cy="830997"/>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Nella </a:t>
            </a:r>
            <a:r>
              <a:rPr lang="en-GB" sz="1200" err="1">
                <a:latin typeface="+mj-lt"/>
                <a:cs typeface="Segoe UI" panose="020B0502040204020203" pitchFamily="34" charset="0"/>
              </a:rPr>
              <a:t>sezione</a:t>
            </a:r>
            <a:r>
              <a:rPr lang="en-GB" sz="1200">
                <a:latin typeface="+mj-lt"/>
                <a:cs typeface="Segoe UI" panose="020B0502040204020203" pitchFamily="34" charset="0"/>
              </a:rPr>
              <a:t> “</a:t>
            </a:r>
            <a:r>
              <a:rPr lang="en-GB" sz="1200" b="1">
                <a:latin typeface="+mj-lt"/>
                <a:cs typeface="Segoe UI" panose="020B0502040204020203" pitchFamily="34" charset="0"/>
              </a:rPr>
              <a:t>Behaviours</a:t>
            </a:r>
            <a:r>
              <a:rPr lang="en-GB" sz="1200">
                <a:latin typeface="+mj-lt"/>
                <a:cs typeface="Segoe UI" panose="020B0502040204020203" pitchFamily="34" charset="0"/>
              </a:rPr>
              <a:t>" </a:t>
            </a:r>
            <a:r>
              <a:rPr lang="it-IT" sz="1200">
                <a:latin typeface="+mj-lt"/>
                <a:cs typeface="Segoe UI" panose="020B0502040204020203" pitchFamily="34" charset="0"/>
              </a:rPr>
              <a:t>devi fornire un commento generale sui comportamenti della persona nel campo </a:t>
            </a:r>
            <a:r>
              <a:rPr lang="en-GB" sz="1200">
                <a:latin typeface="+mj-lt"/>
                <a:cs typeface="Segoe UI" panose="020B0502040204020203" pitchFamily="34" charset="0"/>
              </a:rPr>
              <a:t>“</a:t>
            </a:r>
            <a:r>
              <a:rPr lang="en-GB" sz="1200" b="1">
                <a:latin typeface="+mj-lt"/>
                <a:cs typeface="Segoe UI" panose="020B0502040204020203" pitchFamily="34" charset="0"/>
              </a:rPr>
              <a:t>Manager summary</a:t>
            </a:r>
            <a:r>
              <a:rPr lang="en-GB" sz="1200">
                <a:latin typeface="+mj-lt"/>
                <a:cs typeface="Segoe UI" panose="020B0502040204020203" pitchFamily="34" charset="0"/>
              </a:rPr>
              <a:t>”.</a:t>
            </a:r>
          </a:p>
        </p:txBody>
      </p:sp>
      <p:sp>
        <p:nvSpPr>
          <p:cNvPr id="53" name="CasellaDiTesto 38">
            <a:extLst>
              <a:ext uri="{FF2B5EF4-FFF2-40B4-BE49-F238E27FC236}">
                <a16:creationId xmlns:a16="http://schemas.microsoft.com/office/drawing/2014/main" id="{9E3399C1-FFB6-F236-DD9D-C471ED671F0F}"/>
              </a:ext>
            </a:extLst>
          </p:cNvPr>
          <p:cNvSpPr txBox="1"/>
          <p:nvPr/>
        </p:nvSpPr>
        <p:spPr>
          <a:xfrm>
            <a:off x="8696680" y="3664334"/>
            <a:ext cx="3066210" cy="276999"/>
          </a:xfrm>
          <a:prstGeom prst="rect">
            <a:avLst/>
          </a:prstGeom>
          <a:noFill/>
          <a:ln>
            <a:solidFill>
              <a:schemeClr val="bg2"/>
            </a:solidFill>
            <a:prstDash val="dash"/>
          </a:ln>
        </p:spPr>
        <p:txBody>
          <a:bodyPr wrap="square">
            <a:spAutoFit/>
          </a:bodyPr>
          <a:lstStyle/>
          <a:p>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b="1">
                <a:latin typeface="+mj-lt"/>
                <a:cs typeface="Segoe UI" panose="020B0502040204020203" pitchFamily="34" charset="0"/>
              </a:rPr>
              <a:t>Next</a:t>
            </a:r>
            <a:r>
              <a:rPr lang="en-GB" sz="1200">
                <a:latin typeface="+mj-lt"/>
                <a:cs typeface="Segoe UI" panose="020B0502040204020203" pitchFamily="34" charset="0"/>
              </a:rPr>
              <a:t>“ per </a:t>
            </a:r>
            <a:r>
              <a:rPr lang="en-GB" sz="1200" err="1">
                <a:latin typeface="+mj-lt"/>
                <a:cs typeface="Segoe UI" panose="020B0502040204020203" pitchFamily="34" charset="0"/>
              </a:rPr>
              <a:t>continuare</a:t>
            </a:r>
            <a:r>
              <a:rPr lang="en-GB" sz="1200">
                <a:latin typeface="+mj-lt"/>
                <a:cs typeface="Segoe UI" panose="020B0502040204020203" pitchFamily="34" charset="0"/>
              </a:rPr>
              <a:t>.</a:t>
            </a:r>
          </a:p>
        </p:txBody>
      </p:sp>
      <p:sp>
        <p:nvSpPr>
          <p:cNvPr id="54" name="Ovale 11">
            <a:extLst>
              <a:ext uri="{FF2B5EF4-FFF2-40B4-BE49-F238E27FC236}">
                <a16:creationId xmlns:a16="http://schemas.microsoft.com/office/drawing/2014/main" id="{C32B3A12-B7F6-8B87-DEE0-7AB4E935B37F}"/>
              </a:ext>
            </a:extLst>
          </p:cNvPr>
          <p:cNvSpPr/>
          <p:nvPr/>
        </p:nvSpPr>
        <p:spPr>
          <a:xfrm>
            <a:off x="8251510" y="2259305"/>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55" name="Ovale 11">
            <a:extLst>
              <a:ext uri="{FF2B5EF4-FFF2-40B4-BE49-F238E27FC236}">
                <a16:creationId xmlns:a16="http://schemas.microsoft.com/office/drawing/2014/main" id="{47E2A85D-544B-8D00-F29C-470C33D3A124}"/>
              </a:ext>
            </a:extLst>
          </p:cNvPr>
          <p:cNvSpPr/>
          <p:nvPr/>
        </p:nvSpPr>
        <p:spPr>
          <a:xfrm>
            <a:off x="8251510" y="2712970"/>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56" name="Ovale 11">
            <a:extLst>
              <a:ext uri="{FF2B5EF4-FFF2-40B4-BE49-F238E27FC236}">
                <a16:creationId xmlns:a16="http://schemas.microsoft.com/office/drawing/2014/main" id="{9ABF6B12-EE94-E0AB-77B0-5356A6FDA107}"/>
              </a:ext>
            </a:extLst>
          </p:cNvPr>
          <p:cNvSpPr/>
          <p:nvPr/>
        </p:nvSpPr>
        <p:spPr>
          <a:xfrm>
            <a:off x="8224848" y="3563396"/>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57" name="Ovale 11">
            <a:extLst>
              <a:ext uri="{FF2B5EF4-FFF2-40B4-BE49-F238E27FC236}">
                <a16:creationId xmlns:a16="http://schemas.microsoft.com/office/drawing/2014/main" id="{3AD61DB8-5D6A-D270-A154-3F7FC0E1AF69}"/>
              </a:ext>
            </a:extLst>
          </p:cNvPr>
          <p:cNvSpPr/>
          <p:nvPr/>
        </p:nvSpPr>
        <p:spPr>
          <a:xfrm>
            <a:off x="3829896" y="2734578"/>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58" name="Rectangle 57">
            <a:extLst>
              <a:ext uri="{FF2B5EF4-FFF2-40B4-BE49-F238E27FC236}">
                <a16:creationId xmlns:a16="http://schemas.microsoft.com/office/drawing/2014/main" id="{7B8AD49E-B7BB-7225-14F5-688016390696}"/>
              </a:ext>
            </a:extLst>
          </p:cNvPr>
          <p:cNvSpPr/>
          <p:nvPr/>
        </p:nvSpPr>
        <p:spPr>
          <a:xfrm>
            <a:off x="842111" y="2650830"/>
            <a:ext cx="1143099" cy="21453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ectangle 58">
            <a:extLst>
              <a:ext uri="{FF2B5EF4-FFF2-40B4-BE49-F238E27FC236}">
                <a16:creationId xmlns:a16="http://schemas.microsoft.com/office/drawing/2014/main" id="{6E2879CF-9226-74D5-34DE-FC19157428CD}"/>
              </a:ext>
            </a:extLst>
          </p:cNvPr>
          <p:cNvSpPr/>
          <p:nvPr/>
        </p:nvSpPr>
        <p:spPr>
          <a:xfrm>
            <a:off x="2768004" y="5418786"/>
            <a:ext cx="1238512" cy="21773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59">
            <a:extLst>
              <a:ext uri="{FF2B5EF4-FFF2-40B4-BE49-F238E27FC236}">
                <a16:creationId xmlns:a16="http://schemas.microsoft.com/office/drawing/2014/main" id="{C7928423-C8BD-70B7-DD74-E07614730CDC}"/>
              </a:ext>
            </a:extLst>
          </p:cNvPr>
          <p:cNvSpPr/>
          <p:nvPr/>
        </p:nvSpPr>
        <p:spPr>
          <a:xfrm>
            <a:off x="2397980" y="2959904"/>
            <a:ext cx="1945420" cy="64957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ectangle 60">
            <a:extLst>
              <a:ext uri="{FF2B5EF4-FFF2-40B4-BE49-F238E27FC236}">
                <a16:creationId xmlns:a16="http://schemas.microsoft.com/office/drawing/2014/main" id="{9368C79B-D6B3-F905-D894-8379FE7B648A}"/>
              </a:ext>
            </a:extLst>
          </p:cNvPr>
          <p:cNvSpPr/>
          <p:nvPr/>
        </p:nvSpPr>
        <p:spPr>
          <a:xfrm>
            <a:off x="2628496" y="3733434"/>
            <a:ext cx="465718" cy="2299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Ovale 11">
            <a:extLst>
              <a:ext uri="{FF2B5EF4-FFF2-40B4-BE49-F238E27FC236}">
                <a16:creationId xmlns:a16="http://schemas.microsoft.com/office/drawing/2014/main" id="{6F5604BA-779B-E8BC-F0B2-41F3B4FBACDF}"/>
              </a:ext>
            </a:extLst>
          </p:cNvPr>
          <p:cNvSpPr/>
          <p:nvPr/>
        </p:nvSpPr>
        <p:spPr>
          <a:xfrm>
            <a:off x="3042246" y="3569633"/>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63" name="Rectangle 62">
            <a:extLst>
              <a:ext uri="{FF2B5EF4-FFF2-40B4-BE49-F238E27FC236}">
                <a16:creationId xmlns:a16="http://schemas.microsoft.com/office/drawing/2014/main" id="{E84CE00C-EBCF-0053-A6A4-B3A5723532E4}"/>
              </a:ext>
            </a:extLst>
          </p:cNvPr>
          <p:cNvSpPr/>
          <p:nvPr/>
        </p:nvSpPr>
        <p:spPr>
          <a:xfrm>
            <a:off x="4549538" y="6229315"/>
            <a:ext cx="465718" cy="2299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Ovale 11">
            <a:extLst>
              <a:ext uri="{FF2B5EF4-FFF2-40B4-BE49-F238E27FC236}">
                <a16:creationId xmlns:a16="http://schemas.microsoft.com/office/drawing/2014/main" id="{8903E320-F3B8-2491-8DEC-F8E9F19A17BD}"/>
              </a:ext>
            </a:extLst>
          </p:cNvPr>
          <p:cNvSpPr/>
          <p:nvPr/>
        </p:nvSpPr>
        <p:spPr>
          <a:xfrm>
            <a:off x="4963288" y="6065514"/>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65" name="Rectangle 64">
            <a:extLst>
              <a:ext uri="{FF2B5EF4-FFF2-40B4-BE49-F238E27FC236}">
                <a16:creationId xmlns:a16="http://schemas.microsoft.com/office/drawing/2014/main" id="{E81648FF-4AD5-B868-1FC8-5E9E809815FD}"/>
              </a:ext>
            </a:extLst>
          </p:cNvPr>
          <p:cNvSpPr/>
          <p:nvPr/>
        </p:nvSpPr>
        <p:spPr>
          <a:xfrm>
            <a:off x="4163141" y="4730945"/>
            <a:ext cx="2851270" cy="70641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Ovale 11">
            <a:extLst>
              <a:ext uri="{FF2B5EF4-FFF2-40B4-BE49-F238E27FC236}">
                <a16:creationId xmlns:a16="http://schemas.microsoft.com/office/drawing/2014/main" id="{E667AEE4-906A-864B-9A99-9F4B3A27CBC8}"/>
              </a:ext>
            </a:extLst>
          </p:cNvPr>
          <p:cNvSpPr/>
          <p:nvPr/>
        </p:nvSpPr>
        <p:spPr>
          <a:xfrm>
            <a:off x="5261176" y="4567145"/>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Tree>
    <p:extLst>
      <p:ext uri="{BB962C8B-B14F-4D97-AF65-F5344CB8AC3E}">
        <p14:creationId xmlns:p14="http://schemas.microsoft.com/office/powerpoint/2010/main" val="31222120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65FE5-3269-2979-BB1C-B139ED10B71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33579B7-42C0-C2F1-B558-6BE664FCF40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B33579B7-42C0-C2F1-B558-6BE664FCF40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5473C763-964A-0B96-06D6-B81B4EA9F377}"/>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Manager Evaluation (3/4)</a:t>
            </a:r>
          </a:p>
        </p:txBody>
      </p:sp>
      <p:sp>
        <p:nvSpPr>
          <p:cNvPr id="4" name="Segnaposto numero diapositiva 3">
            <a:extLst>
              <a:ext uri="{FF2B5EF4-FFF2-40B4-BE49-F238E27FC236}">
                <a16:creationId xmlns:a16="http://schemas.microsoft.com/office/drawing/2014/main" id="{3632F29D-BF35-C992-9D74-D4B011DF66F6}"/>
              </a:ext>
            </a:extLst>
          </p:cNvPr>
          <p:cNvSpPr>
            <a:spLocks noGrp="1"/>
          </p:cNvSpPr>
          <p:nvPr>
            <p:ph type="sldNum" sz="quarter" idx="15"/>
          </p:nvPr>
        </p:nvSpPr>
        <p:spPr/>
        <p:txBody>
          <a:bodyPr/>
          <a:lstStyle/>
          <a:p>
            <a:fld id="{98BF7C3C-24CC-6140-8A22-738C44F1CFEB}" type="slidenum">
              <a:rPr lang="it-IT" smtClean="0"/>
              <a:pPr/>
              <a:t>45</a:t>
            </a:fld>
            <a:endParaRPr lang="it-IT"/>
          </a:p>
        </p:txBody>
      </p:sp>
      <p:sp>
        <p:nvSpPr>
          <p:cNvPr id="6" name="Segnaposto testo 5">
            <a:extLst>
              <a:ext uri="{FF2B5EF4-FFF2-40B4-BE49-F238E27FC236}">
                <a16:creationId xmlns:a16="http://schemas.microsoft.com/office/drawing/2014/main" id="{36000090-ADA3-A3BC-5F5A-FBD442127981}"/>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20CE4E81-B49F-FA3C-77D4-266FCA58045E}"/>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7BDDD746-3A0F-CD86-D0AC-EC68A069D616}"/>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8B37D7E4-7183-DC64-63F8-FD0329ED0780}"/>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72C65FBE-9E90-CCFD-8631-8398D91D9333}"/>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pic>
        <p:nvPicPr>
          <p:cNvPr id="34" name="Elemento grafico 36" descr="Utente con riempimento a tinta unita">
            <a:extLst>
              <a:ext uri="{FF2B5EF4-FFF2-40B4-BE49-F238E27FC236}">
                <a16:creationId xmlns:a16="http://schemas.microsoft.com/office/drawing/2014/main" id="{251835E7-705F-BB0E-3AAF-40EDE0ADBF3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C814F4F1-6A2C-03DC-82DA-D9E213E46943}"/>
              </a:ext>
            </a:extLst>
          </p:cNvPr>
          <p:cNvSpPr txBox="1"/>
          <p:nvPr/>
        </p:nvSpPr>
        <p:spPr>
          <a:xfrm>
            <a:off x="10414992" y="478800"/>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a:solidFill>
                  <a:schemeClr val="accent3"/>
                </a:solidFill>
                <a:latin typeface="CocoEng" pitchFamily="50" charset="0"/>
                <a:cs typeface="Segoe UI" panose="020B0502040204020203" pitchFamily="34" charset="0"/>
              </a:rPr>
              <a:t>Manager</a:t>
            </a:r>
          </a:p>
        </p:txBody>
      </p:sp>
      <p:sp>
        <p:nvSpPr>
          <p:cNvPr id="47" name="Rectangle 46">
            <a:extLst>
              <a:ext uri="{FF2B5EF4-FFF2-40B4-BE49-F238E27FC236}">
                <a16:creationId xmlns:a16="http://schemas.microsoft.com/office/drawing/2014/main" id="{32CCBE34-47DF-A893-E7AB-914E1F12EEAF}"/>
              </a:ext>
            </a:extLst>
          </p:cNvPr>
          <p:cNvSpPr/>
          <p:nvPr/>
        </p:nvSpPr>
        <p:spPr>
          <a:xfrm>
            <a:off x="3390449" y="5636522"/>
            <a:ext cx="777332" cy="276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CasellaDiTesto 38">
            <a:extLst>
              <a:ext uri="{FF2B5EF4-FFF2-40B4-BE49-F238E27FC236}">
                <a16:creationId xmlns:a16="http://schemas.microsoft.com/office/drawing/2014/main" id="{D7F2C204-1A55-84AC-885B-E7D00406406B}"/>
              </a:ext>
            </a:extLst>
          </p:cNvPr>
          <p:cNvSpPr txBox="1"/>
          <p:nvPr/>
        </p:nvSpPr>
        <p:spPr>
          <a:xfrm>
            <a:off x="8696680" y="1402163"/>
            <a:ext cx="3066210" cy="1938992"/>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Nella </a:t>
            </a:r>
            <a:r>
              <a:rPr lang="en-GB" sz="1200" err="1">
                <a:latin typeface="+mj-lt"/>
                <a:cs typeface="Segoe UI" panose="020B0502040204020203" pitchFamily="34" charset="0"/>
              </a:rPr>
              <a:t>sezione“</a:t>
            </a:r>
            <a:r>
              <a:rPr lang="en-GB" sz="1200" b="1" err="1">
                <a:latin typeface="+mj-lt"/>
                <a:cs typeface="Segoe UI" panose="020B0502040204020203" pitchFamily="34" charset="0"/>
              </a:rPr>
              <a:t>Supporting</a:t>
            </a:r>
            <a:r>
              <a:rPr lang="en-GB" sz="1200" b="1">
                <a:latin typeface="+mj-lt"/>
                <a:cs typeface="Segoe UI" panose="020B0502040204020203" pitchFamily="34" charset="0"/>
              </a:rPr>
              <a:t> Documents</a:t>
            </a:r>
            <a:r>
              <a:rPr lang="en-GB" sz="1200">
                <a:latin typeface="+mj-lt"/>
                <a:cs typeface="Segoe UI" panose="020B0502040204020203" pitchFamily="34" charset="0"/>
              </a:rPr>
              <a:t>”, se </a:t>
            </a:r>
            <a:r>
              <a:rPr lang="en-GB" sz="1200" err="1">
                <a:latin typeface="+mj-lt"/>
                <a:cs typeface="Segoe UI" panose="020B0502040204020203" pitchFamily="34" charset="0"/>
              </a:rPr>
              <a:t>necessario</a:t>
            </a:r>
            <a:r>
              <a:rPr lang="en-GB" sz="1200">
                <a:latin typeface="+mj-lt"/>
                <a:cs typeface="Segoe UI" panose="020B0502040204020203" pitchFamily="34" charset="0"/>
              </a:rPr>
              <a:t>:</a:t>
            </a:r>
          </a:p>
          <a:p>
            <a:pPr marL="171450" indent="-171450">
              <a:buFont typeface="Arial" panose="020B0604020202020204" pitchFamily="34" charset="0"/>
              <a:buChar char="•"/>
            </a:pPr>
            <a:r>
              <a:rPr lang="it-IT" sz="1200">
                <a:latin typeface="+mj-lt"/>
                <a:cs typeface="Segoe UI" panose="020B0502040204020203" pitchFamily="34" charset="0"/>
              </a:rPr>
              <a:t>è possibile consultare la documentazione caricata dal Manager e/o dal </a:t>
            </a:r>
            <a:r>
              <a:rPr lang="it-IT" sz="1200" err="1">
                <a:latin typeface="+mj-lt"/>
                <a:cs typeface="Segoe UI" panose="020B0502040204020203" pitchFamily="34" charset="0"/>
              </a:rPr>
              <a:t>Additional</a:t>
            </a:r>
            <a:r>
              <a:rPr lang="it-IT" sz="1200">
                <a:latin typeface="+mj-lt"/>
                <a:cs typeface="Segoe UI" panose="020B0502040204020203" pitchFamily="34" charset="0"/>
              </a:rPr>
              <a:t> Manager, se presente</a:t>
            </a:r>
          </a:p>
          <a:p>
            <a:pPr marL="171450" indent="-171450">
              <a:buFont typeface="Arial" panose="020B0604020202020204" pitchFamily="34" charset="0"/>
              <a:buChar char="•"/>
            </a:pPr>
            <a:r>
              <a:rPr lang="it-IT" sz="1200">
                <a:latin typeface="+mj-lt"/>
                <a:cs typeface="Segoe UI" panose="020B0502040204020203" pitchFamily="34" charset="0"/>
              </a:rPr>
              <a:t>caricare un documento a supporto della valutazione e fornire un commento su di esso, se necessario.</a:t>
            </a:r>
            <a:endParaRPr lang="en-GB" sz="1200">
              <a:latin typeface="+mj-lt"/>
              <a:cs typeface="Segoe UI" panose="020B0502040204020203" pitchFamily="34" charset="0"/>
            </a:endParaRPr>
          </a:p>
          <a:p>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b="1">
                <a:latin typeface="+mj-lt"/>
                <a:cs typeface="Segoe UI" panose="020B0502040204020203" pitchFamily="34" charset="0"/>
              </a:rPr>
              <a:t>Next</a:t>
            </a:r>
            <a:r>
              <a:rPr lang="en-GB" sz="1200">
                <a:latin typeface="+mj-lt"/>
                <a:cs typeface="Segoe UI" panose="020B0502040204020203" pitchFamily="34" charset="0"/>
              </a:rPr>
              <a:t>“ per </a:t>
            </a:r>
            <a:r>
              <a:rPr lang="en-GB" sz="1200" err="1">
                <a:latin typeface="+mj-lt"/>
                <a:cs typeface="Segoe UI" panose="020B0502040204020203" pitchFamily="34" charset="0"/>
              </a:rPr>
              <a:t>continuare</a:t>
            </a:r>
            <a:r>
              <a:rPr lang="en-GB" sz="1200">
                <a:latin typeface="+mj-lt"/>
                <a:cs typeface="Segoe UI" panose="020B0502040204020203" pitchFamily="34" charset="0"/>
              </a:rPr>
              <a:t>.</a:t>
            </a:r>
          </a:p>
        </p:txBody>
      </p:sp>
      <p:sp>
        <p:nvSpPr>
          <p:cNvPr id="50" name="Ovale 11">
            <a:extLst>
              <a:ext uri="{FF2B5EF4-FFF2-40B4-BE49-F238E27FC236}">
                <a16:creationId xmlns:a16="http://schemas.microsoft.com/office/drawing/2014/main" id="{645E2E24-0173-A3D4-CCBE-BB284B541B38}"/>
              </a:ext>
            </a:extLst>
          </p:cNvPr>
          <p:cNvSpPr/>
          <p:nvPr/>
        </p:nvSpPr>
        <p:spPr>
          <a:xfrm>
            <a:off x="8216500"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54" name="Ovale 11">
            <a:extLst>
              <a:ext uri="{FF2B5EF4-FFF2-40B4-BE49-F238E27FC236}">
                <a16:creationId xmlns:a16="http://schemas.microsoft.com/office/drawing/2014/main" id="{58499FB8-639B-A660-4444-2E1366AC133F}"/>
              </a:ext>
            </a:extLst>
          </p:cNvPr>
          <p:cNvSpPr/>
          <p:nvPr/>
        </p:nvSpPr>
        <p:spPr>
          <a:xfrm>
            <a:off x="8216500" y="3386238"/>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9" name="Rectangle 8">
            <a:extLst>
              <a:ext uri="{FF2B5EF4-FFF2-40B4-BE49-F238E27FC236}">
                <a16:creationId xmlns:a16="http://schemas.microsoft.com/office/drawing/2014/main" id="{0C87FF5D-1512-BE02-82E7-EA73A01352FB}"/>
              </a:ext>
            </a:extLst>
          </p:cNvPr>
          <p:cNvSpPr/>
          <p:nvPr/>
        </p:nvSpPr>
        <p:spPr>
          <a:xfrm>
            <a:off x="853808" y="1972653"/>
            <a:ext cx="1049251" cy="12882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a:extLst>
              <a:ext uri="{FF2B5EF4-FFF2-40B4-BE49-F238E27FC236}">
                <a16:creationId xmlns:a16="http://schemas.microsoft.com/office/drawing/2014/main" id="{40381685-8210-DA75-CAEE-0882656FA916}"/>
              </a:ext>
            </a:extLst>
          </p:cNvPr>
          <p:cNvPicPr>
            <a:picLocks noChangeAspect="1"/>
          </p:cNvPicPr>
          <p:nvPr/>
        </p:nvPicPr>
        <p:blipFill>
          <a:blip r:embed="rId8"/>
          <a:stretch>
            <a:fillRect/>
          </a:stretch>
        </p:blipFill>
        <p:spPr>
          <a:xfrm>
            <a:off x="853808" y="1435691"/>
            <a:ext cx="4490283" cy="2789936"/>
          </a:xfrm>
          <a:prstGeom prst="rect">
            <a:avLst/>
          </a:prstGeom>
          <a:ln>
            <a:solidFill>
              <a:schemeClr val="accent6"/>
            </a:solidFill>
          </a:ln>
        </p:spPr>
      </p:pic>
      <p:sp>
        <p:nvSpPr>
          <p:cNvPr id="16" name="Rectangle 15">
            <a:extLst>
              <a:ext uri="{FF2B5EF4-FFF2-40B4-BE49-F238E27FC236}">
                <a16:creationId xmlns:a16="http://schemas.microsoft.com/office/drawing/2014/main" id="{1CE904F3-DB57-DB5E-D554-DA2369665AE8}"/>
              </a:ext>
            </a:extLst>
          </p:cNvPr>
          <p:cNvSpPr/>
          <p:nvPr/>
        </p:nvSpPr>
        <p:spPr>
          <a:xfrm>
            <a:off x="853808" y="2884409"/>
            <a:ext cx="1143099" cy="21453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94D2CAC9-94F0-AAE9-B6D7-548263077190}"/>
              </a:ext>
            </a:extLst>
          </p:cNvPr>
          <p:cNvSpPr/>
          <p:nvPr/>
        </p:nvSpPr>
        <p:spPr>
          <a:xfrm>
            <a:off x="2527399" y="4011088"/>
            <a:ext cx="494597" cy="25298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C09C643C-1DC2-7FCB-C888-83D987B44555}"/>
              </a:ext>
            </a:extLst>
          </p:cNvPr>
          <p:cNvSpPr/>
          <p:nvPr/>
        </p:nvSpPr>
        <p:spPr>
          <a:xfrm>
            <a:off x="6990347" y="5796278"/>
            <a:ext cx="962527" cy="2826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5" name="Picture 24">
            <a:extLst>
              <a:ext uri="{FF2B5EF4-FFF2-40B4-BE49-F238E27FC236}">
                <a16:creationId xmlns:a16="http://schemas.microsoft.com/office/drawing/2014/main" id="{16D86978-5EB5-E9FA-95F7-F129B545605E}"/>
              </a:ext>
            </a:extLst>
          </p:cNvPr>
          <p:cNvPicPr>
            <a:picLocks noChangeAspect="1"/>
          </p:cNvPicPr>
          <p:nvPr/>
        </p:nvPicPr>
        <p:blipFill>
          <a:blip r:embed="rId9"/>
          <a:stretch>
            <a:fillRect/>
          </a:stretch>
        </p:blipFill>
        <p:spPr>
          <a:xfrm>
            <a:off x="3689086" y="3098948"/>
            <a:ext cx="4381585" cy="3284883"/>
          </a:xfrm>
          <a:prstGeom prst="rect">
            <a:avLst/>
          </a:prstGeom>
          <a:ln>
            <a:solidFill>
              <a:schemeClr val="accent6"/>
            </a:solidFill>
          </a:ln>
        </p:spPr>
      </p:pic>
      <p:sp>
        <p:nvSpPr>
          <p:cNvPr id="29" name="CasellaDiTesto 38">
            <a:extLst>
              <a:ext uri="{FF2B5EF4-FFF2-40B4-BE49-F238E27FC236}">
                <a16:creationId xmlns:a16="http://schemas.microsoft.com/office/drawing/2014/main" id="{D998D767-0B03-F0DA-A4E6-59E4246A014F}"/>
              </a:ext>
            </a:extLst>
          </p:cNvPr>
          <p:cNvSpPr txBox="1"/>
          <p:nvPr/>
        </p:nvSpPr>
        <p:spPr>
          <a:xfrm>
            <a:off x="8696680" y="3418863"/>
            <a:ext cx="3066210" cy="1938992"/>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Nella </a:t>
            </a:r>
            <a:r>
              <a:rPr lang="en-GB" sz="1200" err="1">
                <a:latin typeface="+mj-lt"/>
                <a:cs typeface="Segoe UI" panose="020B0502040204020203" pitchFamily="34" charset="0"/>
              </a:rPr>
              <a:t>sezione</a:t>
            </a:r>
            <a:r>
              <a:rPr lang="en-GB" sz="1200">
                <a:latin typeface="+mj-lt"/>
                <a:cs typeface="Segoe UI" panose="020B0502040204020203" pitchFamily="34" charset="0"/>
              </a:rPr>
              <a:t> "</a:t>
            </a:r>
            <a:r>
              <a:rPr lang="en-GB" sz="1200" b="1">
                <a:latin typeface="+mj-lt"/>
                <a:cs typeface="Segoe UI" panose="020B0502040204020203" pitchFamily="34" charset="0"/>
              </a:rPr>
              <a:t>Overall</a:t>
            </a:r>
            <a:r>
              <a:rPr lang="en-GB" sz="1200">
                <a:latin typeface="+mj-lt"/>
                <a:cs typeface="Segoe UI" panose="020B0502040204020203" pitchFamily="34" charset="0"/>
              </a:rPr>
              <a:t>", </a:t>
            </a:r>
            <a:r>
              <a:rPr lang="it-IT" sz="1200">
                <a:latin typeface="+mj-lt"/>
                <a:cs typeface="Segoe UI" panose="020B0502040204020203" pitchFamily="34" charset="0"/>
              </a:rPr>
              <a:t>è necessario selezionare la valutazione della persona, selezionando tra:</a:t>
            </a:r>
          </a:p>
          <a:p>
            <a:pPr marL="171450" indent="-171450">
              <a:buFont typeface="Arial" panose="020B0604020202020204" pitchFamily="34" charset="0"/>
              <a:buChar char="•"/>
            </a:pPr>
            <a:r>
              <a:rPr lang="en-GB" sz="1200" b="1">
                <a:latin typeface="+mj-lt"/>
                <a:cs typeface="Segoe UI" panose="020B0502040204020203" pitchFamily="34" charset="0"/>
              </a:rPr>
              <a:t>On – Track</a:t>
            </a:r>
            <a:r>
              <a:rPr lang="en-GB" sz="1200">
                <a:latin typeface="+mj-lt"/>
                <a:cs typeface="Segoe UI" panose="020B0502040204020203" pitchFamily="34" charset="0"/>
              </a:rPr>
              <a:t>: </a:t>
            </a:r>
            <a:r>
              <a:rPr lang="it-IT" sz="1200">
                <a:latin typeface="+mj-lt"/>
                <a:cs typeface="Segoe UI" panose="020B0502040204020203" pitchFamily="34" charset="0"/>
              </a:rPr>
              <a:t>in linea con le aspettative</a:t>
            </a:r>
            <a:endParaRPr lang="en-GB" sz="1200">
              <a:latin typeface="+mj-lt"/>
              <a:cs typeface="Segoe UI" panose="020B0502040204020203" pitchFamily="34" charset="0"/>
            </a:endParaRPr>
          </a:p>
          <a:p>
            <a:pPr marL="171450" indent="-171450">
              <a:buFont typeface="Arial" panose="020B0604020202020204" pitchFamily="34" charset="0"/>
              <a:buChar char="•"/>
            </a:pPr>
            <a:r>
              <a:rPr lang="en-GB" sz="1200" b="1">
                <a:latin typeface="+mj-lt"/>
                <a:cs typeface="Segoe UI" panose="020B0502040204020203" pitchFamily="34" charset="0"/>
              </a:rPr>
              <a:t>Off – Track</a:t>
            </a:r>
            <a:r>
              <a:rPr lang="it-IT" sz="1200">
                <a:latin typeface="+mj-lt"/>
                <a:cs typeface="Segoe UI" panose="020B0502040204020203" pitchFamily="34" charset="0"/>
              </a:rPr>
              <a:t>: Non in linea con le aspettative</a:t>
            </a:r>
            <a:endParaRPr lang="en-GB" sz="1200">
              <a:latin typeface="+mj-lt"/>
              <a:cs typeface="Segoe UI" panose="020B0502040204020203" pitchFamily="34" charset="0"/>
            </a:endParaRPr>
          </a:p>
          <a:p>
            <a:r>
              <a:rPr lang="it-IT" sz="1200" b="1">
                <a:latin typeface="+mj-lt"/>
                <a:cs typeface="Segoe UI" panose="020B0502040204020203" pitchFamily="34" charset="0"/>
              </a:rPr>
              <a:t>La valutazione fornisce un'indicazione dell'andamento delle performance e dei comportamenti per questa prima parte dell'anno.</a:t>
            </a:r>
            <a:endParaRPr lang="en-GB" sz="1200" b="1">
              <a:latin typeface="+mj-lt"/>
              <a:cs typeface="Segoe UI" panose="020B0502040204020203" pitchFamily="34" charset="0"/>
            </a:endParaRPr>
          </a:p>
        </p:txBody>
      </p:sp>
      <p:sp>
        <p:nvSpPr>
          <p:cNvPr id="30" name="CasellaDiTesto 38">
            <a:extLst>
              <a:ext uri="{FF2B5EF4-FFF2-40B4-BE49-F238E27FC236}">
                <a16:creationId xmlns:a16="http://schemas.microsoft.com/office/drawing/2014/main" id="{1A2AD4F7-798E-4C05-D7E4-95085642CA2F}"/>
              </a:ext>
            </a:extLst>
          </p:cNvPr>
          <p:cNvSpPr txBox="1"/>
          <p:nvPr/>
        </p:nvSpPr>
        <p:spPr>
          <a:xfrm>
            <a:off x="8729311" y="5486363"/>
            <a:ext cx="3066210" cy="646331"/>
          </a:xfrm>
          <a:prstGeom prst="rect">
            <a:avLst/>
          </a:prstGeom>
          <a:noFill/>
          <a:ln>
            <a:solidFill>
              <a:schemeClr val="bg2"/>
            </a:solidFill>
            <a:prstDash val="dash"/>
          </a:ln>
        </p:spPr>
        <p:txBody>
          <a:bodyPr wrap="square">
            <a:spAutoFit/>
          </a:bodyPr>
          <a:lstStyle/>
          <a:p>
            <a:r>
              <a:rPr lang="it-IT" sz="1200">
                <a:latin typeface="+mj-lt"/>
                <a:cs typeface="Segoe UI" panose="020B0502040204020203" pitchFamily="34" charset="0"/>
              </a:rPr>
              <a:t>Oltre alla valutazione, è necessario inserire un commento riassuntivo della valutazione.</a:t>
            </a:r>
            <a:endParaRPr lang="en-GB" sz="1200">
              <a:latin typeface="+mj-lt"/>
              <a:cs typeface="Segoe UI" panose="020B0502040204020203" pitchFamily="34" charset="0"/>
            </a:endParaRPr>
          </a:p>
        </p:txBody>
      </p:sp>
      <p:sp>
        <p:nvSpPr>
          <p:cNvPr id="31" name="Rectangle 30">
            <a:extLst>
              <a:ext uri="{FF2B5EF4-FFF2-40B4-BE49-F238E27FC236}">
                <a16:creationId xmlns:a16="http://schemas.microsoft.com/office/drawing/2014/main" id="{08FC15E3-7BFC-2F86-B225-B26786C031F6}"/>
              </a:ext>
            </a:extLst>
          </p:cNvPr>
          <p:cNvSpPr/>
          <p:nvPr/>
        </p:nvSpPr>
        <p:spPr>
          <a:xfrm>
            <a:off x="3731570" y="5534126"/>
            <a:ext cx="962527" cy="26215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5C92F0D2-68E2-D250-6224-BB46C7DEB32E}"/>
              </a:ext>
            </a:extLst>
          </p:cNvPr>
          <p:cNvSpPr/>
          <p:nvPr/>
        </p:nvSpPr>
        <p:spPr>
          <a:xfrm>
            <a:off x="6366647" y="3843452"/>
            <a:ext cx="1586227" cy="34945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35">
            <a:extLst>
              <a:ext uri="{FF2B5EF4-FFF2-40B4-BE49-F238E27FC236}">
                <a16:creationId xmlns:a16="http://schemas.microsoft.com/office/drawing/2014/main" id="{7467195B-7345-60D2-6634-A7B9919DF1DF}"/>
              </a:ext>
            </a:extLst>
          </p:cNvPr>
          <p:cNvSpPr/>
          <p:nvPr/>
        </p:nvSpPr>
        <p:spPr>
          <a:xfrm>
            <a:off x="6401426" y="4407446"/>
            <a:ext cx="1669245" cy="52996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543ABDE7-42C7-498D-C249-FD661BC9F7E7}"/>
              </a:ext>
            </a:extLst>
          </p:cNvPr>
          <p:cNvSpPr/>
          <p:nvPr/>
        </p:nvSpPr>
        <p:spPr>
          <a:xfrm>
            <a:off x="6287292" y="6076983"/>
            <a:ext cx="637674" cy="25639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e 11">
            <a:extLst>
              <a:ext uri="{FF2B5EF4-FFF2-40B4-BE49-F238E27FC236}">
                <a16:creationId xmlns:a16="http://schemas.microsoft.com/office/drawing/2014/main" id="{CACDC7C1-0A56-C329-3C50-CE4B8DDB0319}"/>
              </a:ext>
            </a:extLst>
          </p:cNvPr>
          <p:cNvSpPr/>
          <p:nvPr/>
        </p:nvSpPr>
        <p:spPr>
          <a:xfrm>
            <a:off x="1937201" y="2761786"/>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39" name="Ovale 11">
            <a:extLst>
              <a:ext uri="{FF2B5EF4-FFF2-40B4-BE49-F238E27FC236}">
                <a16:creationId xmlns:a16="http://schemas.microsoft.com/office/drawing/2014/main" id="{078ECBD3-8EBA-5E27-8F9D-997E762460EB}"/>
              </a:ext>
            </a:extLst>
          </p:cNvPr>
          <p:cNvSpPr/>
          <p:nvPr/>
        </p:nvSpPr>
        <p:spPr>
          <a:xfrm>
            <a:off x="7714603" y="3610100"/>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40" name="Ovale 11">
            <a:extLst>
              <a:ext uri="{FF2B5EF4-FFF2-40B4-BE49-F238E27FC236}">
                <a16:creationId xmlns:a16="http://schemas.microsoft.com/office/drawing/2014/main" id="{BD277B41-A894-D52D-3631-313AE843468A}"/>
              </a:ext>
            </a:extLst>
          </p:cNvPr>
          <p:cNvSpPr/>
          <p:nvPr/>
        </p:nvSpPr>
        <p:spPr>
          <a:xfrm>
            <a:off x="6123492" y="4662654"/>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41" name="Ovale 11">
            <a:extLst>
              <a:ext uri="{FF2B5EF4-FFF2-40B4-BE49-F238E27FC236}">
                <a16:creationId xmlns:a16="http://schemas.microsoft.com/office/drawing/2014/main" id="{8AC48292-F4B2-CC4D-492B-CD01345C5EF6}"/>
              </a:ext>
            </a:extLst>
          </p:cNvPr>
          <p:cNvSpPr/>
          <p:nvPr/>
        </p:nvSpPr>
        <p:spPr>
          <a:xfrm>
            <a:off x="6736326" y="5798821"/>
            <a:ext cx="327600" cy="327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43" name="Ovale 11">
            <a:extLst>
              <a:ext uri="{FF2B5EF4-FFF2-40B4-BE49-F238E27FC236}">
                <a16:creationId xmlns:a16="http://schemas.microsoft.com/office/drawing/2014/main" id="{504A195B-5B84-5B77-746D-DBD201DA4FF1}"/>
              </a:ext>
            </a:extLst>
          </p:cNvPr>
          <p:cNvSpPr/>
          <p:nvPr/>
        </p:nvSpPr>
        <p:spPr>
          <a:xfrm>
            <a:off x="8216500" y="5424116"/>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45" name="Ovale 11">
            <a:extLst>
              <a:ext uri="{FF2B5EF4-FFF2-40B4-BE49-F238E27FC236}">
                <a16:creationId xmlns:a16="http://schemas.microsoft.com/office/drawing/2014/main" id="{6CD1F361-ADD0-E5E3-974A-9CCC408F74F3}"/>
              </a:ext>
            </a:extLst>
          </p:cNvPr>
          <p:cNvSpPr/>
          <p:nvPr/>
        </p:nvSpPr>
        <p:spPr>
          <a:xfrm>
            <a:off x="8216500" y="6163200"/>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46" name="CasellaDiTesto 38">
            <a:extLst>
              <a:ext uri="{FF2B5EF4-FFF2-40B4-BE49-F238E27FC236}">
                <a16:creationId xmlns:a16="http://schemas.microsoft.com/office/drawing/2014/main" id="{662E0CA2-AABE-E43E-C7AE-A32937844014}"/>
              </a:ext>
            </a:extLst>
          </p:cNvPr>
          <p:cNvSpPr txBox="1"/>
          <p:nvPr/>
        </p:nvSpPr>
        <p:spPr>
          <a:xfrm>
            <a:off x="8750290" y="6228945"/>
            <a:ext cx="3066210" cy="276999"/>
          </a:xfrm>
          <a:prstGeom prst="rect">
            <a:avLst/>
          </a:prstGeom>
          <a:noFill/>
          <a:ln>
            <a:solidFill>
              <a:schemeClr val="bg2"/>
            </a:solidFill>
            <a:prstDash val="dash"/>
          </a:ln>
        </p:spPr>
        <p:txBody>
          <a:bodyPr wrap="square">
            <a:spAutoFit/>
          </a:bodyPr>
          <a:lstStyle/>
          <a:p>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b="1">
                <a:latin typeface="+mj-lt"/>
                <a:cs typeface="Segoe UI" panose="020B0502040204020203" pitchFamily="34" charset="0"/>
              </a:rPr>
              <a:t>Next</a:t>
            </a:r>
            <a:r>
              <a:rPr lang="en-GB" sz="1200">
                <a:latin typeface="+mj-lt"/>
                <a:cs typeface="Segoe UI" panose="020B0502040204020203" pitchFamily="34" charset="0"/>
              </a:rPr>
              <a:t>“ per </a:t>
            </a:r>
            <a:r>
              <a:rPr lang="en-GB" sz="1200" err="1">
                <a:latin typeface="+mj-lt"/>
                <a:cs typeface="Segoe UI" panose="020B0502040204020203" pitchFamily="34" charset="0"/>
              </a:rPr>
              <a:t>continuare</a:t>
            </a:r>
            <a:r>
              <a:rPr lang="en-GB" sz="1200">
                <a:latin typeface="+mj-lt"/>
                <a:cs typeface="Segoe UI" panose="020B0502040204020203" pitchFamily="34" charset="0"/>
              </a:rPr>
              <a:t>.</a:t>
            </a:r>
          </a:p>
        </p:txBody>
      </p:sp>
    </p:spTree>
    <p:extLst>
      <p:ext uri="{BB962C8B-B14F-4D97-AF65-F5344CB8AC3E}">
        <p14:creationId xmlns:p14="http://schemas.microsoft.com/office/powerpoint/2010/main" val="3585798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39258-52E5-D8FE-8001-3B8E0AD723F6}"/>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DEAFBCE-1BA5-0098-EC6E-DC7FD42E64D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1DEAFBCE-1BA5-0098-EC6E-DC7FD42E64D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FB86CC4E-72E4-9788-2849-182F983FE0DF}"/>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Manager Evaluation (4/4)</a:t>
            </a:r>
          </a:p>
        </p:txBody>
      </p:sp>
      <p:sp>
        <p:nvSpPr>
          <p:cNvPr id="4" name="Segnaposto numero diapositiva 3">
            <a:extLst>
              <a:ext uri="{FF2B5EF4-FFF2-40B4-BE49-F238E27FC236}">
                <a16:creationId xmlns:a16="http://schemas.microsoft.com/office/drawing/2014/main" id="{817F919C-D2F1-E13E-A10B-23521601FCBD}"/>
              </a:ext>
            </a:extLst>
          </p:cNvPr>
          <p:cNvSpPr>
            <a:spLocks noGrp="1"/>
          </p:cNvSpPr>
          <p:nvPr>
            <p:ph type="sldNum" sz="quarter" idx="15"/>
          </p:nvPr>
        </p:nvSpPr>
        <p:spPr/>
        <p:txBody>
          <a:bodyPr/>
          <a:lstStyle/>
          <a:p>
            <a:fld id="{98BF7C3C-24CC-6140-8A22-738C44F1CFEB}" type="slidenum">
              <a:rPr lang="it-IT" smtClean="0"/>
              <a:pPr/>
              <a:t>46</a:t>
            </a:fld>
            <a:endParaRPr lang="it-IT"/>
          </a:p>
        </p:txBody>
      </p:sp>
      <p:sp>
        <p:nvSpPr>
          <p:cNvPr id="6" name="Segnaposto testo 5">
            <a:extLst>
              <a:ext uri="{FF2B5EF4-FFF2-40B4-BE49-F238E27FC236}">
                <a16:creationId xmlns:a16="http://schemas.microsoft.com/office/drawing/2014/main" id="{D1393E0E-149A-8516-82BF-38AC29F83937}"/>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CDF7D64D-94F4-1DF6-B132-4D26207E6996}"/>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0C132FF2-5D93-9FCA-EA32-624CA033DAA5}"/>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3ADC4021-A389-3216-317C-3166D6E30B99}"/>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D80AC6BB-8E18-5651-00BF-8BC3D7CE41C9}"/>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pic>
        <p:nvPicPr>
          <p:cNvPr id="34" name="Elemento grafico 36" descr="Utente con riempimento a tinta unita">
            <a:extLst>
              <a:ext uri="{FF2B5EF4-FFF2-40B4-BE49-F238E27FC236}">
                <a16:creationId xmlns:a16="http://schemas.microsoft.com/office/drawing/2014/main" id="{11D639FE-3549-D82C-5B8C-535E7A7C4BC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6F564650-4448-5355-8FE2-A2781FB94995}"/>
              </a:ext>
            </a:extLst>
          </p:cNvPr>
          <p:cNvSpPr txBox="1"/>
          <p:nvPr/>
        </p:nvSpPr>
        <p:spPr>
          <a:xfrm>
            <a:off x="10414992" y="478800"/>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a:solidFill>
                  <a:schemeClr val="accent3"/>
                </a:solidFill>
                <a:latin typeface="CocoEng" pitchFamily="50" charset="0"/>
                <a:cs typeface="Segoe UI" panose="020B0502040204020203" pitchFamily="34" charset="0"/>
              </a:rPr>
              <a:t>Manager</a:t>
            </a:r>
          </a:p>
        </p:txBody>
      </p:sp>
      <p:sp>
        <p:nvSpPr>
          <p:cNvPr id="49" name="CasellaDiTesto 38">
            <a:extLst>
              <a:ext uri="{FF2B5EF4-FFF2-40B4-BE49-F238E27FC236}">
                <a16:creationId xmlns:a16="http://schemas.microsoft.com/office/drawing/2014/main" id="{F4756D93-0D7D-928D-6E2C-30E5BD8408F1}"/>
              </a:ext>
            </a:extLst>
          </p:cNvPr>
          <p:cNvSpPr txBox="1"/>
          <p:nvPr/>
        </p:nvSpPr>
        <p:spPr>
          <a:xfrm>
            <a:off x="8696680" y="1402163"/>
            <a:ext cx="3066210" cy="646331"/>
          </a:xfrm>
          <a:prstGeom prst="rect">
            <a:avLst/>
          </a:prstGeom>
          <a:noFill/>
          <a:ln>
            <a:solidFill>
              <a:schemeClr val="bg2"/>
            </a:solidFill>
            <a:prstDash val="dash"/>
          </a:ln>
        </p:spPr>
        <p:txBody>
          <a:bodyPr wrap="square">
            <a:spAutoFit/>
          </a:bodyPr>
          <a:lstStyle/>
          <a:p>
            <a:r>
              <a:rPr lang="en-GB" sz="1200" err="1">
                <a:latin typeface="+mj-lt"/>
                <a:cs typeface="Segoe UI" panose="020B0502040204020203" pitchFamily="34" charset="0"/>
              </a:rPr>
              <a:t>L'ultima</a:t>
            </a:r>
            <a:r>
              <a:rPr lang="en-GB" sz="1200">
                <a:latin typeface="+mj-lt"/>
                <a:cs typeface="Segoe UI" panose="020B0502040204020203" pitchFamily="34" charset="0"/>
              </a:rPr>
              <a:t> </a:t>
            </a:r>
            <a:r>
              <a:rPr lang="en-GB" sz="1200" err="1">
                <a:latin typeface="+mj-lt"/>
                <a:cs typeface="Segoe UI" panose="020B0502040204020203" pitchFamily="34" charset="0"/>
              </a:rPr>
              <a:t>sezione"</a:t>
            </a:r>
            <a:r>
              <a:rPr lang="en-GB" sz="1200" b="1" err="1">
                <a:latin typeface="+mj-lt"/>
                <a:cs typeface="Segoe UI" panose="020B0502040204020203" pitchFamily="34" charset="0"/>
              </a:rPr>
              <a:t>Review</a:t>
            </a:r>
            <a:r>
              <a:rPr lang="en-GB" sz="1200" b="1">
                <a:latin typeface="+mj-lt"/>
                <a:cs typeface="Segoe UI" panose="020B0502040204020203" pitchFamily="34" charset="0"/>
              </a:rPr>
              <a:t> and Submit</a:t>
            </a:r>
            <a:r>
              <a:rPr lang="en-GB" sz="1200">
                <a:latin typeface="+mj-lt"/>
                <a:cs typeface="Segoe UI" panose="020B0502040204020203" pitchFamily="34" charset="0"/>
              </a:rPr>
              <a:t>" </a:t>
            </a:r>
            <a:r>
              <a:rPr lang="it-IT" sz="1200">
                <a:latin typeface="+mj-lt"/>
                <a:cs typeface="Segoe UI" panose="020B0502040204020203" pitchFamily="34" charset="0"/>
              </a:rPr>
              <a:t>riepiloga tutte le modifiche apportate nelle schede precedenti.</a:t>
            </a:r>
            <a:endParaRPr lang="en-GB" sz="1200">
              <a:latin typeface="+mj-lt"/>
              <a:cs typeface="Segoe UI" panose="020B0502040204020203" pitchFamily="34" charset="0"/>
            </a:endParaRPr>
          </a:p>
        </p:txBody>
      </p:sp>
      <p:sp>
        <p:nvSpPr>
          <p:cNvPr id="50" name="Ovale 11">
            <a:extLst>
              <a:ext uri="{FF2B5EF4-FFF2-40B4-BE49-F238E27FC236}">
                <a16:creationId xmlns:a16="http://schemas.microsoft.com/office/drawing/2014/main" id="{5E03EC51-49A8-53AD-988B-7A0CB0C7AA79}"/>
              </a:ext>
            </a:extLst>
          </p:cNvPr>
          <p:cNvSpPr/>
          <p:nvPr/>
        </p:nvSpPr>
        <p:spPr>
          <a:xfrm>
            <a:off x="8216500"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pic>
        <p:nvPicPr>
          <p:cNvPr id="20" name="Picture 19">
            <a:extLst>
              <a:ext uri="{FF2B5EF4-FFF2-40B4-BE49-F238E27FC236}">
                <a16:creationId xmlns:a16="http://schemas.microsoft.com/office/drawing/2014/main" id="{93BF70B6-2E64-53C2-A234-BE9013BE16BE}"/>
              </a:ext>
            </a:extLst>
          </p:cNvPr>
          <p:cNvPicPr>
            <a:picLocks noChangeAspect="1"/>
          </p:cNvPicPr>
          <p:nvPr/>
        </p:nvPicPr>
        <p:blipFill>
          <a:blip r:embed="rId8"/>
          <a:stretch>
            <a:fillRect/>
          </a:stretch>
        </p:blipFill>
        <p:spPr>
          <a:xfrm>
            <a:off x="984945" y="1510323"/>
            <a:ext cx="4159073" cy="3781822"/>
          </a:xfrm>
          <a:prstGeom prst="rect">
            <a:avLst/>
          </a:prstGeom>
          <a:ln>
            <a:solidFill>
              <a:schemeClr val="accent6"/>
            </a:solidFill>
          </a:ln>
        </p:spPr>
      </p:pic>
      <p:sp>
        <p:nvSpPr>
          <p:cNvPr id="21" name="CasellaDiTesto 38">
            <a:extLst>
              <a:ext uri="{FF2B5EF4-FFF2-40B4-BE49-F238E27FC236}">
                <a16:creationId xmlns:a16="http://schemas.microsoft.com/office/drawing/2014/main" id="{3BE0B967-2958-62D7-3EA6-748C10444A47}"/>
              </a:ext>
            </a:extLst>
          </p:cNvPr>
          <p:cNvSpPr txBox="1"/>
          <p:nvPr/>
        </p:nvSpPr>
        <p:spPr>
          <a:xfrm>
            <a:off x="8696680" y="2139214"/>
            <a:ext cx="3066210" cy="461665"/>
          </a:xfrm>
          <a:prstGeom prst="rect">
            <a:avLst/>
          </a:prstGeom>
          <a:noFill/>
          <a:ln>
            <a:solidFill>
              <a:schemeClr val="bg2"/>
            </a:solidFill>
            <a:prstDash val="dash"/>
          </a:ln>
        </p:spPr>
        <p:txBody>
          <a:bodyPr wrap="square">
            <a:spAutoFit/>
          </a:bodyPr>
          <a:lstStyle/>
          <a:p>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b="1">
                <a:latin typeface="+mj-lt"/>
                <a:cs typeface="Segoe UI" panose="020B0502040204020203" pitchFamily="34" charset="0"/>
              </a:rPr>
              <a:t>Submit</a:t>
            </a:r>
            <a:r>
              <a:rPr lang="en-GB" sz="1200">
                <a:latin typeface="+mj-lt"/>
                <a:cs typeface="Segoe UI" panose="020B0502040204020203" pitchFamily="34" charset="0"/>
              </a:rPr>
              <a:t>" </a:t>
            </a:r>
            <a:r>
              <a:rPr lang="it-IT" sz="1200">
                <a:latin typeface="+mj-lt"/>
                <a:cs typeface="Segoe UI" panose="020B0502040204020203" pitchFamily="34" charset="0"/>
              </a:rPr>
              <a:t>per inviare la valutazione e chiudere l'attività.</a:t>
            </a:r>
            <a:endParaRPr lang="en-GB" sz="1200">
              <a:latin typeface="+mj-lt"/>
              <a:cs typeface="Segoe UI" panose="020B0502040204020203" pitchFamily="34" charset="0"/>
            </a:endParaRPr>
          </a:p>
        </p:txBody>
      </p:sp>
      <p:sp>
        <p:nvSpPr>
          <p:cNvPr id="22" name="Ovale 11">
            <a:extLst>
              <a:ext uri="{FF2B5EF4-FFF2-40B4-BE49-F238E27FC236}">
                <a16:creationId xmlns:a16="http://schemas.microsoft.com/office/drawing/2014/main" id="{8B0A002A-EDAE-E4E2-10C4-52CA27D05792}"/>
              </a:ext>
            </a:extLst>
          </p:cNvPr>
          <p:cNvSpPr/>
          <p:nvPr/>
        </p:nvSpPr>
        <p:spPr>
          <a:xfrm>
            <a:off x="8216500" y="209409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24" name="Rectangle 23">
            <a:extLst>
              <a:ext uri="{FF2B5EF4-FFF2-40B4-BE49-F238E27FC236}">
                <a16:creationId xmlns:a16="http://schemas.microsoft.com/office/drawing/2014/main" id="{3ABB8F12-D447-14C3-6DD7-EB1AB6AEDA5D}"/>
              </a:ext>
            </a:extLst>
          </p:cNvPr>
          <p:cNvSpPr/>
          <p:nvPr/>
        </p:nvSpPr>
        <p:spPr>
          <a:xfrm>
            <a:off x="984945" y="3955754"/>
            <a:ext cx="1335469" cy="24535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AE74CC97-F75E-0CFF-AD8D-2740A613CB7F}"/>
              </a:ext>
            </a:extLst>
          </p:cNvPr>
          <p:cNvSpPr/>
          <p:nvPr/>
        </p:nvSpPr>
        <p:spPr>
          <a:xfrm>
            <a:off x="2615108" y="4915665"/>
            <a:ext cx="786892" cy="37648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e 11">
            <a:extLst>
              <a:ext uri="{FF2B5EF4-FFF2-40B4-BE49-F238E27FC236}">
                <a16:creationId xmlns:a16="http://schemas.microsoft.com/office/drawing/2014/main" id="{9B214C1C-9881-5C0F-2AB7-5DA071CD56AD}"/>
              </a:ext>
            </a:extLst>
          </p:cNvPr>
          <p:cNvSpPr/>
          <p:nvPr/>
        </p:nvSpPr>
        <p:spPr>
          <a:xfrm>
            <a:off x="2124619" y="3842032"/>
            <a:ext cx="271086" cy="2710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pic>
        <p:nvPicPr>
          <p:cNvPr id="44" name="Picture 43">
            <a:extLst>
              <a:ext uri="{FF2B5EF4-FFF2-40B4-BE49-F238E27FC236}">
                <a16:creationId xmlns:a16="http://schemas.microsoft.com/office/drawing/2014/main" id="{9D10967D-813B-508B-9409-5E282BBB60A2}"/>
              </a:ext>
            </a:extLst>
          </p:cNvPr>
          <p:cNvPicPr>
            <a:picLocks noChangeAspect="1"/>
          </p:cNvPicPr>
          <p:nvPr/>
        </p:nvPicPr>
        <p:blipFill>
          <a:blip r:embed="rId9"/>
          <a:stretch>
            <a:fillRect/>
          </a:stretch>
        </p:blipFill>
        <p:spPr>
          <a:xfrm>
            <a:off x="4267700" y="1992869"/>
            <a:ext cx="3828620" cy="1676545"/>
          </a:xfrm>
          <a:prstGeom prst="rect">
            <a:avLst/>
          </a:prstGeom>
          <a:ln>
            <a:solidFill>
              <a:schemeClr val="accent6"/>
            </a:solidFill>
          </a:ln>
        </p:spPr>
      </p:pic>
      <p:sp>
        <p:nvSpPr>
          <p:cNvPr id="48" name="Ovale 11">
            <a:extLst>
              <a:ext uri="{FF2B5EF4-FFF2-40B4-BE49-F238E27FC236}">
                <a16:creationId xmlns:a16="http://schemas.microsoft.com/office/drawing/2014/main" id="{4917CDB9-6864-7321-4394-7F5181EB40EC}"/>
              </a:ext>
            </a:extLst>
          </p:cNvPr>
          <p:cNvSpPr/>
          <p:nvPr/>
        </p:nvSpPr>
        <p:spPr>
          <a:xfrm>
            <a:off x="3263265" y="4716785"/>
            <a:ext cx="271086" cy="2710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pic>
        <p:nvPicPr>
          <p:cNvPr id="57" name="Picture 56">
            <a:extLst>
              <a:ext uri="{FF2B5EF4-FFF2-40B4-BE49-F238E27FC236}">
                <a16:creationId xmlns:a16="http://schemas.microsoft.com/office/drawing/2014/main" id="{D2E0F4BD-4781-2C61-710F-DED079FCB04D}"/>
              </a:ext>
            </a:extLst>
          </p:cNvPr>
          <p:cNvPicPr>
            <a:picLocks noChangeAspect="1"/>
          </p:cNvPicPr>
          <p:nvPr/>
        </p:nvPicPr>
        <p:blipFill>
          <a:blip r:embed="rId10"/>
          <a:srcRect r="14789"/>
          <a:stretch/>
        </p:blipFill>
        <p:spPr>
          <a:xfrm>
            <a:off x="4736338" y="3735586"/>
            <a:ext cx="3359982" cy="2669795"/>
          </a:xfrm>
          <a:prstGeom prst="rect">
            <a:avLst/>
          </a:prstGeom>
          <a:ln>
            <a:solidFill>
              <a:schemeClr val="accent6"/>
            </a:solidFill>
          </a:ln>
        </p:spPr>
      </p:pic>
      <p:sp>
        <p:nvSpPr>
          <p:cNvPr id="58" name="Rectangle 57">
            <a:extLst>
              <a:ext uri="{FF2B5EF4-FFF2-40B4-BE49-F238E27FC236}">
                <a16:creationId xmlns:a16="http://schemas.microsoft.com/office/drawing/2014/main" id="{4DA172F4-10E8-7FED-C4DA-8D055E020B85}"/>
              </a:ext>
            </a:extLst>
          </p:cNvPr>
          <p:cNvSpPr/>
          <p:nvPr/>
        </p:nvSpPr>
        <p:spPr>
          <a:xfrm>
            <a:off x="4357126" y="3164304"/>
            <a:ext cx="1237558" cy="46265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ectangle 58">
            <a:extLst>
              <a:ext uri="{FF2B5EF4-FFF2-40B4-BE49-F238E27FC236}">
                <a16:creationId xmlns:a16="http://schemas.microsoft.com/office/drawing/2014/main" id="{E13F6CF5-8B8E-EF9D-8EE2-DFDE72494012}"/>
              </a:ext>
            </a:extLst>
          </p:cNvPr>
          <p:cNvSpPr/>
          <p:nvPr/>
        </p:nvSpPr>
        <p:spPr>
          <a:xfrm>
            <a:off x="4860757" y="6003758"/>
            <a:ext cx="926431" cy="38692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Ovale 11">
            <a:extLst>
              <a:ext uri="{FF2B5EF4-FFF2-40B4-BE49-F238E27FC236}">
                <a16:creationId xmlns:a16="http://schemas.microsoft.com/office/drawing/2014/main" id="{BD338574-087B-9A46-572A-DCBD5F4B74F5}"/>
              </a:ext>
            </a:extLst>
          </p:cNvPr>
          <p:cNvSpPr/>
          <p:nvPr/>
        </p:nvSpPr>
        <p:spPr>
          <a:xfrm>
            <a:off x="5484012" y="3028761"/>
            <a:ext cx="271086" cy="2710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62" name="Ovale 11">
            <a:extLst>
              <a:ext uri="{FF2B5EF4-FFF2-40B4-BE49-F238E27FC236}">
                <a16:creationId xmlns:a16="http://schemas.microsoft.com/office/drawing/2014/main" id="{7E202E42-56DD-6F9B-A9DC-3E3660A93644}"/>
              </a:ext>
            </a:extLst>
          </p:cNvPr>
          <p:cNvSpPr/>
          <p:nvPr/>
        </p:nvSpPr>
        <p:spPr>
          <a:xfrm>
            <a:off x="5619555" y="5835129"/>
            <a:ext cx="271086" cy="2710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64" name="CasellaDiTesto 38">
            <a:extLst>
              <a:ext uri="{FF2B5EF4-FFF2-40B4-BE49-F238E27FC236}">
                <a16:creationId xmlns:a16="http://schemas.microsoft.com/office/drawing/2014/main" id="{97623A49-495D-0046-921D-95357CF78F4D}"/>
              </a:ext>
            </a:extLst>
          </p:cNvPr>
          <p:cNvSpPr txBox="1"/>
          <p:nvPr/>
        </p:nvSpPr>
        <p:spPr>
          <a:xfrm>
            <a:off x="8696680" y="2702639"/>
            <a:ext cx="3066210" cy="830997"/>
          </a:xfrm>
          <a:prstGeom prst="rect">
            <a:avLst/>
          </a:prstGeom>
          <a:noFill/>
          <a:ln>
            <a:solidFill>
              <a:schemeClr val="bg2"/>
            </a:solidFill>
            <a:prstDash val="dash"/>
          </a:ln>
        </p:spPr>
        <p:txBody>
          <a:bodyPr wrap="square">
            <a:spAutoFit/>
          </a:bodyPr>
          <a:lstStyle/>
          <a:p>
            <a:r>
              <a:rPr lang="it-IT" sz="1200">
                <a:latin typeface="+mj-lt"/>
                <a:cs typeface="Segoe UI" panose="020B0502040204020203" pitchFamily="34" charset="0"/>
              </a:rPr>
              <a:t>Dopo la valutazione del manager, fare clic su </a:t>
            </a:r>
            <a:r>
              <a:rPr lang="en-US" sz="1200" b="1">
                <a:latin typeface="+mj-lt"/>
                <a:cs typeface="Segoe UI" panose="020B0502040204020203" pitchFamily="34" charset="0"/>
              </a:rPr>
              <a:t>"To Do"</a:t>
            </a:r>
            <a:r>
              <a:rPr lang="en-US" sz="1200">
                <a:latin typeface="+mj-lt"/>
                <a:cs typeface="Segoe UI" panose="020B0502040204020203" pitchFamily="34" charset="0"/>
              </a:rPr>
              <a:t> </a:t>
            </a:r>
            <a:r>
              <a:rPr lang="it-IT" sz="1200">
                <a:latin typeface="+mj-lt"/>
                <a:cs typeface="Segoe UI" panose="020B0502040204020203" pitchFamily="34" charset="0"/>
              </a:rPr>
              <a:t>per aprire la notifica e visualizzare l'attività </a:t>
            </a:r>
            <a:r>
              <a:rPr lang="en-US" sz="1200" b="1">
                <a:latin typeface="+mj-lt"/>
                <a:cs typeface="Segoe UI" panose="020B0502040204020203" pitchFamily="34" charset="0"/>
              </a:rPr>
              <a:t>"To Do – 1:1 Employee/Manager"</a:t>
            </a:r>
            <a:endParaRPr lang="it-IT" sz="1200" b="1">
              <a:latin typeface="+mj-lt"/>
              <a:cs typeface="Segoe UI" panose="020B0502040204020203" pitchFamily="34" charset="0"/>
            </a:endParaRPr>
          </a:p>
        </p:txBody>
      </p:sp>
      <p:sp>
        <p:nvSpPr>
          <p:cNvPr id="65" name="Ovale 11">
            <a:extLst>
              <a:ext uri="{FF2B5EF4-FFF2-40B4-BE49-F238E27FC236}">
                <a16:creationId xmlns:a16="http://schemas.microsoft.com/office/drawing/2014/main" id="{AA642287-B2C7-5255-0543-6B70EF67598D}"/>
              </a:ext>
            </a:extLst>
          </p:cNvPr>
          <p:cNvSpPr/>
          <p:nvPr/>
        </p:nvSpPr>
        <p:spPr>
          <a:xfrm>
            <a:off x="8216500" y="2668761"/>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66" name="CasellaDiTesto 38">
            <a:extLst>
              <a:ext uri="{FF2B5EF4-FFF2-40B4-BE49-F238E27FC236}">
                <a16:creationId xmlns:a16="http://schemas.microsoft.com/office/drawing/2014/main" id="{95E66D28-4827-BA46-4034-C232C440AC75}"/>
              </a:ext>
            </a:extLst>
          </p:cNvPr>
          <p:cNvSpPr txBox="1"/>
          <p:nvPr/>
        </p:nvSpPr>
        <p:spPr>
          <a:xfrm>
            <a:off x="8696680" y="3662933"/>
            <a:ext cx="3066210" cy="461665"/>
          </a:xfrm>
          <a:prstGeom prst="rect">
            <a:avLst/>
          </a:prstGeom>
          <a:noFill/>
          <a:ln>
            <a:solidFill>
              <a:schemeClr val="bg2"/>
            </a:solidFill>
            <a:prstDash val="dash"/>
          </a:ln>
        </p:spPr>
        <p:txBody>
          <a:bodyPr wrap="square">
            <a:spAutoFit/>
          </a:bodyPr>
          <a:lstStyle/>
          <a:p>
            <a:r>
              <a:rPr lang="en-US" sz="1200" err="1">
                <a:latin typeface="+mj-lt"/>
                <a:cs typeface="Segoe UI" panose="020B0502040204020203" pitchFamily="34" charset="0"/>
              </a:rPr>
              <a:t>Clicca</a:t>
            </a:r>
            <a:r>
              <a:rPr lang="en-US" sz="1200">
                <a:latin typeface="+mj-lt"/>
                <a:cs typeface="Segoe UI" panose="020B0502040204020203" pitchFamily="34" charset="0"/>
              </a:rPr>
              <a:t> "</a:t>
            </a:r>
            <a:r>
              <a:rPr lang="en-US" sz="1200" b="1">
                <a:latin typeface="+mj-lt"/>
                <a:cs typeface="Segoe UI" panose="020B0502040204020203" pitchFamily="34" charset="0"/>
              </a:rPr>
              <a:t>Submit</a:t>
            </a:r>
            <a:r>
              <a:rPr lang="en-US" sz="1200">
                <a:latin typeface="+mj-lt"/>
                <a:cs typeface="Segoe UI" panose="020B0502040204020203" pitchFamily="34" charset="0"/>
              </a:rPr>
              <a:t>" </a:t>
            </a:r>
            <a:r>
              <a:rPr lang="it-IT" sz="1200">
                <a:latin typeface="+mj-lt"/>
                <a:cs typeface="Segoe UI" panose="020B0502040204020203" pitchFamily="34" charset="0"/>
              </a:rPr>
              <a:t>per inviare la valutazione alla persona.</a:t>
            </a:r>
            <a:endParaRPr lang="it-IT" sz="1200" b="1">
              <a:latin typeface="+mj-lt"/>
              <a:cs typeface="Segoe UI" panose="020B0502040204020203" pitchFamily="34" charset="0"/>
            </a:endParaRPr>
          </a:p>
        </p:txBody>
      </p:sp>
      <p:sp>
        <p:nvSpPr>
          <p:cNvPr id="67" name="Ovale 11">
            <a:extLst>
              <a:ext uri="{FF2B5EF4-FFF2-40B4-BE49-F238E27FC236}">
                <a16:creationId xmlns:a16="http://schemas.microsoft.com/office/drawing/2014/main" id="{4255236F-312B-D947-1C13-17AC49687AAB}"/>
              </a:ext>
            </a:extLst>
          </p:cNvPr>
          <p:cNvSpPr/>
          <p:nvPr/>
        </p:nvSpPr>
        <p:spPr>
          <a:xfrm>
            <a:off x="8216500" y="3637898"/>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Tree>
    <p:extLst>
      <p:ext uri="{BB962C8B-B14F-4D97-AF65-F5344CB8AC3E}">
        <p14:creationId xmlns:p14="http://schemas.microsoft.com/office/powerpoint/2010/main" val="33374267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1AA3F-A9C3-EBC3-5E04-098CA9202022}"/>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9571EE0-2B2F-AFE4-74C4-B9B87516C97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3" name="think-cell data - do not delete" hidden="1">
                        <a:extLst>
                          <a:ext uri="{FF2B5EF4-FFF2-40B4-BE49-F238E27FC236}">
                            <a16:creationId xmlns:a16="http://schemas.microsoft.com/office/drawing/2014/main" id="{59571EE0-2B2F-AFE4-74C4-B9B87516C97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6" name="Segnaposto immagine 5">
            <a:extLst>
              <a:ext uri="{FF2B5EF4-FFF2-40B4-BE49-F238E27FC236}">
                <a16:creationId xmlns:a16="http://schemas.microsoft.com/office/drawing/2014/main" id="{BAA39BA4-63E2-514B-0B9A-DF27F6D48780}"/>
              </a:ext>
            </a:extLst>
          </p:cNvPr>
          <p:cNvPicPr>
            <a:picLocks noGrp="1" noChangeAspect="1"/>
          </p:cNvPicPr>
          <p:nvPr>
            <p:ph type="pic" sz="quarter" idx="11"/>
          </p:nvPr>
        </p:nvPicPr>
        <p:blipFill>
          <a:blip r:embed="rId6"/>
          <a:srcRect l="24934" r="24934"/>
          <a:stretch/>
        </p:blipFill>
        <p:spPr>
          <a:xfrm>
            <a:off x="6095999" y="0"/>
            <a:ext cx="6111325" cy="6858000"/>
          </a:xfrm>
        </p:spPr>
      </p:pic>
      <p:sp>
        <p:nvSpPr>
          <p:cNvPr id="5" name="Segnaposto testo 4">
            <a:extLst>
              <a:ext uri="{FF2B5EF4-FFF2-40B4-BE49-F238E27FC236}">
                <a16:creationId xmlns:a16="http://schemas.microsoft.com/office/drawing/2014/main" id="{6A7A9C54-60FE-3903-AAB2-C6425902748C}"/>
              </a:ext>
            </a:extLst>
          </p:cNvPr>
          <p:cNvSpPr>
            <a:spLocks noGrp="1"/>
          </p:cNvSpPr>
          <p:nvPr>
            <p:ph type="body" sz="quarter" idx="20"/>
          </p:nvPr>
        </p:nvSpPr>
        <p:spPr/>
        <p:txBody>
          <a:bodyPr/>
          <a:lstStyle/>
          <a:p>
            <a:r>
              <a:rPr lang="it-IT" err="1"/>
              <a:t>Employee</a:t>
            </a:r>
            <a:r>
              <a:rPr lang="it-IT"/>
              <a:t> – Self Evaluation </a:t>
            </a:r>
          </a:p>
          <a:p>
            <a:r>
              <a:rPr lang="it-IT"/>
              <a:t>Manager – </a:t>
            </a:r>
            <a:r>
              <a:rPr lang="it-IT" err="1"/>
              <a:t>Get</a:t>
            </a:r>
            <a:r>
              <a:rPr lang="it-IT"/>
              <a:t> </a:t>
            </a:r>
            <a:r>
              <a:rPr lang="it-IT" err="1"/>
              <a:t>Additional</a:t>
            </a:r>
            <a:r>
              <a:rPr lang="it-IT"/>
              <a:t> Manager Evaluation</a:t>
            </a:r>
          </a:p>
          <a:p>
            <a:r>
              <a:rPr lang="it-IT" err="1"/>
              <a:t>Additional</a:t>
            </a:r>
            <a:r>
              <a:rPr lang="it-IT"/>
              <a:t> Manager – </a:t>
            </a:r>
            <a:r>
              <a:rPr lang="it-IT" err="1"/>
              <a:t>Additional</a:t>
            </a:r>
            <a:r>
              <a:rPr lang="it-IT"/>
              <a:t> Manager Evaluation</a:t>
            </a:r>
          </a:p>
          <a:p>
            <a:r>
              <a:rPr lang="it-IT"/>
              <a:t>Manager – Manager Evaluation &amp; To Do</a:t>
            </a:r>
          </a:p>
          <a:p>
            <a:r>
              <a:rPr lang="it-IT" b="1" err="1">
                <a:solidFill>
                  <a:schemeClr val="accent1"/>
                </a:solidFill>
              </a:rPr>
              <a:t>Employee</a:t>
            </a:r>
            <a:r>
              <a:rPr lang="it-IT" b="1">
                <a:solidFill>
                  <a:schemeClr val="accent1"/>
                </a:solidFill>
              </a:rPr>
              <a:t> – </a:t>
            </a:r>
            <a:r>
              <a:rPr lang="it-IT" b="1" err="1">
                <a:solidFill>
                  <a:schemeClr val="accent1"/>
                </a:solidFill>
              </a:rPr>
              <a:t>Acknowledgement</a:t>
            </a:r>
            <a:r>
              <a:rPr lang="it-IT" b="1">
                <a:solidFill>
                  <a:schemeClr val="accent1"/>
                </a:solidFill>
              </a:rPr>
              <a:t> </a:t>
            </a:r>
          </a:p>
          <a:p>
            <a:r>
              <a:rPr lang="it-IT" err="1"/>
              <a:t>FAQs</a:t>
            </a:r>
            <a:endParaRPr lang="it-IT"/>
          </a:p>
          <a:p>
            <a:endParaRPr lang="en-GB"/>
          </a:p>
        </p:txBody>
      </p:sp>
      <p:sp>
        <p:nvSpPr>
          <p:cNvPr id="11" name="Titolo 10">
            <a:extLst>
              <a:ext uri="{FF2B5EF4-FFF2-40B4-BE49-F238E27FC236}">
                <a16:creationId xmlns:a16="http://schemas.microsoft.com/office/drawing/2014/main" id="{FC407A9E-67D0-DA88-5A2F-0248309D65D3}"/>
              </a:ext>
            </a:extLst>
          </p:cNvPr>
          <p:cNvSpPr>
            <a:spLocks noGrp="1"/>
          </p:cNvSpPr>
          <p:nvPr>
            <p:ph type="title"/>
          </p:nvPr>
        </p:nvSpPr>
        <p:spPr/>
        <p:txBody>
          <a:bodyPr vert="horz"/>
          <a:lstStyle/>
          <a:p>
            <a:r>
              <a:rPr lang="it-IT"/>
              <a:t>Agenda</a:t>
            </a:r>
          </a:p>
        </p:txBody>
      </p:sp>
      <p:sp>
        <p:nvSpPr>
          <p:cNvPr id="9" name="Segnaposto testo 8">
            <a:extLst>
              <a:ext uri="{FF2B5EF4-FFF2-40B4-BE49-F238E27FC236}">
                <a16:creationId xmlns:a16="http://schemas.microsoft.com/office/drawing/2014/main" id="{F8FB018D-918B-325B-D78D-8B46A15695AC}"/>
              </a:ext>
            </a:extLst>
          </p:cNvPr>
          <p:cNvSpPr>
            <a:spLocks noGrp="1"/>
          </p:cNvSpPr>
          <p:nvPr>
            <p:ph type="body" sz="quarter" idx="13"/>
          </p:nvPr>
        </p:nvSpPr>
        <p:spPr/>
        <p:txBody>
          <a:bodyPr/>
          <a:lstStyle/>
          <a:p>
            <a:r>
              <a:rPr lang="it-IT"/>
              <a:t>ENGINEERING </a:t>
            </a:r>
            <a:r>
              <a:rPr lang="it-IT" b="0"/>
              <a:t>/ THE DIGITAL TRANSFORMATION COMPANY</a:t>
            </a:r>
          </a:p>
        </p:txBody>
      </p:sp>
      <p:sp>
        <p:nvSpPr>
          <p:cNvPr id="13" name="Segnaposto piè di pagina 12">
            <a:extLst>
              <a:ext uri="{FF2B5EF4-FFF2-40B4-BE49-F238E27FC236}">
                <a16:creationId xmlns:a16="http://schemas.microsoft.com/office/drawing/2014/main" id="{7D8D6EA1-9E45-0A18-33E8-95D7CB249D99}"/>
              </a:ext>
            </a:extLst>
          </p:cNvPr>
          <p:cNvSpPr>
            <a:spLocks noGrp="1"/>
          </p:cNvSpPr>
          <p:nvPr>
            <p:ph type="ftr" sz="quarter" idx="17"/>
          </p:nvPr>
        </p:nvSpPr>
        <p:spPr/>
        <p:txBody>
          <a:bodyPr/>
          <a:lstStyle/>
          <a:p>
            <a:endParaRPr lang="it-IT"/>
          </a:p>
        </p:txBody>
      </p:sp>
      <p:sp>
        <p:nvSpPr>
          <p:cNvPr id="2" name="Segnaposto numero diapositiva 1">
            <a:extLst>
              <a:ext uri="{FF2B5EF4-FFF2-40B4-BE49-F238E27FC236}">
                <a16:creationId xmlns:a16="http://schemas.microsoft.com/office/drawing/2014/main" id="{B5FA483B-46CA-B979-2292-AFA8AE94529E}"/>
              </a:ext>
            </a:extLst>
          </p:cNvPr>
          <p:cNvSpPr>
            <a:spLocks noGrp="1"/>
          </p:cNvSpPr>
          <p:nvPr>
            <p:ph type="sldNum" sz="quarter" idx="18"/>
          </p:nvPr>
        </p:nvSpPr>
        <p:spPr/>
        <p:txBody>
          <a:bodyPr/>
          <a:lstStyle/>
          <a:p>
            <a:fld id="{98BF7C3C-24CC-6140-8A22-738C44F1CFEB}" type="slidenum">
              <a:rPr lang="it-IT" smtClean="0"/>
              <a:pPr/>
              <a:t>47</a:t>
            </a:fld>
            <a:endParaRPr lang="it-IT"/>
          </a:p>
        </p:txBody>
      </p:sp>
    </p:spTree>
    <p:extLst>
      <p:ext uri="{BB962C8B-B14F-4D97-AF65-F5344CB8AC3E}">
        <p14:creationId xmlns:p14="http://schemas.microsoft.com/office/powerpoint/2010/main" val="1439308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E9E41-8ADB-9A6F-60D6-5FDBF9469FD2}"/>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5512783-A66A-0A1D-4E95-F7F0B4016C5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5" name="think-cell data - do not delete" hidden="1">
                        <a:extLst>
                          <a:ext uri="{FF2B5EF4-FFF2-40B4-BE49-F238E27FC236}">
                            <a16:creationId xmlns:a16="http://schemas.microsoft.com/office/drawing/2014/main" id="{C5512783-A66A-0A1D-4E95-F7F0B4016C5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itolo 6">
            <a:extLst>
              <a:ext uri="{FF2B5EF4-FFF2-40B4-BE49-F238E27FC236}">
                <a16:creationId xmlns:a16="http://schemas.microsoft.com/office/drawing/2014/main" id="{F4903A9A-5F72-4860-5D46-CE14C4C0DB02}"/>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a:t>
            </a:r>
            <a:r>
              <a:rPr lang="it-IT" b="0" err="1"/>
              <a:t>Employee</a:t>
            </a:r>
            <a:r>
              <a:rPr lang="it-IT" b="0"/>
              <a:t> </a:t>
            </a:r>
            <a:r>
              <a:rPr lang="it-IT" b="0" err="1"/>
              <a:t>Acknowledgement</a:t>
            </a:r>
            <a:endParaRPr lang="it-IT" b="0"/>
          </a:p>
        </p:txBody>
      </p:sp>
      <p:sp>
        <p:nvSpPr>
          <p:cNvPr id="4" name="Segnaposto numero diapositiva 3">
            <a:extLst>
              <a:ext uri="{FF2B5EF4-FFF2-40B4-BE49-F238E27FC236}">
                <a16:creationId xmlns:a16="http://schemas.microsoft.com/office/drawing/2014/main" id="{C01B5145-6086-5DBE-8A76-8131177B9A24}"/>
              </a:ext>
            </a:extLst>
          </p:cNvPr>
          <p:cNvSpPr>
            <a:spLocks noGrp="1"/>
          </p:cNvSpPr>
          <p:nvPr>
            <p:ph type="sldNum" sz="quarter" idx="15"/>
          </p:nvPr>
        </p:nvSpPr>
        <p:spPr/>
        <p:txBody>
          <a:bodyPr/>
          <a:lstStyle/>
          <a:p>
            <a:fld id="{98BF7C3C-24CC-6140-8A22-738C44F1CFEB}" type="slidenum">
              <a:rPr lang="it-IT" smtClean="0"/>
              <a:pPr/>
              <a:t>48</a:t>
            </a:fld>
            <a:endParaRPr lang="it-IT"/>
          </a:p>
        </p:txBody>
      </p:sp>
      <p:sp>
        <p:nvSpPr>
          <p:cNvPr id="6" name="Segnaposto testo 5">
            <a:extLst>
              <a:ext uri="{FF2B5EF4-FFF2-40B4-BE49-F238E27FC236}">
                <a16:creationId xmlns:a16="http://schemas.microsoft.com/office/drawing/2014/main" id="{74B2CE52-9EA5-4F74-C870-51EF7691276E}"/>
              </a:ext>
            </a:extLst>
          </p:cNvPr>
          <p:cNvSpPr>
            <a:spLocks noGrp="1"/>
          </p:cNvSpPr>
          <p:nvPr>
            <p:ph type="body" sz="quarter" idx="13"/>
          </p:nvPr>
        </p:nvSpPr>
        <p:spPr/>
        <p:txBody>
          <a:bodyPr/>
          <a:lstStyle/>
          <a:p>
            <a:r>
              <a:rPr lang="it-IT"/>
              <a:t>ENGINEERING </a:t>
            </a:r>
            <a:r>
              <a:rPr lang="it-IT" b="0"/>
              <a:t>/ THE DIGITAL TRANSFORMATION COMPANY</a:t>
            </a:r>
          </a:p>
        </p:txBody>
      </p:sp>
      <p:sp>
        <p:nvSpPr>
          <p:cNvPr id="3" name="Segnaposto piè di pagina 2">
            <a:extLst>
              <a:ext uri="{FF2B5EF4-FFF2-40B4-BE49-F238E27FC236}">
                <a16:creationId xmlns:a16="http://schemas.microsoft.com/office/drawing/2014/main" id="{7B809CFF-114B-65D1-BE76-F0083668552A}"/>
              </a:ext>
            </a:extLst>
          </p:cNvPr>
          <p:cNvSpPr>
            <a:spLocks noGrp="1"/>
          </p:cNvSpPr>
          <p:nvPr>
            <p:ph type="ftr" sz="quarter" idx="14"/>
          </p:nvPr>
        </p:nvSpPr>
        <p:spPr/>
        <p:txBody>
          <a:bodyPr/>
          <a:lstStyle/>
          <a:p>
            <a:endParaRPr lang="it-IT"/>
          </a:p>
        </p:txBody>
      </p:sp>
      <p:sp>
        <p:nvSpPr>
          <p:cNvPr id="12" name="Rettangolo 3">
            <a:extLst>
              <a:ext uri="{FF2B5EF4-FFF2-40B4-BE49-F238E27FC236}">
                <a16:creationId xmlns:a16="http://schemas.microsoft.com/office/drawing/2014/main" id="{9F1A9396-B1CC-8EC1-F961-FF6DEBBA5E77}"/>
              </a:ext>
            </a:extLst>
          </p:cNvPr>
          <p:cNvSpPr/>
          <p:nvPr/>
        </p:nvSpPr>
        <p:spPr>
          <a:xfrm>
            <a:off x="701313" y="944479"/>
            <a:ext cx="7459579"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Screen</a:t>
            </a:r>
          </a:p>
        </p:txBody>
      </p:sp>
      <p:sp>
        <p:nvSpPr>
          <p:cNvPr id="13" name="Rettangolo 6">
            <a:extLst>
              <a:ext uri="{FF2B5EF4-FFF2-40B4-BE49-F238E27FC236}">
                <a16:creationId xmlns:a16="http://schemas.microsoft.com/office/drawing/2014/main" id="{9327F7F3-B9BA-0D22-69F7-F3A60185F607}"/>
              </a:ext>
            </a:extLst>
          </p:cNvPr>
          <p:cNvSpPr/>
          <p:nvPr/>
        </p:nvSpPr>
        <p:spPr>
          <a:xfrm>
            <a:off x="8217567" y="944479"/>
            <a:ext cx="3550673" cy="3669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Actions</a:t>
            </a:r>
          </a:p>
        </p:txBody>
      </p:sp>
      <p:sp>
        <p:nvSpPr>
          <p:cNvPr id="14" name="Rettangolo 12">
            <a:extLst>
              <a:ext uri="{FF2B5EF4-FFF2-40B4-BE49-F238E27FC236}">
                <a16:creationId xmlns:a16="http://schemas.microsoft.com/office/drawing/2014/main" id="{03F2CF41-14D7-83CE-D603-5DC7924A4E2C}"/>
              </a:ext>
            </a:extLst>
          </p:cNvPr>
          <p:cNvSpPr/>
          <p:nvPr/>
        </p:nvSpPr>
        <p:spPr>
          <a:xfrm>
            <a:off x="701313" y="1377615"/>
            <a:ext cx="7459579" cy="5136396"/>
          </a:xfrm>
          <a:prstGeom prst="rect">
            <a:avLst/>
          </a:prstGeom>
          <a:noFill/>
          <a:ln>
            <a:solidFill>
              <a:schemeClr val="bg2"/>
            </a:solidFill>
            <a:prstDash val="dash"/>
          </a:ln>
        </p:spPr>
        <p:txBody>
          <a:bodyPr wrap="square">
            <a:noAutofit/>
          </a:bodyPr>
          <a:lstStyle/>
          <a:p>
            <a:endParaRPr lang="it-IT" sz="1600">
              <a:solidFill>
                <a:schemeClr val="tx1"/>
              </a:solidFill>
              <a:latin typeface="CocoEng" pitchFamily="50" charset="0"/>
              <a:cs typeface="Segoe UI" panose="020B0502040204020203" pitchFamily="34" charset="0"/>
            </a:endParaRPr>
          </a:p>
        </p:txBody>
      </p:sp>
      <p:sp>
        <p:nvSpPr>
          <p:cNvPr id="15" name="CasellaDiTesto 38">
            <a:extLst>
              <a:ext uri="{FF2B5EF4-FFF2-40B4-BE49-F238E27FC236}">
                <a16:creationId xmlns:a16="http://schemas.microsoft.com/office/drawing/2014/main" id="{28780726-F87A-3112-2563-487EE396B2CA}"/>
              </a:ext>
            </a:extLst>
          </p:cNvPr>
          <p:cNvSpPr txBox="1"/>
          <p:nvPr/>
        </p:nvSpPr>
        <p:spPr>
          <a:xfrm>
            <a:off x="8696680" y="1402163"/>
            <a:ext cx="3066210" cy="1754326"/>
          </a:xfrm>
          <a:prstGeom prst="rect">
            <a:avLst/>
          </a:prstGeom>
          <a:noFill/>
          <a:ln>
            <a:solidFill>
              <a:schemeClr val="bg2"/>
            </a:solidFill>
            <a:prstDash val="dash"/>
          </a:ln>
        </p:spPr>
        <p:txBody>
          <a:bodyPr wrap="square">
            <a:spAutoFit/>
          </a:bodyPr>
          <a:lstStyle/>
          <a:p>
            <a:r>
              <a:rPr lang="it-IT" sz="1200">
                <a:latin typeface="+mj-lt"/>
                <a:cs typeface="Segoe UI" panose="020B0502040204020203" pitchFamily="34" charset="0"/>
              </a:rPr>
              <a:t>Accedi a </a:t>
            </a:r>
            <a:r>
              <a:rPr lang="it-IT" sz="1200" err="1">
                <a:latin typeface="+mj-lt"/>
                <a:cs typeface="Segoe UI" panose="020B0502040204020203" pitchFamily="34" charset="0"/>
              </a:rPr>
              <a:t>Workday</a:t>
            </a:r>
            <a:r>
              <a:rPr lang="it-IT" sz="1200">
                <a:latin typeface="+mj-lt"/>
                <a:cs typeface="Segoe UI" panose="020B0502040204020203" pitchFamily="34" charset="0"/>
              </a:rPr>
              <a:t> tramite Single </a:t>
            </a:r>
            <a:r>
              <a:rPr lang="it-IT" sz="1200" err="1">
                <a:latin typeface="+mj-lt"/>
                <a:cs typeface="Segoe UI" panose="020B0502040204020203" pitchFamily="34" charset="0"/>
              </a:rPr>
              <a:t>Sign</a:t>
            </a:r>
            <a:r>
              <a:rPr lang="it-IT" sz="1200">
                <a:latin typeface="+mj-lt"/>
                <a:cs typeface="Segoe UI" panose="020B0502040204020203" pitchFamily="34" charset="0"/>
              </a:rPr>
              <a:t>-On per accedere alla tua dashboard personale.
Nel sezione </a:t>
            </a:r>
            <a:r>
              <a:rPr lang="en-GB" sz="1200">
                <a:latin typeface="+mj-lt"/>
                <a:cs typeface="Segoe UI" panose="020B0502040204020203" pitchFamily="34" charset="0"/>
              </a:rPr>
              <a:t>"Awaiting Your Action" </a:t>
            </a:r>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err="1">
                <a:latin typeface="+mj-lt"/>
                <a:cs typeface="Segoe UI" panose="020B0502040204020203" pitchFamily="34" charset="0"/>
              </a:rPr>
              <a:t>su</a:t>
            </a:r>
            <a:r>
              <a:rPr lang="en-GB" sz="1200">
                <a:latin typeface="+mj-lt"/>
                <a:cs typeface="Segoe UI" panose="020B0502040204020203" pitchFamily="34" charset="0"/>
              </a:rPr>
              <a:t> “</a:t>
            </a:r>
            <a:r>
              <a:rPr lang="en-GB" sz="1200" b="1">
                <a:latin typeface="+mj-lt"/>
                <a:cs typeface="Segoe UI" panose="020B0502040204020203" pitchFamily="34" charset="0"/>
              </a:rPr>
              <a:t>Employee Review Comments: Mid Year Check – In”</a:t>
            </a:r>
            <a:endParaRPr lang="en-GB" sz="1200">
              <a:latin typeface="+mj-lt"/>
              <a:cs typeface="Segoe UI" panose="020B0502040204020203" pitchFamily="34" charset="0"/>
            </a:endParaRPr>
          </a:p>
          <a:p>
            <a:endParaRPr lang="en-GB" sz="1200">
              <a:latin typeface="+mj-lt"/>
              <a:cs typeface="Segoe UI" panose="020B0502040204020203" pitchFamily="34" charset="0"/>
            </a:endParaRPr>
          </a:p>
          <a:p>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err="1">
                <a:latin typeface="+mj-lt"/>
                <a:cs typeface="Segoe UI" panose="020B0502040204020203" pitchFamily="34" charset="0"/>
              </a:rPr>
              <a:t>su</a:t>
            </a:r>
            <a:r>
              <a:rPr lang="en-GB" sz="1200">
                <a:latin typeface="+mj-lt"/>
                <a:cs typeface="Segoe UI" panose="020B0502040204020203" pitchFamily="34" charset="0"/>
              </a:rPr>
              <a:t> “</a:t>
            </a:r>
            <a:r>
              <a:rPr lang="en-GB" sz="1200" b="1">
                <a:latin typeface="+mj-lt"/>
                <a:cs typeface="Segoe UI" panose="020B0502040204020203" pitchFamily="34" charset="0"/>
              </a:rPr>
              <a:t>Get Started</a:t>
            </a:r>
            <a:r>
              <a:rPr lang="en-GB" sz="1200">
                <a:latin typeface="+mj-lt"/>
                <a:cs typeface="Segoe UI" panose="020B0502040204020203" pitchFamily="34" charset="0"/>
              </a:rPr>
              <a:t>“</a:t>
            </a:r>
            <a:r>
              <a:rPr lang="it-IT" sz="1200">
                <a:latin typeface="+mj-lt"/>
                <a:cs typeface="Segoe UI" panose="020B0502040204020203" pitchFamily="34" charset="0"/>
              </a:rPr>
              <a:t>per iniziare con la valutazione.</a:t>
            </a:r>
            <a:endParaRPr lang="en-GB" sz="1200">
              <a:latin typeface="+mj-lt"/>
              <a:cs typeface="Segoe UI" panose="020B0502040204020203" pitchFamily="34" charset="0"/>
            </a:endParaRPr>
          </a:p>
        </p:txBody>
      </p:sp>
      <p:sp>
        <p:nvSpPr>
          <p:cNvPr id="16" name="Ovale 11">
            <a:extLst>
              <a:ext uri="{FF2B5EF4-FFF2-40B4-BE49-F238E27FC236}">
                <a16:creationId xmlns:a16="http://schemas.microsoft.com/office/drawing/2014/main" id="{D943A020-B893-10DC-E7AB-457528DD117F}"/>
              </a:ext>
            </a:extLst>
          </p:cNvPr>
          <p:cNvSpPr/>
          <p:nvPr/>
        </p:nvSpPr>
        <p:spPr>
          <a:xfrm>
            <a:off x="8226273" y="1430449"/>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pic>
        <p:nvPicPr>
          <p:cNvPr id="34" name="Elemento grafico 36" descr="Utente con riempimento a tinta unita">
            <a:extLst>
              <a:ext uri="{FF2B5EF4-FFF2-40B4-BE49-F238E27FC236}">
                <a16:creationId xmlns:a16="http://schemas.microsoft.com/office/drawing/2014/main" id="{F0F37B8B-00A6-77CF-34F2-5386F0B3685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69367" y="391626"/>
            <a:ext cx="375173" cy="375173"/>
          </a:xfrm>
          <a:prstGeom prst="rect">
            <a:avLst/>
          </a:prstGeom>
        </p:spPr>
      </p:pic>
      <p:sp>
        <p:nvSpPr>
          <p:cNvPr id="35" name="CasellaDiTesto 37">
            <a:extLst>
              <a:ext uri="{FF2B5EF4-FFF2-40B4-BE49-F238E27FC236}">
                <a16:creationId xmlns:a16="http://schemas.microsoft.com/office/drawing/2014/main" id="{8B09F939-88CB-9311-066C-6ACFC975944B}"/>
              </a:ext>
            </a:extLst>
          </p:cNvPr>
          <p:cNvSpPr txBox="1"/>
          <p:nvPr/>
        </p:nvSpPr>
        <p:spPr>
          <a:xfrm>
            <a:off x="10414992" y="478800"/>
            <a:ext cx="1198833" cy="338554"/>
          </a:xfrm>
          <a:prstGeom prst="rect">
            <a:avLst/>
          </a:prstGeom>
          <a:noFill/>
        </p:spPr>
        <p:txBody>
          <a:bodyPr wrap="square" rtlCol="0">
            <a:spAutoFit/>
          </a:bodyPr>
          <a:lstStyle>
            <a:defPPr>
              <a:defRPr lang="it-IT"/>
            </a:defPPr>
            <a:lvl1pPr marL="0" algn="l" defTabSz="914248" rtl="0" eaLnBrk="1" latinLnBrk="0" hangingPunct="1">
              <a:defRPr sz="1800" kern="1200">
                <a:solidFill>
                  <a:schemeClr val="tx1"/>
                </a:solidFill>
                <a:latin typeface="+mn-lt"/>
                <a:ea typeface="+mn-ea"/>
                <a:cs typeface="+mn-cs"/>
              </a:defRPr>
            </a:lvl1pPr>
            <a:lvl2pPr marL="457124" algn="l" defTabSz="914248" rtl="0" eaLnBrk="1" latinLnBrk="0" hangingPunct="1">
              <a:defRPr sz="1800" kern="1200">
                <a:solidFill>
                  <a:schemeClr val="tx1"/>
                </a:solidFill>
                <a:latin typeface="+mn-lt"/>
                <a:ea typeface="+mn-ea"/>
                <a:cs typeface="+mn-cs"/>
              </a:defRPr>
            </a:lvl2pPr>
            <a:lvl3pPr marL="914248" algn="l" defTabSz="914248" rtl="0" eaLnBrk="1" latinLnBrk="0" hangingPunct="1">
              <a:defRPr sz="1800" kern="1200">
                <a:solidFill>
                  <a:schemeClr val="tx1"/>
                </a:solidFill>
                <a:latin typeface="+mn-lt"/>
                <a:ea typeface="+mn-ea"/>
                <a:cs typeface="+mn-cs"/>
              </a:defRPr>
            </a:lvl3pPr>
            <a:lvl4pPr marL="1371371" algn="l" defTabSz="914248" rtl="0" eaLnBrk="1" latinLnBrk="0" hangingPunct="1">
              <a:defRPr sz="1800" kern="1200">
                <a:solidFill>
                  <a:schemeClr val="tx1"/>
                </a:solidFill>
                <a:latin typeface="+mn-lt"/>
                <a:ea typeface="+mn-ea"/>
                <a:cs typeface="+mn-cs"/>
              </a:defRPr>
            </a:lvl4pPr>
            <a:lvl5pPr marL="1828495" algn="l" defTabSz="914248" rtl="0" eaLnBrk="1" latinLnBrk="0" hangingPunct="1">
              <a:defRPr sz="1800" kern="1200">
                <a:solidFill>
                  <a:schemeClr val="tx1"/>
                </a:solidFill>
                <a:latin typeface="+mn-lt"/>
                <a:ea typeface="+mn-ea"/>
                <a:cs typeface="+mn-cs"/>
              </a:defRPr>
            </a:lvl5pPr>
            <a:lvl6pPr marL="2285619" algn="l" defTabSz="914248" rtl="0" eaLnBrk="1" latinLnBrk="0" hangingPunct="1">
              <a:defRPr sz="1800" kern="1200">
                <a:solidFill>
                  <a:schemeClr val="tx1"/>
                </a:solidFill>
                <a:latin typeface="+mn-lt"/>
                <a:ea typeface="+mn-ea"/>
                <a:cs typeface="+mn-cs"/>
              </a:defRPr>
            </a:lvl6pPr>
            <a:lvl7pPr marL="2742743" algn="l" defTabSz="914248" rtl="0" eaLnBrk="1" latinLnBrk="0" hangingPunct="1">
              <a:defRPr sz="1800" kern="1200">
                <a:solidFill>
                  <a:schemeClr val="tx1"/>
                </a:solidFill>
                <a:latin typeface="+mn-lt"/>
                <a:ea typeface="+mn-ea"/>
                <a:cs typeface="+mn-cs"/>
              </a:defRPr>
            </a:lvl7pPr>
            <a:lvl8pPr marL="3199866" algn="l" defTabSz="914248" rtl="0" eaLnBrk="1" latinLnBrk="0" hangingPunct="1">
              <a:defRPr sz="1800" kern="1200">
                <a:solidFill>
                  <a:schemeClr val="tx1"/>
                </a:solidFill>
                <a:latin typeface="+mn-lt"/>
                <a:ea typeface="+mn-ea"/>
                <a:cs typeface="+mn-cs"/>
              </a:defRPr>
            </a:lvl8pPr>
            <a:lvl9pPr marL="3656990" algn="l" defTabSz="914248" rtl="0" eaLnBrk="1" latinLnBrk="0" hangingPunct="1">
              <a:defRPr sz="1800" kern="1200">
                <a:solidFill>
                  <a:schemeClr val="tx1"/>
                </a:solidFill>
                <a:latin typeface="+mn-lt"/>
                <a:ea typeface="+mn-ea"/>
                <a:cs typeface="+mn-cs"/>
              </a:defRPr>
            </a:lvl9pPr>
          </a:lstStyle>
          <a:p>
            <a:r>
              <a:rPr lang="it-IT" sz="1600" b="1" err="1">
                <a:solidFill>
                  <a:schemeClr val="accent2"/>
                </a:solidFill>
                <a:latin typeface="CocoEng" pitchFamily="50" charset="0"/>
                <a:cs typeface="Segoe UI" panose="020B0502040204020203" pitchFamily="34" charset="0"/>
              </a:rPr>
              <a:t>Employee</a:t>
            </a:r>
            <a:endParaRPr lang="it-IT" sz="1600" b="1">
              <a:solidFill>
                <a:schemeClr val="accent2"/>
              </a:solidFill>
              <a:latin typeface="CocoEng" pitchFamily="50" charset="0"/>
              <a:cs typeface="Segoe UI" panose="020B0502040204020203" pitchFamily="34" charset="0"/>
            </a:endParaRPr>
          </a:p>
        </p:txBody>
      </p:sp>
      <p:sp>
        <p:nvSpPr>
          <p:cNvPr id="27" name="CasellaDiTesto 38">
            <a:extLst>
              <a:ext uri="{FF2B5EF4-FFF2-40B4-BE49-F238E27FC236}">
                <a16:creationId xmlns:a16="http://schemas.microsoft.com/office/drawing/2014/main" id="{98BA3E7B-B38F-D87B-345E-45ED7D40E451}"/>
              </a:ext>
            </a:extLst>
          </p:cNvPr>
          <p:cNvSpPr txBox="1"/>
          <p:nvPr/>
        </p:nvSpPr>
        <p:spPr>
          <a:xfrm>
            <a:off x="8696680" y="3253748"/>
            <a:ext cx="3066210" cy="1015663"/>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Nella </a:t>
            </a:r>
            <a:r>
              <a:rPr lang="en-GB" sz="1200" err="1">
                <a:latin typeface="+mj-lt"/>
                <a:cs typeface="Segoe UI" panose="020B0502040204020203" pitchFamily="34" charset="0"/>
              </a:rPr>
              <a:t>sezione</a:t>
            </a:r>
            <a:r>
              <a:rPr lang="en-GB" sz="1200">
                <a:latin typeface="+mj-lt"/>
                <a:cs typeface="Segoe UI" panose="020B0502040204020203" pitchFamily="34" charset="0"/>
              </a:rPr>
              <a:t> </a:t>
            </a:r>
            <a:r>
              <a:rPr lang="en-GB" sz="1200" b="1">
                <a:latin typeface="+mj-lt"/>
                <a:cs typeface="Segoe UI" panose="020B0502040204020203" pitchFamily="34" charset="0"/>
              </a:rPr>
              <a:t>“Summary”</a:t>
            </a:r>
            <a:r>
              <a:rPr lang="en-GB" sz="1200">
                <a:latin typeface="+mj-lt"/>
                <a:cs typeface="Segoe UI" panose="020B0502040204020203" pitchFamily="34" charset="0"/>
              </a:rPr>
              <a:t>, </a:t>
            </a:r>
            <a:r>
              <a:rPr lang="it-IT" sz="1200">
                <a:latin typeface="+mj-lt"/>
                <a:cs typeface="Segoe UI" panose="020B0502040204020203" pitchFamily="34" charset="0"/>
              </a:rPr>
              <a:t>Puoi visualizzare tutti i commenti lasciati dal </a:t>
            </a:r>
            <a:r>
              <a:rPr lang="en-GB" sz="1200">
                <a:latin typeface="+mj-lt"/>
                <a:cs typeface="Segoe UI" panose="020B0502040204020203" pitchFamily="34" charset="0"/>
              </a:rPr>
              <a:t>Manager e Additional Manager (se </a:t>
            </a:r>
            <a:r>
              <a:rPr lang="en-GB" sz="1200" err="1">
                <a:latin typeface="+mj-lt"/>
                <a:cs typeface="Segoe UI" panose="020B0502040204020203" pitchFamily="34" charset="0"/>
              </a:rPr>
              <a:t>presente</a:t>
            </a:r>
            <a:r>
              <a:rPr lang="en-GB" sz="1200">
                <a:latin typeface="+mj-lt"/>
                <a:cs typeface="Segoe UI" panose="020B0502040204020203" pitchFamily="34" charset="0"/>
              </a:rPr>
              <a:t>). </a:t>
            </a:r>
          </a:p>
          <a:p>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b="1">
                <a:latin typeface="+mj-lt"/>
                <a:cs typeface="Segoe UI" panose="020B0502040204020203" pitchFamily="34" charset="0"/>
              </a:rPr>
              <a:t>Next</a:t>
            </a:r>
            <a:r>
              <a:rPr lang="en-GB" sz="1200">
                <a:latin typeface="+mj-lt"/>
                <a:cs typeface="Segoe UI" panose="020B0502040204020203" pitchFamily="34" charset="0"/>
              </a:rPr>
              <a:t>” per </a:t>
            </a:r>
            <a:r>
              <a:rPr lang="en-GB" sz="1200" err="1">
                <a:latin typeface="+mj-lt"/>
                <a:cs typeface="Segoe UI" panose="020B0502040204020203" pitchFamily="34" charset="0"/>
              </a:rPr>
              <a:t>continuare</a:t>
            </a:r>
            <a:r>
              <a:rPr lang="en-GB" sz="1200">
                <a:latin typeface="+mj-lt"/>
                <a:cs typeface="Segoe UI" panose="020B0502040204020203" pitchFamily="34" charset="0"/>
              </a:rPr>
              <a:t>.</a:t>
            </a:r>
          </a:p>
        </p:txBody>
      </p:sp>
      <p:sp>
        <p:nvSpPr>
          <p:cNvPr id="31" name="CasellaDiTesto 38">
            <a:extLst>
              <a:ext uri="{FF2B5EF4-FFF2-40B4-BE49-F238E27FC236}">
                <a16:creationId xmlns:a16="http://schemas.microsoft.com/office/drawing/2014/main" id="{12AE62D3-DE85-223A-0D9E-BC7A671DC344}"/>
              </a:ext>
            </a:extLst>
          </p:cNvPr>
          <p:cNvSpPr txBox="1"/>
          <p:nvPr/>
        </p:nvSpPr>
        <p:spPr>
          <a:xfrm>
            <a:off x="8689120" y="5304602"/>
            <a:ext cx="3066210" cy="461665"/>
          </a:xfrm>
          <a:prstGeom prst="rect">
            <a:avLst/>
          </a:prstGeom>
          <a:noFill/>
          <a:ln>
            <a:solidFill>
              <a:schemeClr val="bg2"/>
            </a:solidFill>
            <a:prstDash val="dash"/>
          </a:ln>
        </p:spPr>
        <p:txBody>
          <a:bodyPr wrap="square">
            <a:spAutoFit/>
          </a:bodyPr>
          <a:lstStyle/>
          <a:p>
            <a:r>
              <a:rPr lang="en-GB" sz="1200" err="1">
                <a:latin typeface="+mj-lt"/>
                <a:cs typeface="Segoe UI" panose="020B0502040204020203" pitchFamily="34" charset="0"/>
              </a:rPr>
              <a:t>Clicca</a:t>
            </a:r>
            <a:r>
              <a:rPr lang="en-GB" sz="1200">
                <a:latin typeface="+mj-lt"/>
                <a:cs typeface="Segoe UI" panose="020B0502040204020203" pitchFamily="34" charset="0"/>
              </a:rPr>
              <a:t> “</a:t>
            </a:r>
            <a:r>
              <a:rPr lang="en-GB" sz="1200" b="1">
                <a:latin typeface="+mj-lt"/>
                <a:cs typeface="Segoe UI" panose="020B0502040204020203" pitchFamily="34" charset="0"/>
              </a:rPr>
              <a:t>Submit</a:t>
            </a:r>
            <a:r>
              <a:rPr lang="en-GB" sz="1200">
                <a:latin typeface="+mj-lt"/>
                <a:cs typeface="Segoe UI" panose="020B0502040204020203" pitchFamily="34" charset="0"/>
              </a:rPr>
              <a:t>” per </a:t>
            </a:r>
            <a:r>
              <a:rPr lang="en-GB" sz="1200" err="1">
                <a:latin typeface="+mj-lt"/>
                <a:cs typeface="Segoe UI" panose="020B0502040204020203" pitchFamily="34" charset="0"/>
              </a:rPr>
              <a:t>accettare</a:t>
            </a:r>
            <a:r>
              <a:rPr lang="en-GB" sz="1200">
                <a:latin typeface="+mj-lt"/>
                <a:cs typeface="Segoe UI" panose="020B0502040204020203" pitchFamily="34" charset="0"/>
              </a:rPr>
              <a:t> la </a:t>
            </a:r>
            <a:r>
              <a:rPr lang="en-GB" sz="1200" err="1">
                <a:latin typeface="+mj-lt"/>
                <a:cs typeface="Segoe UI" panose="020B0502040204020203" pitchFamily="34" charset="0"/>
              </a:rPr>
              <a:t>valutazione</a:t>
            </a:r>
            <a:endParaRPr lang="en-GB" sz="1200">
              <a:latin typeface="+mj-lt"/>
              <a:cs typeface="Segoe UI" panose="020B0502040204020203" pitchFamily="34" charset="0"/>
            </a:endParaRPr>
          </a:p>
        </p:txBody>
      </p:sp>
      <p:sp>
        <p:nvSpPr>
          <p:cNvPr id="44" name="Ovale 11">
            <a:extLst>
              <a:ext uri="{FF2B5EF4-FFF2-40B4-BE49-F238E27FC236}">
                <a16:creationId xmlns:a16="http://schemas.microsoft.com/office/drawing/2014/main" id="{41908CE1-DAB5-9835-E376-2245B9084944}"/>
              </a:ext>
            </a:extLst>
          </p:cNvPr>
          <p:cNvSpPr/>
          <p:nvPr/>
        </p:nvSpPr>
        <p:spPr>
          <a:xfrm>
            <a:off x="8222267" y="3285618"/>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45" name="Ovale 11">
            <a:extLst>
              <a:ext uri="{FF2B5EF4-FFF2-40B4-BE49-F238E27FC236}">
                <a16:creationId xmlns:a16="http://schemas.microsoft.com/office/drawing/2014/main" id="{85F06144-34C1-DF9D-935F-B40B5E977D99}"/>
              </a:ext>
            </a:extLst>
          </p:cNvPr>
          <p:cNvSpPr/>
          <p:nvPr/>
        </p:nvSpPr>
        <p:spPr>
          <a:xfrm>
            <a:off x="8225685" y="4341296"/>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46" name="Ovale 11">
            <a:extLst>
              <a:ext uri="{FF2B5EF4-FFF2-40B4-BE49-F238E27FC236}">
                <a16:creationId xmlns:a16="http://schemas.microsoft.com/office/drawing/2014/main" id="{672FB095-3860-C57C-AD66-DAFF306F3173}"/>
              </a:ext>
            </a:extLst>
          </p:cNvPr>
          <p:cNvSpPr/>
          <p:nvPr/>
        </p:nvSpPr>
        <p:spPr>
          <a:xfrm>
            <a:off x="8217567" y="5319942"/>
            <a:ext cx="360000" cy="36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pic>
        <p:nvPicPr>
          <p:cNvPr id="8" name="Picture 7">
            <a:extLst>
              <a:ext uri="{FF2B5EF4-FFF2-40B4-BE49-F238E27FC236}">
                <a16:creationId xmlns:a16="http://schemas.microsoft.com/office/drawing/2014/main" id="{F1C38E10-DB6E-49EA-136F-92EF8FDFC776}"/>
              </a:ext>
            </a:extLst>
          </p:cNvPr>
          <p:cNvPicPr>
            <a:picLocks noChangeAspect="1"/>
          </p:cNvPicPr>
          <p:nvPr/>
        </p:nvPicPr>
        <p:blipFill>
          <a:blip r:embed="rId8"/>
          <a:stretch>
            <a:fillRect/>
          </a:stretch>
        </p:blipFill>
        <p:spPr>
          <a:xfrm>
            <a:off x="845827" y="1476617"/>
            <a:ext cx="2235828" cy="1565785"/>
          </a:xfrm>
          <a:prstGeom prst="rect">
            <a:avLst/>
          </a:prstGeom>
          <a:ln>
            <a:solidFill>
              <a:schemeClr val="accent6"/>
            </a:solidFill>
          </a:ln>
        </p:spPr>
      </p:pic>
      <p:pic>
        <p:nvPicPr>
          <p:cNvPr id="23" name="Picture 22">
            <a:extLst>
              <a:ext uri="{FF2B5EF4-FFF2-40B4-BE49-F238E27FC236}">
                <a16:creationId xmlns:a16="http://schemas.microsoft.com/office/drawing/2014/main" id="{BB72EC8F-8CCE-6D03-E783-B15896690ED7}"/>
              </a:ext>
            </a:extLst>
          </p:cNvPr>
          <p:cNvPicPr>
            <a:picLocks noChangeAspect="1"/>
          </p:cNvPicPr>
          <p:nvPr/>
        </p:nvPicPr>
        <p:blipFill>
          <a:blip r:embed="rId9"/>
          <a:stretch>
            <a:fillRect/>
          </a:stretch>
        </p:blipFill>
        <p:spPr>
          <a:xfrm>
            <a:off x="3147036" y="1476617"/>
            <a:ext cx="4346825" cy="1565785"/>
          </a:xfrm>
          <a:prstGeom prst="rect">
            <a:avLst/>
          </a:prstGeom>
          <a:ln>
            <a:solidFill>
              <a:schemeClr val="accent6"/>
            </a:solidFill>
          </a:ln>
        </p:spPr>
      </p:pic>
      <p:pic>
        <p:nvPicPr>
          <p:cNvPr id="33" name="Picture 32">
            <a:extLst>
              <a:ext uri="{FF2B5EF4-FFF2-40B4-BE49-F238E27FC236}">
                <a16:creationId xmlns:a16="http://schemas.microsoft.com/office/drawing/2014/main" id="{75310790-E9E7-AADD-6383-0F358CA4476E}"/>
              </a:ext>
            </a:extLst>
          </p:cNvPr>
          <p:cNvPicPr>
            <a:picLocks noChangeAspect="1"/>
          </p:cNvPicPr>
          <p:nvPr/>
        </p:nvPicPr>
        <p:blipFill>
          <a:blip r:embed="rId10"/>
          <a:stretch>
            <a:fillRect/>
          </a:stretch>
        </p:blipFill>
        <p:spPr>
          <a:xfrm>
            <a:off x="845827" y="3133218"/>
            <a:ext cx="3292136" cy="3206097"/>
          </a:xfrm>
          <a:prstGeom prst="rect">
            <a:avLst/>
          </a:prstGeom>
          <a:ln>
            <a:solidFill>
              <a:schemeClr val="accent6"/>
            </a:solidFill>
          </a:ln>
        </p:spPr>
      </p:pic>
      <p:pic>
        <p:nvPicPr>
          <p:cNvPr id="49" name="Picture 48">
            <a:extLst>
              <a:ext uri="{FF2B5EF4-FFF2-40B4-BE49-F238E27FC236}">
                <a16:creationId xmlns:a16="http://schemas.microsoft.com/office/drawing/2014/main" id="{CAF6A0AA-5871-264B-5B4A-512B3263C57E}"/>
              </a:ext>
            </a:extLst>
          </p:cNvPr>
          <p:cNvPicPr>
            <a:picLocks noChangeAspect="1"/>
          </p:cNvPicPr>
          <p:nvPr/>
        </p:nvPicPr>
        <p:blipFill>
          <a:blip r:embed="rId11"/>
          <a:srcRect r="16346"/>
          <a:stretch/>
        </p:blipFill>
        <p:spPr>
          <a:xfrm>
            <a:off x="3821179" y="3133483"/>
            <a:ext cx="4232860" cy="2104721"/>
          </a:xfrm>
          <a:prstGeom prst="rect">
            <a:avLst/>
          </a:prstGeom>
          <a:ln>
            <a:solidFill>
              <a:schemeClr val="accent6"/>
            </a:solidFill>
          </a:ln>
        </p:spPr>
      </p:pic>
      <p:sp>
        <p:nvSpPr>
          <p:cNvPr id="53" name="CasellaDiTesto 38">
            <a:extLst>
              <a:ext uri="{FF2B5EF4-FFF2-40B4-BE49-F238E27FC236}">
                <a16:creationId xmlns:a16="http://schemas.microsoft.com/office/drawing/2014/main" id="{7674A98F-E2D2-6418-B14E-A19ED9E4D81A}"/>
              </a:ext>
            </a:extLst>
          </p:cNvPr>
          <p:cNvSpPr txBox="1"/>
          <p:nvPr/>
        </p:nvSpPr>
        <p:spPr>
          <a:xfrm>
            <a:off x="8696680" y="4374941"/>
            <a:ext cx="3066210" cy="830997"/>
          </a:xfrm>
          <a:prstGeom prst="rect">
            <a:avLst/>
          </a:prstGeom>
          <a:noFill/>
          <a:ln>
            <a:solidFill>
              <a:schemeClr val="bg2"/>
            </a:solidFill>
            <a:prstDash val="dash"/>
          </a:ln>
        </p:spPr>
        <p:txBody>
          <a:bodyPr wrap="square">
            <a:spAutoFit/>
          </a:bodyPr>
          <a:lstStyle/>
          <a:p>
            <a:r>
              <a:rPr lang="en-GB" sz="1200" err="1">
                <a:latin typeface="+mj-lt"/>
                <a:cs typeface="Segoe UI" panose="020B0502040204020203" pitchFamily="34" charset="0"/>
              </a:rPr>
              <a:t>Seleziona</a:t>
            </a:r>
            <a:r>
              <a:rPr lang="en-GB" sz="1200">
                <a:latin typeface="+mj-lt"/>
                <a:cs typeface="Segoe UI" panose="020B0502040204020203" pitchFamily="34" charset="0"/>
              </a:rPr>
              <a:t> in “</a:t>
            </a:r>
            <a:r>
              <a:rPr lang="en-GB" sz="1200" b="1">
                <a:latin typeface="+mj-lt"/>
                <a:cs typeface="Segoe UI" panose="020B0502040204020203" pitchFamily="34" charset="0"/>
              </a:rPr>
              <a:t>Status</a:t>
            </a:r>
            <a:r>
              <a:rPr lang="en-GB" sz="1200">
                <a:latin typeface="+mj-lt"/>
                <a:cs typeface="Segoe UI" panose="020B0502040204020203" pitchFamily="34" charset="0"/>
              </a:rPr>
              <a:t>” "</a:t>
            </a:r>
            <a:r>
              <a:rPr lang="en-GB" sz="1200" b="1">
                <a:latin typeface="+mj-lt"/>
                <a:cs typeface="Segoe UI" panose="020B0502040204020203" pitchFamily="34" charset="0"/>
              </a:rPr>
              <a:t>Acknowledgement Review</a:t>
            </a:r>
            <a:r>
              <a:rPr lang="en-GB" sz="1200">
                <a:latin typeface="+mj-lt"/>
                <a:cs typeface="Segoe UI" panose="020B0502040204020203" pitchFamily="34" charset="0"/>
              </a:rPr>
              <a:t>" </a:t>
            </a:r>
            <a:r>
              <a:rPr lang="it-IT" sz="1200">
                <a:latin typeface="+mj-lt"/>
                <a:cs typeface="Segoe UI" panose="020B0502040204020203" pitchFamily="34" charset="0"/>
              </a:rPr>
              <a:t>e inserisci il tuo commento generale, se necessario.</a:t>
            </a:r>
            <a:endParaRPr lang="en-GB" sz="1200">
              <a:latin typeface="+mj-lt"/>
              <a:cs typeface="Segoe UI" panose="020B0502040204020203" pitchFamily="34" charset="0"/>
            </a:endParaRPr>
          </a:p>
        </p:txBody>
      </p:sp>
      <p:sp>
        <p:nvSpPr>
          <p:cNvPr id="54" name="CasellaDiTesto 38">
            <a:extLst>
              <a:ext uri="{FF2B5EF4-FFF2-40B4-BE49-F238E27FC236}">
                <a16:creationId xmlns:a16="http://schemas.microsoft.com/office/drawing/2014/main" id="{47702F67-D52D-647B-8043-6BF011620F8F}"/>
              </a:ext>
            </a:extLst>
          </p:cNvPr>
          <p:cNvSpPr txBox="1"/>
          <p:nvPr/>
        </p:nvSpPr>
        <p:spPr>
          <a:xfrm>
            <a:off x="8696680" y="5864931"/>
            <a:ext cx="3066210" cy="461665"/>
          </a:xfrm>
          <a:prstGeom prst="rect">
            <a:avLst/>
          </a:prstGeom>
          <a:noFill/>
          <a:ln>
            <a:solidFill>
              <a:schemeClr val="bg2"/>
            </a:solidFill>
            <a:prstDash val="dash"/>
          </a:ln>
        </p:spPr>
        <p:txBody>
          <a:bodyPr wrap="square">
            <a:spAutoFit/>
          </a:bodyPr>
          <a:lstStyle/>
          <a:p>
            <a:r>
              <a:rPr lang="en-GB" sz="1200">
                <a:latin typeface="+mj-lt"/>
                <a:cs typeface="Segoe UI" panose="020B0502040204020203" pitchFamily="34" charset="0"/>
              </a:rPr>
              <a:t>Il </a:t>
            </a:r>
            <a:r>
              <a:rPr lang="en-GB" sz="1200" err="1">
                <a:latin typeface="+mj-lt"/>
                <a:cs typeface="Segoe UI" panose="020B0502040204020203" pitchFamily="34" charset="0"/>
              </a:rPr>
              <a:t>processo</a:t>
            </a:r>
            <a:r>
              <a:rPr lang="en-GB" sz="1200">
                <a:latin typeface="+mj-lt"/>
                <a:cs typeface="Segoe UI" panose="020B0502040204020203" pitchFamily="34" charset="0"/>
              </a:rPr>
              <a:t> di Mid Year Check – In è </a:t>
            </a:r>
            <a:r>
              <a:rPr lang="en-GB" sz="1200" err="1">
                <a:latin typeface="+mj-lt"/>
                <a:cs typeface="Segoe UI" panose="020B0502040204020203" pitchFamily="34" charset="0"/>
              </a:rPr>
              <a:t>completato</a:t>
            </a:r>
            <a:r>
              <a:rPr lang="en-GB" sz="1200">
                <a:latin typeface="+mj-lt"/>
                <a:cs typeface="Segoe UI" panose="020B0502040204020203" pitchFamily="34" charset="0"/>
              </a:rPr>
              <a:t>.</a:t>
            </a:r>
          </a:p>
        </p:txBody>
      </p:sp>
      <p:sp>
        <p:nvSpPr>
          <p:cNvPr id="55" name="Rectangle 54">
            <a:extLst>
              <a:ext uri="{FF2B5EF4-FFF2-40B4-BE49-F238E27FC236}">
                <a16:creationId xmlns:a16="http://schemas.microsoft.com/office/drawing/2014/main" id="{7654C217-B1EF-A43D-B81A-31FC9AA49405}"/>
              </a:ext>
            </a:extLst>
          </p:cNvPr>
          <p:cNvSpPr/>
          <p:nvPr/>
        </p:nvSpPr>
        <p:spPr>
          <a:xfrm>
            <a:off x="3242862" y="2568064"/>
            <a:ext cx="945901" cy="42855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Ovale 11">
            <a:extLst>
              <a:ext uri="{FF2B5EF4-FFF2-40B4-BE49-F238E27FC236}">
                <a16:creationId xmlns:a16="http://schemas.microsoft.com/office/drawing/2014/main" id="{AA7FAA5C-B5F8-7CE7-3038-BA905BF2CBBB}"/>
              </a:ext>
            </a:extLst>
          </p:cNvPr>
          <p:cNvSpPr/>
          <p:nvPr/>
        </p:nvSpPr>
        <p:spPr>
          <a:xfrm>
            <a:off x="4053220" y="2416242"/>
            <a:ext cx="271086" cy="2710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1</a:t>
            </a:r>
          </a:p>
        </p:txBody>
      </p:sp>
      <p:sp>
        <p:nvSpPr>
          <p:cNvPr id="57" name="Rectangle 56">
            <a:extLst>
              <a:ext uri="{FF2B5EF4-FFF2-40B4-BE49-F238E27FC236}">
                <a16:creationId xmlns:a16="http://schemas.microsoft.com/office/drawing/2014/main" id="{130369DF-A2C6-ECA2-C3F8-32A6A0621818}"/>
              </a:ext>
            </a:extLst>
          </p:cNvPr>
          <p:cNvSpPr/>
          <p:nvPr/>
        </p:nvSpPr>
        <p:spPr>
          <a:xfrm>
            <a:off x="896067" y="4371225"/>
            <a:ext cx="859910" cy="19992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Ovale 11">
            <a:extLst>
              <a:ext uri="{FF2B5EF4-FFF2-40B4-BE49-F238E27FC236}">
                <a16:creationId xmlns:a16="http://schemas.microsoft.com/office/drawing/2014/main" id="{466D1C5C-CED8-0C88-5F3D-4DCA2FACDC83}"/>
              </a:ext>
            </a:extLst>
          </p:cNvPr>
          <p:cNvSpPr/>
          <p:nvPr/>
        </p:nvSpPr>
        <p:spPr>
          <a:xfrm>
            <a:off x="3130914" y="5970125"/>
            <a:ext cx="271086" cy="2710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2</a:t>
            </a:r>
          </a:p>
        </p:txBody>
      </p:sp>
      <p:sp>
        <p:nvSpPr>
          <p:cNvPr id="59" name="Rectangle 58">
            <a:extLst>
              <a:ext uri="{FF2B5EF4-FFF2-40B4-BE49-F238E27FC236}">
                <a16:creationId xmlns:a16="http://schemas.microsoft.com/office/drawing/2014/main" id="{A4CA8531-8FA3-42C4-CD0A-62F89668F1FB}"/>
              </a:ext>
            </a:extLst>
          </p:cNvPr>
          <p:cNvSpPr/>
          <p:nvPr/>
        </p:nvSpPr>
        <p:spPr>
          <a:xfrm>
            <a:off x="2793281" y="6151342"/>
            <a:ext cx="525781" cy="18797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Ovale 11">
            <a:extLst>
              <a:ext uri="{FF2B5EF4-FFF2-40B4-BE49-F238E27FC236}">
                <a16:creationId xmlns:a16="http://schemas.microsoft.com/office/drawing/2014/main" id="{63A80D85-9553-30C3-B84A-1C2382BC7C50}"/>
              </a:ext>
            </a:extLst>
          </p:cNvPr>
          <p:cNvSpPr/>
          <p:nvPr/>
        </p:nvSpPr>
        <p:spPr>
          <a:xfrm>
            <a:off x="5645084" y="3853485"/>
            <a:ext cx="271086" cy="2710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3</a:t>
            </a:r>
          </a:p>
        </p:txBody>
      </p:sp>
      <p:sp>
        <p:nvSpPr>
          <p:cNvPr id="61" name="Rectangle 60">
            <a:extLst>
              <a:ext uri="{FF2B5EF4-FFF2-40B4-BE49-F238E27FC236}">
                <a16:creationId xmlns:a16="http://schemas.microsoft.com/office/drawing/2014/main" id="{A109F389-6C58-73FF-893D-9553C542D97D}"/>
              </a:ext>
            </a:extLst>
          </p:cNvPr>
          <p:cNvSpPr/>
          <p:nvPr/>
        </p:nvSpPr>
        <p:spPr>
          <a:xfrm>
            <a:off x="5803456" y="4034568"/>
            <a:ext cx="2250583" cy="93983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Ovale 11">
            <a:extLst>
              <a:ext uri="{FF2B5EF4-FFF2-40B4-BE49-F238E27FC236}">
                <a16:creationId xmlns:a16="http://schemas.microsoft.com/office/drawing/2014/main" id="{68B56750-8FEB-5E42-9472-84D6409D8896}"/>
              </a:ext>
            </a:extLst>
          </p:cNvPr>
          <p:cNvSpPr/>
          <p:nvPr/>
        </p:nvSpPr>
        <p:spPr>
          <a:xfrm>
            <a:off x="5731766" y="4981326"/>
            <a:ext cx="271086" cy="2710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a:latin typeface="+mj-lt"/>
                <a:cs typeface="Segoe UI" panose="020B0502040204020203" pitchFamily="34" charset="0"/>
              </a:rPr>
              <a:t>4</a:t>
            </a:r>
          </a:p>
        </p:txBody>
      </p:sp>
      <p:sp>
        <p:nvSpPr>
          <p:cNvPr id="63" name="Rectangle 62">
            <a:extLst>
              <a:ext uri="{FF2B5EF4-FFF2-40B4-BE49-F238E27FC236}">
                <a16:creationId xmlns:a16="http://schemas.microsoft.com/office/drawing/2014/main" id="{2CB6739D-1191-D0DF-9EA5-FCF66695C93E}"/>
              </a:ext>
            </a:extLst>
          </p:cNvPr>
          <p:cNvSpPr/>
          <p:nvPr/>
        </p:nvSpPr>
        <p:spPr>
          <a:xfrm>
            <a:off x="5947643" y="5002818"/>
            <a:ext cx="651914" cy="24748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931763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297F2-EF44-8442-188B-295E70D1B7B1}"/>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CC1BD7B-7044-F17C-0F73-9D4C17CCB6D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3" name="think-cell data - do not delete" hidden="1">
                        <a:extLst>
                          <a:ext uri="{FF2B5EF4-FFF2-40B4-BE49-F238E27FC236}">
                            <a16:creationId xmlns:a16="http://schemas.microsoft.com/office/drawing/2014/main" id="{0CC1BD7B-7044-F17C-0F73-9D4C17CCB6D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6" name="Segnaposto immagine 5">
            <a:extLst>
              <a:ext uri="{FF2B5EF4-FFF2-40B4-BE49-F238E27FC236}">
                <a16:creationId xmlns:a16="http://schemas.microsoft.com/office/drawing/2014/main" id="{DD0823D7-F16D-7B51-79F3-5B8425F5E938}"/>
              </a:ext>
            </a:extLst>
          </p:cNvPr>
          <p:cNvPicPr>
            <a:picLocks noGrp="1" noChangeAspect="1"/>
          </p:cNvPicPr>
          <p:nvPr>
            <p:ph type="pic" sz="quarter" idx="11"/>
          </p:nvPr>
        </p:nvPicPr>
        <p:blipFill>
          <a:blip r:embed="rId6"/>
          <a:srcRect l="24934" r="24934"/>
          <a:stretch/>
        </p:blipFill>
        <p:spPr>
          <a:xfrm>
            <a:off x="6095999" y="0"/>
            <a:ext cx="6111325" cy="6858000"/>
          </a:xfrm>
        </p:spPr>
      </p:pic>
      <p:sp>
        <p:nvSpPr>
          <p:cNvPr id="5" name="Segnaposto testo 4">
            <a:extLst>
              <a:ext uri="{FF2B5EF4-FFF2-40B4-BE49-F238E27FC236}">
                <a16:creationId xmlns:a16="http://schemas.microsoft.com/office/drawing/2014/main" id="{423580DA-76B5-9917-1DD3-727E78C531BA}"/>
              </a:ext>
            </a:extLst>
          </p:cNvPr>
          <p:cNvSpPr>
            <a:spLocks noGrp="1"/>
          </p:cNvSpPr>
          <p:nvPr>
            <p:ph type="body" sz="quarter" idx="20"/>
          </p:nvPr>
        </p:nvSpPr>
        <p:spPr/>
        <p:txBody>
          <a:bodyPr/>
          <a:lstStyle/>
          <a:p>
            <a:r>
              <a:rPr lang="it-IT" err="1"/>
              <a:t>Employee</a:t>
            </a:r>
            <a:r>
              <a:rPr lang="it-IT"/>
              <a:t> – Self Evaluation </a:t>
            </a:r>
          </a:p>
          <a:p>
            <a:r>
              <a:rPr lang="it-IT"/>
              <a:t>Manager – </a:t>
            </a:r>
            <a:r>
              <a:rPr lang="it-IT" err="1"/>
              <a:t>Get</a:t>
            </a:r>
            <a:r>
              <a:rPr lang="it-IT"/>
              <a:t> </a:t>
            </a:r>
            <a:r>
              <a:rPr lang="it-IT" err="1"/>
              <a:t>Additional</a:t>
            </a:r>
            <a:r>
              <a:rPr lang="it-IT"/>
              <a:t> Manager Evaluation</a:t>
            </a:r>
          </a:p>
          <a:p>
            <a:r>
              <a:rPr lang="it-IT" err="1"/>
              <a:t>Additional</a:t>
            </a:r>
            <a:r>
              <a:rPr lang="it-IT"/>
              <a:t> Manager – </a:t>
            </a:r>
            <a:r>
              <a:rPr lang="it-IT" err="1"/>
              <a:t>Additional</a:t>
            </a:r>
            <a:r>
              <a:rPr lang="it-IT"/>
              <a:t> Manager Evaluation</a:t>
            </a:r>
          </a:p>
          <a:p>
            <a:r>
              <a:rPr lang="it-IT"/>
              <a:t>Manager – Manager Evaluation &amp; To Do</a:t>
            </a:r>
          </a:p>
          <a:p>
            <a:r>
              <a:rPr lang="it-IT" err="1"/>
              <a:t>Employee</a:t>
            </a:r>
            <a:r>
              <a:rPr lang="it-IT"/>
              <a:t> – </a:t>
            </a:r>
            <a:r>
              <a:rPr lang="it-IT" err="1"/>
              <a:t>Acknowledgement</a:t>
            </a:r>
            <a:r>
              <a:rPr lang="it-IT"/>
              <a:t> </a:t>
            </a:r>
          </a:p>
          <a:p>
            <a:r>
              <a:rPr lang="it-IT" b="1" err="1">
                <a:solidFill>
                  <a:schemeClr val="accent1"/>
                </a:solidFill>
              </a:rPr>
              <a:t>FAQs</a:t>
            </a:r>
            <a:endParaRPr lang="it-IT" b="1">
              <a:solidFill>
                <a:schemeClr val="accent1"/>
              </a:solidFill>
            </a:endParaRPr>
          </a:p>
          <a:p>
            <a:endParaRPr lang="en-GB"/>
          </a:p>
        </p:txBody>
      </p:sp>
      <p:sp>
        <p:nvSpPr>
          <p:cNvPr id="11" name="Titolo 10">
            <a:extLst>
              <a:ext uri="{FF2B5EF4-FFF2-40B4-BE49-F238E27FC236}">
                <a16:creationId xmlns:a16="http://schemas.microsoft.com/office/drawing/2014/main" id="{3E1C58AA-D95C-0214-529B-922640866D92}"/>
              </a:ext>
            </a:extLst>
          </p:cNvPr>
          <p:cNvSpPr>
            <a:spLocks noGrp="1"/>
          </p:cNvSpPr>
          <p:nvPr>
            <p:ph type="title"/>
          </p:nvPr>
        </p:nvSpPr>
        <p:spPr/>
        <p:txBody>
          <a:bodyPr vert="horz"/>
          <a:lstStyle/>
          <a:p>
            <a:r>
              <a:rPr lang="it-IT"/>
              <a:t>Agenda</a:t>
            </a:r>
          </a:p>
        </p:txBody>
      </p:sp>
      <p:sp>
        <p:nvSpPr>
          <p:cNvPr id="9" name="Segnaposto testo 8">
            <a:extLst>
              <a:ext uri="{FF2B5EF4-FFF2-40B4-BE49-F238E27FC236}">
                <a16:creationId xmlns:a16="http://schemas.microsoft.com/office/drawing/2014/main" id="{758619B0-27C5-EF48-73B2-216A1251ECF7}"/>
              </a:ext>
            </a:extLst>
          </p:cNvPr>
          <p:cNvSpPr>
            <a:spLocks noGrp="1"/>
          </p:cNvSpPr>
          <p:nvPr>
            <p:ph type="body" sz="quarter" idx="13"/>
          </p:nvPr>
        </p:nvSpPr>
        <p:spPr/>
        <p:txBody>
          <a:bodyPr/>
          <a:lstStyle/>
          <a:p>
            <a:r>
              <a:rPr lang="it-IT"/>
              <a:t>ENGINEERING </a:t>
            </a:r>
            <a:r>
              <a:rPr lang="it-IT" b="0"/>
              <a:t>/ THE DIGITAL TRANSFORMATION COMPANY</a:t>
            </a:r>
          </a:p>
        </p:txBody>
      </p:sp>
      <p:sp>
        <p:nvSpPr>
          <p:cNvPr id="13" name="Segnaposto piè di pagina 12">
            <a:extLst>
              <a:ext uri="{FF2B5EF4-FFF2-40B4-BE49-F238E27FC236}">
                <a16:creationId xmlns:a16="http://schemas.microsoft.com/office/drawing/2014/main" id="{986805BC-B035-8C96-0F02-1C4CF286846F}"/>
              </a:ext>
            </a:extLst>
          </p:cNvPr>
          <p:cNvSpPr>
            <a:spLocks noGrp="1"/>
          </p:cNvSpPr>
          <p:nvPr>
            <p:ph type="ftr" sz="quarter" idx="17"/>
          </p:nvPr>
        </p:nvSpPr>
        <p:spPr/>
        <p:txBody>
          <a:bodyPr/>
          <a:lstStyle/>
          <a:p>
            <a:endParaRPr lang="it-IT"/>
          </a:p>
        </p:txBody>
      </p:sp>
      <p:sp>
        <p:nvSpPr>
          <p:cNvPr id="2" name="Segnaposto numero diapositiva 1">
            <a:extLst>
              <a:ext uri="{FF2B5EF4-FFF2-40B4-BE49-F238E27FC236}">
                <a16:creationId xmlns:a16="http://schemas.microsoft.com/office/drawing/2014/main" id="{88D33518-20A5-3E01-51F5-B7D707897382}"/>
              </a:ext>
            </a:extLst>
          </p:cNvPr>
          <p:cNvSpPr>
            <a:spLocks noGrp="1"/>
          </p:cNvSpPr>
          <p:nvPr>
            <p:ph type="sldNum" sz="quarter" idx="18"/>
          </p:nvPr>
        </p:nvSpPr>
        <p:spPr/>
        <p:txBody>
          <a:bodyPr/>
          <a:lstStyle/>
          <a:p>
            <a:fld id="{98BF7C3C-24CC-6140-8A22-738C44F1CFEB}" type="slidenum">
              <a:rPr lang="it-IT" smtClean="0"/>
              <a:pPr/>
              <a:t>49</a:t>
            </a:fld>
            <a:endParaRPr lang="it-IT"/>
          </a:p>
        </p:txBody>
      </p:sp>
    </p:spTree>
    <p:extLst>
      <p:ext uri="{BB962C8B-B14F-4D97-AF65-F5344CB8AC3E}">
        <p14:creationId xmlns:p14="http://schemas.microsoft.com/office/powerpoint/2010/main" val="14414765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5B1B47F-A467-DA4F-F22B-BCCCF0A2CE79}"/>
              </a:ext>
            </a:extLst>
          </p:cNvPr>
          <p:cNvGraphicFramePr>
            <a:graphicFrameLocks noChangeAspect="1"/>
          </p:cNvGraphicFramePr>
          <p:nvPr>
            <p:custDataLst>
              <p:tags r:id="rId1"/>
            </p:custDataLst>
            <p:extLst>
              <p:ext uri="{D42A27DB-BD31-4B8C-83A1-F6EECF244321}">
                <p14:modId xmlns:p14="http://schemas.microsoft.com/office/powerpoint/2010/main" val="21993933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7" name="think-cell data - do not delete" hidden="1">
                        <a:extLst>
                          <a:ext uri="{FF2B5EF4-FFF2-40B4-BE49-F238E27FC236}">
                            <a16:creationId xmlns:a16="http://schemas.microsoft.com/office/drawing/2014/main" id="{05B1B47F-A467-DA4F-F22B-BCCCF0A2CE7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6742B6F-4E8C-CAF8-7B89-8336E3FA2E8D}"/>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a:t>
            </a:r>
            <a:r>
              <a:rPr lang="it-IT" b="0" err="1"/>
              <a:t>FAQs</a:t>
            </a:r>
            <a:r>
              <a:rPr lang="it-IT" b="0"/>
              <a:t> (1/3)</a:t>
            </a:r>
            <a:endParaRPr lang="en-GB"/>
          </a:p>
        </p:txBody>
      </p:sp>
      <p:sp>
        <p:nvSpPr>
          <p:cNvPr id="3" name="Footer Placeholder 2">
            <a:extLst>
              <a:ext uri="{FF2B5EF4-FFF2-40B4-BE49-F238E27FC236}">
                <a16:creationId xmlns:a16="http://schemas.microsoft.com/office/drawing/2014/main" id="{87454AC8-E8AE-502A-0561-43924E3A2D6C}"/>
              </a:ext>
            </a:extLst>
          </p:cNvPr>
          <p:cNvSpPr>
            <a:spLocks noGrp="1"/>
          </p:cNvSpPr>
          <p:nvPr>
            <p:ph type="ftr" sz="quarter" idx="14"/>
          </p:nvPr>
        </p:nvSpPr>
        <p:spPr/>
        <p:txBody>
          <a:bodyPr/>
          <a:lstStyle/>
          <a:p>
            <a:endParaRPr lang="it-IT"/>
          </a:p>
        </p:txBody>
      </p:sp>
      <p:sp>
        <p:nvSpPr>
          <p:cNvPr id="4" name="Slide Number Placeholder 3">
            <a:extLst>
              <a:ext uri="{FF2B5EF4-FFF2-40B4-BE49-F238E27FC236}">
                <a16:creationId xmlns:a16="http://schemas.microsoft.com/office/drawing/2014/main" id="{748CF243-4383-229D-DCDA-A653A12E05AC}"/>
              </a:ext>
            </a:extLst>
          </p:cNvPr>
          <p:cNvSpPr>
            <a:spLocks noGrp="1"/>
          </p:cNvSpPr>
          <p:nvPr>
            <p:ph type="sldNum" sz="quarter" idx="15"/>
          </p:nvPr>
        </p:nvSpPr>
        <p:spPr/>
        <p:txBody>
          <a:bodyPr/>
          <a:lstStyle/>
          <a:p>
            <a:fld id="{98BF7C3C-24CC-6140-8A22-738C44F1CFEB}" type="slidenum">
              <a:rPr lang="it-IT" smtClean="0"/>
              <a:pPr/>
              <a:t>50</a:t>
            </a:fld>
            <a:endParaRPr lang="it-IT"/>
          </a:p>
        </p:txBody>
      </p:sp>
      <p:sp>
        <p:nvSpPr>
          <p:cNvPr id="5" name="Text Placeholder 4">
            <a:extLst>
              <a:ext uri="{FF2B5EF4-FFF2-40B4-BE49-F238E27FC236}">
                <a16:creationId xmlns:a16="http://schemas.microsoft.com/office/drawing/2014/main" id="{3CAB1E89-592F-AAC8-8E5F-17D0851C954A}"/>
              </a:ext>
            </a:extLst>
          </p:cNvPr>
          <p:cNvSpPr>
            <a:spLocks noGrp="1"/>
          </p:cNvSpPr>
          <p:nvPr>
            <p:ph type="body" sz="quarter" idx="13"/>
          </p:nvPr>
        </p:nvSpPr>
        <p:spPr/>
        <p:txBody>
          <a:bodyPr/>
          <a:lstStyle/>
          <a:p>
            <a:r>
              <a:rPr lang="it-IT"/>
              <a:t>ENGINEERING </a:t>
            </a:r>
            <a:r>
              <a:rPr lang="it-IT" b="0"/>
              <a:t>/ THE DIGITAL TRANSFORMATION COMPANY</a:t>
            </a:r>
          </a:p>
        </p:txBody>
      </p:sp>
      <p:graphicFrame>
        <p:nvGraphicFramePr>
          <p:cNvPr id="13" name="Table 12">
            <a:extLst>
              <a:ext uri="{FF2B5EF4-FFF2-40B4-BE49-F238E27FC236}">
                <a16:creationId xmlns:a16="http://schemas.microsoft.com/office/drawing/2014/main" id="{A4AC4DE4-225B-BAD6-F89D-23086A3768E6}"/>
              </a:ext>
            </a:extLst>
          </p:cNvPr>
          <p:cNvGraphicFramePr>
            <a:graphicFrameLocks noGrp="1"/>
          </p:cNvGraphicFramePr>
          <p:nvPr>
            <p:extLst>
              <p:ext uri="{D42A27DB-BD31-4B8C-83A1-F6EECF244321}">
                <p14:modId xmlns:p14="http://schemas.microsoft.com/office/powerpoint/2010/main" val="3015430267"/>
              </p:ext>
            </p:extLst>
          </p:nvPr>
        </p:nvGraphicFramePr>
        <p:xfrm>
          <a:off x="701313" y="889000"/>
          <a:ext cx="10912512" cy="4708091"/>
        </p:xfrm>
        <a:graphic>
          <a:graphicData uri="http://schemas.openxmlformats.org/drawingml/2006/table">
            <a:tbl>
              <a:tblPr firstRow="1" bandRow="1">
                <a:tableStyleId>{B301B821-A1FF-4177-AEE7-76D212191A09}</a:tableStyleId>
              </a:tblPr>
              <a:tblGrid>
                <a:gridCol w="1545049">
                  <a:extLst>
                    <a:ext uri="{9D8B030D-6E8A-4147-A177-3AD203B41FA5}">
                      <a16:colId xmlns:a16="http://schemas.microsoft.com/office/drawing/2014/main" val="591978116"/>
                    </a:ext>
                  </a:extLst>
                </a:gridCol>
                <a:gridCol w="3417659">
                  <a:extLst>
                    <a:ext uri="{9D8B030D-6E8A-4147-A177-3AD203B41FA5}">
                      <a16:colId xmlns:a16="http://schemas.microsoft.com/office/drawing/2014/main" val="2565297748"/>
                    </a:ext>
                  </a:extLst>
                </a:gridCol>
                <a:gridCol w="5949804">
                  <a:extLst>
                    <a:ext uri="{9D8B030D-6E8A-4147-A177-3AD203B41FA5}">
                      <a16:colId xmlns:a16="http://schemas.microsoft.com/office/drawing/2014/main" val="4218294998"/>
                    </a:ext>
                  </a:extLst>
                </a:gridCol>
              </a:tblGrid>
              <a:tr h="189012">
                <a:tc>
                  <a:txBody>
                    <a:bodyPr/>
                    <a:lstStyle/>
                    <a:p>
                      <a:r>
                        <a:rPr lang="it-IT" sz="1100">
                          <a:latin typeface="+mj-lt"/>
                          <a:cs typeface="Segoe UI" panose="020B0502040204020203" pitchFamily="34" charset="0"/>
                        </a:rPr>
                        <a:t>Topic</a:t>
                      </a:r>
                    </a:p>
                  </a:txBody>
                  <a:tcPr/>
                </a:tc>
                <a:tc>
                  <a:txBody>
                    <a:bodyPr/>
                    <a:lstStyle/>
                    <a:p>
                      <a:r>
                        <a:rPr lang="it-IT" sz="1100">
                          <a:latin typeface="+mj-lt"/>
                          <a:cs typeface="Segoe UI" panose="020B0502040204020203" pitchFamily="34" charset="0"/>
                        </a:rPr>
                        <a:t>Domanda</a:t>
                      </a:r>
                    </a:p>
                  </a:txBody>
                  <a:tcPr/>
                </a:tc>
                <a:tc>
                  <a:txBody>
                    <a:bodyPr/>
                    <a:lstStyle/>
                    <a:p>
                      <a:r>
                        <a:rPr lang="it-IT" sz="1100">
                          <a:latin typeface="+mj-lt"/>
                          <a:cs typeface="Segoe UI" panose="020B0502040204020203" pitchFamily="34" charset="0"/>
                        </a:rPr>
                        <a:t>Risposta</a:t>
                      </a:r>
                    </a:p>
                  </a:txBody>
                  <a:tcPr/>
                </a:tc>
                <a:extLst>
                  <a:ext uri="{0D108BD9-81ED-4DB2-BD59-A6C34878D82A}">
                    <a16:rowId xmlns:a16="http://schemas.microsoft.com/office/drawing/2014/main" val="1176281338"/>
                  </a:ext>
                </a:extLst>
              </a:tr>
              <a:tr h="300196">
                <a:tc rowSpan="5">
                  <a:txBody>
                    <a:bodyPr/>
                    <a:lstStyle/>
                    <a:p>
                      <a:r>
                        <a:rPr lang="it-IT" sz="1050" b="1">
                          <a:latin typeface="+mn-lt"/>
                          <a:cs typeface="Segoe UI" panose="020B0502040204020203" pitchFamily="34" charset="0"/>
                        </a:rPr>
                        <a:t>VISUALIZZAZIONE GOALS</a:t>
                      </a:r>
                    </a:p>
                    <a:p>
                      <a:r>
                        <a:rPr lang="it-IT" sz="1050" b="1">
                          <a:latin typeface="+mn-lt"/>
                          <a:cs typeface="Segoe UI" panose="020B0502040204020203" pitchFamily="34" charset="0"/>
                        </a:rPr>
                        <a:t>(</a:t>
                      </a:r>
                      <a:r>
                        <a:rPr lang="it-IT" sz="1050" b="1" err="1">
                          <a:latin typeface="+mn-lt"/>
                          <a:cs typeface="Segoe UI" panose="020B0502040204020203" pitchFamily="34" charset="0"/>
                        </a:rPr>
                        <a:t>Employee</a:t>
                      </a:r>
                      <a:r>
                        <a:rPr lang="it-IT" sz="1050" b="1">
                          <a:latin typeface="+mn-lt"/>
                          <a:cs typeface="Segoe UI" panose="020B0502040204020203" pitchFamily="34" charset="0"/>
                        </a:rPr>
                        <a:t>)</a:t>
                      </a: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it-IT" sz="1050">
                          <a:latin typeface="+mn-lt"/>
                          <a:cs typeface="Segoe UI" panose="020B0502040204020203" pitchFamily="34" charset="0"/>
                        </a:rPr>
                        <a:t>Non ho nessun obiettivo caricato a sistema, cosa devo fare?</a:t>
                      </a: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it-IT" sz="1050" noProof="0">
                          <a:latin typeface="+mn-lt"/>
                          <a:cs typeface="Segoe UI"/>
                        </a:rPr>
                        <a:t>Se non hai nessun obiettivo a sistema e hai ricevuto il task di </a:t>
                      </a:r>
                      <a:r>
                        <a:rPr lang="it-IT" sz="1050" b="1" noProof="0">
                          <a:latin typeface="+mn-lt"/>
                          <a:cs typeface="Segoe UI"/>
                        </a:rPr>
                        <a:t>«Self Evaluation: </a:t>
                      </a:r>
                      <a:r>
                        <a:rPr lang="it-IT" sz="1050" b="1" noProof="0" err="1">
                          <a:latin typeface="+mn-lt"/>
                          <a:cs typeface="Segoe UI"/>
                        </a:rPr>
                        <a:t>Mid</a:t>
                      </a:r>
                      <a:r>
                        <a:rPr lang="it-IT" sz="1050" b="1" noProof="0">
                          <a:latin typeface="+mn-lt"/>
                          <a:cs typeface="Segoe UI"/>
                        </a:rPr>
                        <a:t> </a:t>
                      </a:r>
                      <a:r>
                        <a:rPr lang="it-IT" sz="1050" b="1" noProof="0" err="1">
                          <a:latin typeface="+mn-lt"/>
                          <a:cs typeface="Segoe UI"/>
                        </a:rPr>
                        <a:t>Year</a:t>
                      </a:r>
                      <a:r>
                        <a:rPr lang="it-IT" sz="1050" b="1" noProof="0">
                          <a:latin typeface="+mn-lt"/>
                          <a:cs typeface="Segoe UI"/>
                        </a:rPr>
                        <a:t> Check-In»</a:t>
                      </a:r>
                      <a:r>
                        <a:rPr lang="it-IT" sz="1050" noProof="0">
                          <a:latin typeface="+mn-lt"/>
                          <a:cs typeface="Segoe UI"/>
                        </a:rPr>
                        <a:t>, dovrai inserire in questa scheda gli obiettivi concordati con la/il Manager.</a:t>
                      </a:r>
                    </a:p>
                  </a:txBody>
                  <a:tcPr anchor="ctr">
                    <a:solidFill>
                      <a:schemeClr val="bg1"/>
                    </a:solidFill>
                  </a:tcPr>
                </a:tc>
                <a:extLst>
                  <a:ext uri="{0D108BD9-81ED-4DB2-BD59-A6C34878D82A}">
                    <a16:rowId xmlns:a16="http://schemas.microsoft.com/office/drawing/2014/main" val="1882290025"/>
                  </a:ext>
                </a:extLst>
              </a:tr>
              <a:tr h="416939">
                <a:tc vMerge="1">
                  <a:txBody>
                    <a:bodyPr/>
                    <a:lstStyle/>
                    <a:p>
                      <a:endParaRPr/>
                    </a:p>
                  </a:txBody>
                  <a:tcPr>
                    <a:no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it-IT" sz="1050">
                          <a:latin typeface="+mn-lt"/>
                          <a:cs typeface="Segoe UI" panose="020B0502040204020203" pitchFamily="34" charset="0"/>
                        </a:rPr>
                        <a:t>Ho aggiornato i miei obiettivi all’interno della Self Evaluation, quando li vedrò nella mia dashboard?</a:t>
                      </a: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it-IT" sz="1050" noProof="0">
                          <a:latin typeface="+mn-lt"/>
                          <a:cs typeface="Segoe UI" panose="020B0502040204020203" pitchFamily="34" charset="0"/>
                        </a:rPr>
                        <a:t>Gli obiettivi aggiornati saranno visibili solo alla conclusione del processo di </a:t>
                      </a:r>
                      <a:r>
                        <a:rPr lang="it-IT" sz="1050" noProof="0" err="1">
                          <a:latin typeface="+mn-lt"/>
                          <a:cs typeface="Segoe UI" panose="020B0502040204020203" pitchFamily="34" charset="0"/>
                        </a:rPr>
                        <a:t>Mid</a:t>
                      </a:r>
                      <a:r>
                        <a:rPr lang="it-IT" sz="1050" noProof="0">
                          <a:latin typeface="+mn-lt"/>
                          <a:cs typeface="Segoe UI" panose="020B0502040204020203" pitchFamily="34" charset="0"/>
                        </a:rPr>
                        <a:t> </a:t>
                      </a:r>
                      <a:r>
                        <a:rPr lang="it-IT" sz="1050" noProof="0" err="1">
                          <a:latin typeface="+mn-lt"/>
                          <a:cs typeface="Segoe UI" panose="020B0502040204020203" pitchFamily="34" charset="0"/>
                        </a:rPr>
                        <a:t>Year</a:t>
                      </a:r>
                      <a:r>
                        <a:rPr lang="it-IT" sz="1050" noProof="0">
                          <a:latin typeface="+mn-lt"/>
                          <a:cs typeface="Segoe UI" panose="020B0502040204020203" pitchFamily="34" charset="0"/>
                        </a:rPr>
                        <a:t> Check - In, quindi dopo aver fatto “</a:t>
                      </a:r>
                      <a:r>
                        <a:rPr lang="it-IT" sz="1050" b="1" noProof="0" err="1">
                          <a:latin typeface="+mn-lt"/>
                          <a:cs typeface="Segoe UI" panose="020B0502040204020203" pitchFamily="34" charset="0"/>
                        </a:rPr>
                        <a:t>Acknowledgement</a:t>
                      </a:r>
                      <a:r>
                        <a:rPr lang="it-IT" sz="1050" noProof="0">
                          <a:latin typeface="+mn-lt"/>
                          <a:cs typeface="Segoe UI" panose="020B0502040204020203" pitchFamily="34" charset="0"/>
                        </a:rPr>
                        <a:t>”, nel tuo profilo </a:t>
                      </a:r>
                      <a:r>
                        <a:rPr lang="it-IT" sz="1050" noProof="0" err="1">
                          <a:latin typeface="+mn-lt"/>
                          <a:cs typeface="Segoe UI" panose="020B0502040204020203" pitchFamily="34" charset="0"/>
                        </a:rPr>
                        <a:t>Perfomance</a:t>
                      </a:r>
                      <a:r>
                        <a:rPr lang="it-IT" sz="1050" noProof="0">
                          <a:latin typeface="+mn-lt"/>
                          <a:cs typeface="Segoe UI" panose="020B0502040204020203" pitchFamily="34" charset="0"/>
                        </a:rPr>
                        <a:t> &gt; Goals.</a:t>
                      </a:r>
                    </a:p>
                  </a:txBody>
                  <a:tcPr anchor="ctr">
                    <a:solidFill>
                      <a:schemeClr val="bg1"/>
                    </a:solidFill>
                  </a:tcPr>
                </a:tc>
                <a:extLst>
                  <a:ext uri="{0D108BD9-81ED-4DB2-BD59-A6C34878D82A}">
                    <a16:rowId xmlns:a16="http://schemas.microsoft.com/office/drawing/2014/main" val="1653325925"/>
                  </a:ext>
                </a:extLst>
              </a:tr>
              <a:tr h="533681">
                <a:tc vMerge="1">
                  <a:txBody>
                    <a:bodyPr/>
                    <a:lstStyle/>
                    <a:p>
                      <a:endParaRPr lang="it-IT"/>
                    </a:p>
                  </a:txBody>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it-IT" sz="1050">
                          <a:latin typeface="+mn-lt"/>
                          <a:cs typeface="Segoe UI" panose="020B0502040204020203" pitchFamily="34" charset="0"/>
                        </a:rPr>
                        <a:t>Nella mia scheda sono presenti degli obiettivi «Cascati» che non sono applicabili per me. Posso modificarli o cancellarli? </a:t>
                      </a: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it-IT" sz="1050" noProof="0">
                          <a:latin typeface="+mn-lt"/>
                          <a:cs typeface="Segoe UI" panose="020B0502040204020203" pitchFamily="34" charset="0"/>
                        </a:rPr>
                        <a:t>È possibile modificarli laddove siano stati impostati come tali da chi ha effettuato il </a:t>
                      </a:r>
                      <a:r>
                        <a:rPr lang="it-IT" sz="1050" noProof="0" err="1">
                          <a:latin typeface="+mn-lt"/>
                          <a:cs typeface="Segoe UI" panose="020B0502040204020203" pitchFamily="34" charset="0"/>
                        </a:rPr>
                        <a:t>cascading</a:t>
                      </a:r>
                      <a:r>
                        <a:rPr lang="it-IT" sz="1050" noProof="0">
                          <a:latin typeface="+mn-lt"/>
                          <a:cs typeface="Segoe UI" panose="020B0502040204020203" pitchFamily="34" charset="0"/>
                        </a:rPr>
                        <a:t>. Dovrai prima di tutto allineare la tua/il tuo Manager rispetto alla tua richiesta di modifica. Nella tua scheda di «Self Evaluation» potrai poi farlo,  selezionando come status </a:t>
                      </a:r>
                      <a:r>
                        <a:rPr lang="it-IT" sz="1050" b="1" noProof="0">
                          <a:latin typeface="+mn-lt"/>
                          <a:cs typeface="Segoe UI" panose="020B0502040204020203" pitchFamily="34" charset="0"/>
                        </a:rPr>
                        <a:t>«Not </a:t>
                      </a:r>
                      <a:r>
                        <a:rPr lang="it-IT" sz="1050" b="1" noProof="0" err="1">
                          <a:latin typeface="+mn-lt"/>
                          <a:cs typeface="Segoe UI" panose="020B0502040204020203" pitchFamily="34" charset="0"/>
                        </a:rPr>
                        <a:t>Applicable</a:t>
                      </a:r>
                      <a:r>
                        <a:rPr lang="it-IT" sz="1050" b="1" noProof="0">
                          <a:latin typeface="+mn-lt"/>
                          <a:cs typeface="Segoe UI" panose="020B0502040204020203" pitchFamily="34" charset="0"/>
                        </a:rPr>
                        <a:t>», peso 0 </a:t>
                      </a:r>
                      <a:r>
                        <a:rPr lang="it-IT" sz="1050" noProof="0">
                          <a:latin typeface="+mn-lt"/>
                          <a:cs typeface="Segoe UI" panose="020B0502040204020203" pitchFamily="34" charset="0"/>
                        </a:rPr>
                        <a:t>e inserendo un commento per motivare la tua azione. </a:t>
                      </a:r>
                    </a:p>
                  </a:txBody>
                  <a:tcPr anchor="ctr">
                    <a:solidFill>
                      <a:schemeClr val="bg1"/>
                    </a:solidFill>
                  </a:tcPr>
                </a:tc>
                <a:extLst>
                  <a:ext uri="{0D108BD9-81ED-4DB2-BD59-A6C34878D82A}">
                    <a16:rowId xmlns:a16="http://schemas.microsoft.com/office/drawing/2014/main" val="2713801"/>
                  </a:ext>
                </a:extLst>
              </a:tr>
              <a:tr h="533681">
                <a:tc vMerge="1">
                  <a:txBody>
                    <a:bodyPr/>
                    <a:lstStyle/>
                    <a:p>
                      <a:endParaRPr lang="it-IT"/>
                    </a:p>
                  </a:txBody>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it-IT" sz="1050">
                          <a:latin typeface="+mn-lt"/>
                          <a:cs typeface="Segoe UI" panose="020B0502040204020203" pitchFamily="34" charset="0"/>
                        </a:rPr>
                        <a:t>Ho degli obiettivi di Development (Sviluppo) che attualmente non sono applicabili, come mi devo comportare? </a:t>
                      </a: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it-IT" sz="1050" noProof="0">
                          <a:latin typeface="+mn-lt"/>
                          <a:cs typeface="Segoe UI" panose="020B0502040204020203" pitchFamily="34" charset="0"/>
                        </a:rPr>
                        <a:t>Puoi procedere ad aggiornare l’obiettivo direttamente nella tua scheda di Self Evaluation selezionando come status «</a:t>
                      </a:r>
                      <a:r>
                        <a:rPr lang="it-IT" sz="1050" b="1" noProof="0">
                          <a:latin typeface="+mn-lt"/>
                          <a:cs typeface="Segoe UI" panose="020B0502040204020203" pitchFamily="34" charset="0"/>
                        </a:rPr>
                        <a:t>Not </a:t>
                      </a:r>
                      <a:r>
                        <a:rPr lang="it-IT" sz="1050" b="1" noProof="0" err="1">
                          <a:latin typeface="+mn-lt"/>
                          <a:cs typeface="Segoe UI" panose="020B0502040204020203" pitchFamily="34" charset="0"/>
                        </a:rPr>
                        <a:t>Started</a:t>
                      </a:r>
                      <a:r>
                        <a:rPr lang="it-IT" sz="1050" noProof="0">
                          <a:latin typeface="+mn-lt"/>
                          <a:cs typeface="Segoe UI" panose="020B0502040204020203" pitchFamily="34" charset="0"/>
                        </a:rPr>
                        <a:t>» e inserendo un commento per motivare l’azione. Per aggiungere un altro obiettivo di sviluppo puoi cliccare su «</a:t>
                      </a:r>
                      <a:r>
                        <a:rPr lang="it-IT" sz="1050" b="1" noProof="0" err="1">
                          <a:latin typeface="+mn-lt"/>
                          <a:cs typeface="Segoe UI" panose="020B0502040204020203" pitchFamily="34" charset="0"/>
                        </a:rPr>
                        <a:t>Add</a:t>
                      </a:r>
                      <a:r>
                        <a:rPr lang="it-IT" sz="1050" noProof="0">
                          <a:latin typeface="+mn-lt"/>
                          <a:cs typeface="Segoe UI" panose="020B0502040204020203" pitchFamily="34" charset="0"/>
                        </a:rPr>
                        <a:t>» e crearne uno nuovo. Ricordati di verificare che il totale dei pesi sia pari a 100.</a:t>
                      </a:r>
                    </a:p>
                  </a:txBody>
                  <a:tcPr anchor="ctr">
                    <a:solidFill>
                      <a:schemeClr val="bg1"/>
                    </a:solidFill>
                  </a:tcPr>
                </a:tc>
                <a:extLst>
                  <a:ext uri="{0D108BD9-81ED-4DB2-BD59-A6C34878D82A}">
                    <a16:rowId xmlns:a16="http://schemas.microsoft.com/office/drawing/2014/main" val="4158583768"/>
                  </a:ext>
                </a:extLst>
              </a:tr>
              <a:tr h="603072">
                <a:tc vMerge="1">
                  <a:txBody>
                    <a:bodyPr/>
                    <a:lstStyle/>
                    <a:p>
                      <a:endParaRPr/>
                    </a:p>
                  </a:txBody>
                  <a:tcPr>
                    <a:no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it-IT" sz="1050">
                          <a:latin typeface="+mn-lt"/>
                          <a:cs typeface="Segoe UI" panose="020B0502040204020203" pitchFamily="34" charset="0"/>
                        </a:rPr>
                        <a:t>Sono appena entrata/o in Eng Group, come mi devo comportare? Devo inserire degli obiettivi e fare la </a:t>
                      </a:r>
                      <a:r>
                        <a:rPr lang="it-IT" sz="1050" err="1">
                          <a:latin typeface="+mn-lt"/>
                          <a:cs typeface="Segoe UI" panose="020B0502040204020203" pitchFamily="34" charset="0"/>
                        </a:rPr>
                        <a:t>Mid</a:t>
                      </a:r>
                      <a:r>
                        <a:rPr lang="it-IT" sz="1050">
                          <a:latin typeface="+mn-lt"/>
                          <a:cs typeface="Segoe UI" panose="020B0502040204020203" pitchFamily="34" charset="0"/>
                        </a:rPr>
                        <a:t> </a:t>
                      </a:r>
                      <a:r>
                        <a:rPr lang="it-IT" sz="1050" err="1">
                          <a:latin typeface="+mn-lt"/>
                          <a:cs typeface="Segoe UI" panose="020B0502040204020203" pitchFamily="34" charset="0"/>
                        </a:rPr>
                        <a:t>Year</a:t>
                      </a:r>
                      <a:r>
                        <a:rPr lang="it-IT" sz="1050">
                          <a:latin typeface="+mn-lt"/>
                          <a:cs typeface="Segoe UI" panose="020B0502040204020203" pitchFamily="34" charset="0"/>
                        </a:rPr>
                        <a:t> Check – In?</a:t>
                      </a: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it-IT" sz="1050" noProof="0">
                          <a:latin typeface="+mn-lt"/>
                          <a:cs typeface="Segoe UI" panose="020B0502040204020203" pitchFamily="34" charset="0"/>
                        </a:rPr>
                        <a:t>Se sei stato/a assunto/a </a:t>
                      </a:r>
                      <a:r>
                        <a:rPr lang="it-IT" sz="1050" b="1" noProof="0">
                          <a:latin typeface="+mn-lt"/>
                          <a:cs typeface="Segoe UI" panose="020B0502040204020203" pitchFamily="34" charset="0"/>
                        </a:rPr>
                        <a:t>dopo il 03/07 </a:t>
                      </a:r>
                      <a:r>
                        <a:rPr lang="it-IT" sz="1050" noProof="0">
                          <a:latin typeface="+mn-lt"/>
                          <a:cs typeface="Segoe UI" panose="020B0502040204020203" pitchFamily="34" charset="0"/>
                        </a:rPr>
                        <a:t>dovrai inserire i tuoi obiettivi nel task di </a:t>
                      </a:r>
                      <a:r>
                        <a:rPr lang="it-IT" sz="1050" noProof="0" err="1">
                          <a:latin typeface="+mn-lt"/>
                          <a:cs typeface="Segoe UI" panose="020B0502040204020203" pitchFamily="34" charset="0"/>
                        </a:rPr>
                        <a:t>Mid</a:t>
                      </a:r>
                      <a:r>
                        <a:rPr lang="it-IT" sz="1050" noProof="0">
                          <a:latin typeface="+mn-lt"/>
                          <a:cs typeface="Segoe UI" panose="020B0502040204020203" pitchFamily="34" charset="0"/>
                        </a:rPr>
                        <a:t> </a:t>
                      </a:r>
                      <a:r>
                        <a:rPr lang="it-IT" sz="1050" noProof="0" err="1">
                          <a:latin typeface="+mn-lt"/>
                          <a:cs typeface="Segoe UI" panose="020B0502040204020203" pitchFamily="34" charset="0"/>
                        </a:rPr>
                        <a:t>Year</a:t>
                      </a:r>
                      <a:r>
                        <a:rPr lang="it-IT" sz="1050" noProof="0">
                          <a:latin typeface="+mn-lt"/>
                          <a:cs typeface="Segoe UI" panose="020B0502040204020203" pitchFamily="34" charset="0"/>
                        </a:rPr>
                        <a:t> Check – In: Self Evaluation dopo averli concordati con la tua/il tuo Manager. </a:t>
                      </a:r>
                    </a:p>
                  </a:txBody>
                  <a:tcPr anchor="ctr">
                    <a:solidFill>
                      <a:schemeClr val="bg1"/>
                    </a:solidFill>
                  </a:tcPr>
                </a:tc>
                <a:extLst>
                  <a:ext uri="{0D108BD9-81ED-4DB2-BD59-A6C34878D82A}">
                    <a16:rowId xmlns:a16="http://schemas.microsoft.com/office/drawing/2014/main" val="3993063250"/>
                  </a:ext>
                </a:extLst>
              </a:tr>
              <a:tr h="416939">
                <a:tc rowSpan="3">
                  <a:txBody>
                    <a:bodyPr/>
                    <a:lstStyle/>
                    <a:p>
                      <a:pPr marL="0" marR="0" lvl="0" indent="0" algn="l" defTabSz="914248" rtl="0" eaLnBrk="1" fontAlgn="auto" latinLnBrk="0" hangingPunct="1">
                        <a:lnSpc>
                          <a:spcPct val="100000"/>
                        </a:lnSpc>
                        <a:spcBef>
                          <a:spcPts val="0"/>
                        </a:spcBef>
                        <a:spcAft>
                          <a:spcPts val="0"/>
                        </a:spcAft>
                        <a:buClrTx/>
                        <a:buSzTx/>
                        <a:buFontTx/>
                        <a:buNone/>
                        <a:tabLst/>
                        <a:defRPr/>
                      </a:pPr>
                      <a:r>
                        <a:rPr lang="it-IT" sz="1050" b="1">
                          <a:latin typeface="+mn-lt"/>
                          <a:cs typeface="Segoe UI" panose="020B0502040204020203" pitchFamily="34" charset="0"/>
                        </a:rPr>
                        <a:t>Self Evaluation</a:t>
                      </a:r>
                    </a:p>
                    <a:p>
                      <a:pPr marL="0" marR="0" lvl="0" indent="0" algn="l" defTabSz="914248" rtl="0" eaLnBrk="1" fontAlgn="auto" latinLnBrk="0" hangingPunct="1">
                        <a:lnSpc>
                          <a:spcPct val="100000"/>
                        </a:lnSpc>
                        <a:spcBef>
                          <a:spcPts val="0"/>
                        </a:spcBef>
                        <a:spcAft>
                          <a:spcPts val="0"/>
                        </a:spcAft>
                        <a:buClrTx/>
                        <a:buSzTx/>
                        <a:buFontTx/>
                        <a:buNone/>
                        <a:tabLst/>
                        <a:defRPr/>
                      </a:pPr>
                      <a:r>
                        <a:rPr lang="it-IT" sz="1050" b="1">
                          <a:latin typeface="+mn-lt"/>
                          <a:cs typeface="Segoe UI" panose="020B0502040204020203" pitchFamily="34" charset="0"/>
                        </a:rPr>
                        <a:t>(</a:t>
                      </a:r>
                      <a:r>
                        <a:rPr lang="it-IT" sz="1050" b="1" err="1">
                          <a:latin typeface="+mn-lt"/>
                          <a:cs typeface="Segoe UI" panose="020B0502040204020203" pitchFamily="34" charset="0"/>
                        </a:rPr>
                        <a:t>Employee</a:t>
                      </a:r>
                      <a:r>
                        <a:rPr lang="it-IT" sz="1050" b="1">
                          <a:latin typeface="+mn-lt"/>
                          <a:cs typeface="Segoe UI" panose="020B0502040204020203" pitchFamily="34" charset="0"/>
                        </a:rPr>
                        <a:t>)</a:t>
                      </a: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it-IT" sz="1050">
                          <a:latin typeface="+mn-lt"/>
                          <a:cs typeface="Segoe UI" panose="020B0502040204020203" pitchFamily="34" charset="0"/>
                        </a:rPr>
                        <a:t>Ho sbagliato a compilare la mia scheda di autovalutazione. Come faccio a tornare indietro?</a:t>
                      </a: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it-IT" sz="1050" noProof="0">
                          <a:latin typeface="+mn-lt"/>
                          <a:cs typeface="Segoe UI" panose="020B0502040204020203" pitchFamily="34" charset="0"/>
                        </a:rPr>
                        <a:t>Solo la/il Manager ha la possibilità di effettuare il </a:t>
                      </a:r>
                      <a:r>
                        <a:rPr lang="it-IT" sz="1050" b="1" noProof="0">
                          <a:latin typeface="+mn-lt"/>
                          <a:cs typeface="Segoe UI" panose="020B0502040204020203" pitchFamily="34" charset="0"/>
                        </a:rPr>
                        <a:t>«</a:t>
                      </a:r>
                      <a:r>
                        <a:rPr lang="it-IT" sz="1050" b="1" noProof="0" err="1">
                          <a:latin typeface="+mn-lt"/>
                          <a:cs typeface="Segoe UI" panose="020B0502040204020203" pitchFamily="34" charset="0"/>
                        </a:rPr>
                        <a:t>Send</a:t>
                      </a:r>
                      <a:r>
                        <a:rPr lang="it-IT" sz="1050" b="1" noProof="0">
                          <a:latin typeface="+mn-lt"/>
                          <a:cs typeface="Segoe UI" panose="020B0502040204020203" pitchFamily="34" charset="0"/>
                        </a:rPr>
                        <a:t> Back» </a:t>
                      </a:r>
                      <a:r>
                        <a:rPr lang="it-IT" sz="1050" noProof="0">
                          <a:latin typeface="+mn-lt"/>
                          <a:cs typeface="Segoe UI" panose="020B0502040204020203" pitchFamily="34" charset="0"/>
                        </a:rPr>
                        <a:t>della scheda ricevuta e rimandarla indietro.  In caso di errore, ti consigliamo di avvisare la/Il Manager il prima possibile in modo che possa rimandarti indietro la scheda.</a:t>
                      </a:r>
                    </a:p>
                  </a:txBody>
                  <a:tcPr anchor="ctr">
                    <a:solidFill>
                      <a:schemeClr val="bg1"/>
                    </a:solidFill>
                  </a:tcPr>
                </a:tc>
                <a:extLst>
                  <a:ext uri="{0D108BD9-81ED-4DB2-BD59-A6C34878D82A}">
                    <a16:rowId xmlns:a16="http://schemas.microsoft.com/office/drawing/2014/main" val="86641908"/>
                  </a:ext>
                </a:extLst>
              </a:tr>
              <a:tr h="392373">
                <a:tc vMerge="1">
                  <a:txBody>
                    <a:bodyPr/>
                    <a:lstStyle/>
                    <a:p>
                      <a:endParaRPr/>
                    </a:p>
                  </a:txBody>
                  <a:tcP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it-IT" sz="1050">
                          <a:latin typeface="+mn-lt"/>
                          <a:cs typeface="Segoe UI" panose="020B0502040204020203" pitchFamily="34" charset="0"/>
                        </a:rPr>
                        <a:t>Ho richiesto un feedback ad un’altra persona, ma nella mia scheda non è visibile, perché?</a:t>
                      </a: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it-IT" sz="1050" noProof="0">
                          <a:latin typeface="+mn-lt"/>
                          <a:cs typeface="Segoe UI" panose="020B0502040204020203" pitchFamily="34" charset="0"/>
                        </a:rPr>
                        <a:t>I feedback inseriti selezionando l’opzione </a:t>
                      </a:r>
                      <a:r>
                        <a:rPr lang="it-IT" sz="1050" b="1" noProof="0">
                          <a:latin typeface="+mn-lt"/>
                          <a:cs typeface="Segoe UI" panose="020B0502040204020203" pitchFamily="34" charset="0"/>
                        </a:rPr>
                        <a:t>«Private» </a:t>
                      </a:r>
                      <a:r>
                        <a:rPr lang="it-IT" sz="1050" b="0" noProof="0">
                          <a:latin typeface="+mn-lt"/>
                          <a:cs typeface="Segoe UI" panose="020B0502040204020203" pitchFamily="34" charset="0"/>
                        </a:rPr>
                        <a:t>non sono visibili nella scheda del </a:t>
                      </a:r>
                      <a:r>
                        <a:rPr lang="it-IT" sz="1050" b="0" noProof="0" err="1">
                          <a:latin typeface="+mn-lt"/>
                          <a:cs typeface="Segoe UI" panose="020B0502040204020203" pitchFamily="34" charset="0"/>
                        </a:rPr>
                        <a:t>Mid</a:t>
                      </a:r>
                      <a:r>
                        <a:rPr lang="it-IT" sz="1050" b="0" noProof="0">
                          <a:latin typeface="+mn-lt"/>
                          <a:cs typeface="Segoe UI" panose="020B0502040204020203" pitchFamily="34" charset="0"/>
                        </a:rPr>
                        <a:t> </a:t>
                      </a:r>
                      <a:r>
                        <a:rPr lang="it-IT" sz="1050" b="0" noProof="0" err="1">
                          <a:latin typeface="+mn-lt"/>
                          <a:cs typeface="Segoe UI" panose="020B0502040204020203" pitchFamily="34" charset="0"/>
                        </a:rPr>
                        <a:t>Year</a:t>
                      </a:r>
                      <a:r>
                        <a:rPr lang="it-IT" sz="1050" b="0" noProof="0">
                          <a:latin typeface="+mn-lt"/>
                          <a:cs typeface="Segoe UI" panose="020B0502040204020203" pitchFamily="34" charset="0"/>
                        </a:rPr>
                        <a:t> check-in. </a:t>
                      </a:r>
                      <a:r>
                        <a:rPr lang="it-IT" sz="1050" noProof="0">
                          <a:latin typeface="+mn-lt"/>
                          <a:cs typeface="Segoe UI" panose="020B0502040204020203" pitchFamily="34" charset="0"/>
                        </a:rPr>
                        <a:t>Ti consigliamo di richiedere il feedback specificando che sia visibile.</a:t>
                      </a:r>
                    </a:p>
                  </a:txBody>
                  <a:tcPr anchor="ctr">
                    <a:solidFill>
                      <a:schemeClr val="bg1"/>
                    </a:solidFill>
                  </a:tcPr>
                </a:tc>
                <a:extLst>
                  <a:ext uri="{0D108BD9-81ED-4DB2-BD59-A6C34878D82A}">
                    <a16:rowId xmlns:a16="http://schemas.microsoft.com/office/drawing/2014/main" val="2411195070"/>
                  </a:ext>
                </a:extLst>
              </a:tr>
              <a:tr h="533681">
                <a:tc vMerge="1">
                  <a:txBody>
                    <a:bodyPr/>
                    <a:lstStyle/>
                    <a:p>
                      <a:pPr marL="0" marR="0" lvl="0" indent="0" algn="l" defTabSz="914248" rtl="0" eaLnBrk="1" fontAlgn="auto" latinLnBrk="0" hangingPunct="1">
                        <a:lnSpc>
                          <a:spcPct val="100000"/>
                        </a:lnSpc>
                        <a:spcBef>
                          <a:spcPts val="0"/>
                        </a:spcBef>
                        <a:spcAft>
                          <a:spcPts val="0"/>
                        </a:spcAft>
                        <a:buClrTx/>
                        <a:buSzTx/>
                        <a:buFontTx/>
                        <a:buNone/>
                        <a:tabLst/>
                        <a:defRPr/>
                      </a:pPr>
                      <a:endParaRPr lang="it-IT" sz="1200" b="1">
                        <a:latin typeface="Segoe UI" panose="020B0502040204020203" pitchFamily="34" charset="0"/>
                        <a:cs typeface="Segoe UI" panose="020B0502040204020203" pitchFamily="34" charset="0"/>
                      </a:endParaRP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it-IT" sz="1050">
                          <a:latin typeface="+mn-lt"/>
                          <a:cs typeface="Segoe UI" panose="020B0502040204020203" pitchFamily="34" charset="0"/>
                        </a:rPr>
                        <a:t>Ho completato la mia scheda di Self Evaluation, ma la mia/il mio Manager non ha ricevuto il task di Manager Evaluation per valutarmi. Ho sbagliato qualcosa?</a:t>
                      </a:r>
                    </a:p>
                  </a:txBody>
                  <a:tcPr anchor="ctr">
                    <a:solidFill>
                      <a:schemeClr val="bg1"/>
                    </a:solidFill>
                  </a:tcPr>
                </a:tc>
                <a:tc>
                  <a:txBody>
                    <a:bodyPr/>
                    <a:lstStyle/>
                    <a:p>
                      <a:pPr marL="0" marR="0" lvl="0" indent="0" algn="l" defTabSz="914248" rtl="0" eaLnBrk="1" fontAlgn="auto" latinLnBrk="0" hangingPunct="1">
                        <a:lnSpc>
                          <a:spcPct val="100000"/>
                        </a:lnSpc>
                        <a:spcBef>
                          <a:spcPts val="400"/>
                        </a:spcBef>
                        <a:spcAft>
                          <a:spcPts val="0"/>
                        </a:spcAft>
                        <a:buClrTx/>
                        <a:buSzTx/>
                        <a:buFont typeface="+mj-lt"/>
                        <a:buNone/>
                        <a:tabLst/>
                        <a:defRPr/>
                      </a:pPr>
                      <a:r>
                        <a:rPr lang="it-IT" sz="1050" noProof="0">
                          <a:latin typeface="+mn-lt"/>
                          <a:cs typeface="Segoe UI" panose="020B0502040204020203" pitchFamily="34" charset="0"/>
                        </a:rPr>
                        <a:t>Se la tua/il tuo Manager non visualizza il task «Manager Evaluation» è perché </a:t>
                      </a:r>
                      <a:r>
                        <a:rPr lang="it-IT" sz="1050" b="1" noProof="0">
                          <a:latin typeface="+mn-lt"/>
                          <a:cs typeface="Segoe UI" panose="020B0502040204020203" pitchFamily="34" charset="0"/>
                        </a:rPr>
                        <a:t>non è stato completato o skippato il task «</a:t>
                      </a:r>
                      <a:r>
                        <a:rPr lang="it-IT" sz="1050" b="1" noProof="0" err="1">
                          <a:latin typeface="+mn-lt"/>
                          <a:cs typeface="Segoe UI" panose="020B0502040204020203" pitchFamily="34" charset="0"/>
                        </a:rPr>
                        <a:t>Get</a:t>
                      </a:r>
                      <a:r>
                        <a:rPr lang="it-IT" sz="1050" b="1" noProof="0">
                          <a:latin typeface="+mn-lt"/>
                          <a:cs typeface="Segoe UI" panose="020B0502040204020203" pitchFamily="34" charset="0"/>
                        </a:rPr>
                        <a:t> </a:t>
                      </a:r>
                      <a:r>
                        <a:rPr lang="it-IT" sz="1050" b="1" noProof="0" err="1">
                          <a:latin typeface="+mn-lt"/>
                          <a:cs typeface="Segoe UI" panose="020B0502040204020203" pitchFamily="34" charset="0"/>
                        </a:rPr>
                        <a:t>Additional</a:t>
                      </a:r>
                      <a:r>
                        <a:rPr lang="it-IT" sz="1050" b="1" noProof="0">
                          <a:latin typeface="+mn-lt"/>
                          <a:cs typeface="Segoe UI" panose="020B0502040204020203" pitchFamily="34" charset="0"/>
                        </a:rPr>
                        <a:t> Manager Evaluation». </a:t>
                      </a:r>
                      <a:r>
                        <a:rPr lang="it-IT" sz="1050" noProof="0">
                          <a:latin typeface="+mn-lt"/>
                          <a:cs typeface="Segoe UI" panose="020B0502040204020203" pitchFamily="34" charset="0"/>
                        </a:rPr>
                        <a:t>Solo dopo aver richiesto il feedback, il/la Manager riuscirà a visualizzare il task per valutarti. </a:t>
                      </a:r>
                    </a:p>
                  </a:txBody>
                  <a:tcPr anchor="ctr">
                    <a:solidFill>
                      <a:schemeClr val="bg1"/>
                    </a:solidFill>
                  </a:tcPr>
                </a:tc>
                <a:extLst>
                  <a:ext uri="{0D108BD9-81ED-4DB2-BD59-A6C34878D82A}">
                    <a16:rowId xmlns:a16="http://schemas.microsoft.com/office/drawing/2014/main" val="181268087"/>
                  </a:ext>
                </a:extLst>
              </a:tr>
            </a:tbl>
          </a:graphicData>
        </a:graphic>
      </p:graphicFrame>
    </p:spTree>
    <p:extLst>
      <p:ext uri="{BB962C8B-B14F-4D97-AF65-F5344CB8AC3E}">
        <p14:creationId xmlns:p14="http://schemas.microsoft.com/office/powerpoint/2010/main" val="3838846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26848-DBBC-03C8-6A2C-C01660705591}"/>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DB7F454-1478-563D-A407-F2E87670AB5B}"/>
              </a:ext>
            </a:extLst>
          </p:cNvPr>
          <p:cNvGraphicFramePr>
            <a:graphicFrameLocks noChangeAspect="1"/>
          </p:cNvGraphicFramePr>
          <p:nvPr>
            <p:custDataLst>
              <p:tags r:id="rId1"/>
            </p:custDataLst>
            <p:extLst>
              <p:ext uri="{D42A27DB-BD31-4B8C-83A1-F6EECF244321}">
                <p14:modId xmlns:p14="http://schemas.microsoft.com/office/powerpoint/2010/main" val="31853609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7" name="think-cell data - do not delete" hidden="1">
                        <a:extLst>
                          <a:ext uri="{FF2B5EF4-FFF2-40B4-BE49-F238E27FC236}">
                            <a16:creationId xmlns:a16="http://schemas.microsoft.com/office/drawing/2014/main" id="{0DB7F454-1478-563D-A407-F2E87670AB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F2A035B-5205-CA60-ADEF-643A3AD4DEC0}"/>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a:t>
            </a:r>
            <a:r>
              <a:rPr lang="it-IT" b="0" err="1"/>
              <a:t>FAQs</a:t>
            </a:r>
            <a:r>
              <a:rPr lang="it-IT" b="0"/>
              <a:t> (2/3)</a:t>
            </a:r>
            <a:endParaRPr lang="en-GB"/>
          </a:p>
        </p:txBody>
      </p:sp>
      <p:sp>
        <p:nvSpPr>
          <p:cNvPr id="3" name="Footer Placeholder 2">
            <a:extLst>
              <a:ext uri="{FF2B5EF4-FFF2-40B4-BE49-F238E27FC236}">
                <a16:creationId xmlns:a16="http://schemas.microsoft.com/office/drawing/2014/main" id="{56B46E2A-9159-BA77-A3BF-EE29285A47CF}"/>
              </a:ext>
            </a:extLst>
          </p:cNvPr>
          <p:cNvSpPr>
            <a:spLocks noGrp="1"/>
          </p:cNvSpPr>
          <p:nvPr>
            <p:ph type="ftr" sz="quarter" idx="14"/>
          </p:nvPr>
        </p:nvSpPr>
        <p:spPr/>
        <p:txBody>
          <a:bodyPr/>
          <a:lstStyle/>
          <a:p>
            <a:endParaRPr lang="it-IT"/>
          </a:p>
        </p:txBody>
      </p:sp>
      <p:sp>
        <p:nvSpPr>
          <p:cNvPr id="4" name="Slide Number Placeholder 3">
            <a:extLst>
              <a:ext uri="{FF2B5EF4-FFF2-40B4-BE49-F238E27FC236}">
                <a16:creationId xmlns:a16="http://schemas.microsoft.com/office/drawing/2014/main" id="{D3D09887-2A9E-5938-07C9-50FE13D4BA08}"/>
              </a:ext>
            </a:extLst>
          </p:cNvPr>
          <p:cNvSpPr>
            <a:spLocks noGrp="1"/>
          </p:cNvSpPr>
          <p:nvPr>
            <p:ph type="sldNum" sz="quarter" idx="15"/>
          </p:nvPr>
        </p:nvSpPr>
        <p:spPr/>
        <p:txBody>
          <a:bodyPr/>
          <a:lstStyle/>
          <a:p>
            <a:fld id="{98BF7C3C-24CC-6140-8A22-738C44F1CFEB}" type="slidenum">
              <a:rPr lang="it-IT" smtClean="0"/>
              <a:pPr/>
              <a:t>51</a:t>
            </a:fld>
            <a:endParaRPr lang="it-IT"/>
          </a:p>
        </p:txBody>
      </p:sp>
      <p:sp>
        <p:nvSpPr>
          <p:cNvPr id="5" name="Text Placeholder 4">
            <a:extLst>
              <a:ext uri="{FF2B5EF4-FFF2-40B4-BE49-F238E27FC236}">
                <a16:creationId xmlns:a16="http://schemas.microsoft.com/office/drawing/2014/main" id="{B297CEE1-57BF-A2AA-A48F-60B286494380}"/>
              </a:ext>
            </a:extLst>
          </p:cNvPr>
          <p:cNvSpPr>
            <a:spLocks noGrp="1"/>
          </p:cNvSpPr>
          <p:nvPr>
            <p:ph type="body" sz="quarter" idx="13"/>
          </p:nvPr>
        </p:nvSpPr>
        <p:spPr/>
        <p:txBody>
          <a:bodyPr/>
          <a:lstStyle/>
          <a:p>
            <a:r>
              <a:rPr lang="it-IT"/>
              <a:t>ENGINEERING </a:t>
            </a:r>
            <a:r>
              <a:rPr lang="it-IT" b="0"/>
              <a:t>/ THE DIGITAL TRANSFORMATION COMPANY</a:t>
            </a:r>
          </a:p>
        </p:txBody>
      </p:sp>
      <p:graphicFrame>
        <p:nvGraphicFramePr>
          <p:cNvPr id="6" name="Table 5">
            <a:extLst>
              <a:ext uri="{FF2B5EF4-FFF2-40B4-BE49-F238E27FC236}">
                <a16:creationId xmlns:a16="http://schemas.microsoft.com/office/drawing/2014/main" id="{1B7B1C9E-8260-DF76-737D-2778F639D04C}"/>
              </a:ext>
            </a:extLst>
          </p:cNvPr>
          <p:cNvGraphicFramePr>
            <a:graphicFrameLocks noGrp="1"/>
          </p:cNvGraphicFramePr>
          <p:nvPr>
            <p:extLst>
              <p:ext uri="{D42A27DB-BD31-4B8C-83A1-F6EECF244321}">
                <p14:modId xmlns:p14="http://schemas.microsoft.com/office/powerpoint/2010/main" val="701328784"/>
              </p:ext>
            </p:extLst>
          </p:nvPr>
        </p:nvGraphicFramePr>
        <p:xfrm>
          <a:off x="701313" y="888965"/>
          <a:ext cx="10912512" cy="4931368"/>
        </p:xfrm>
        <a:graphic>
          <a:graphicData uri="http://schemas.openxmlformats.org/drawingml/2006/table">
            <a:tbl>
              <a:tblPr firstRow="1" bandRow="1">
                <a:tableStyleId>{B301B821-A1FF-4177-AEE7-76D212191A09}</a:tableStyleId>
              </a:tblPr>
              <a:tblGrid>
                <a:gridCol w="1656934">
                  <a:extLst>
                    <a:ext uri="{9D8B030D-6E8A-4147-A177-3AD203B41FA5}">
                      <a16:colId xmlns:a16="http://schemas.microsoft.com/office/drawing/2014/main" val="591978116"/>
                    </a:ext>
                  </a:extLst>
                </a:gridCol>
                <a:gridCol w="3925460">
                  <a:extLst>
                    <a:ext uri="{9D8B030D-6E8A-4147-A177-3AD203B41FA5}">
                      <a16:colId xmlns:a16="http://schemas.microsoft.com/office/drawing/2014/main" val="2565297748"/>
                    </a:ext>
                  </a:extLst>
                </a:gridCol>
                <a:gridCol w="5330118">
                  <a:extLst>
                    <a:ext uri="{9D8B030D-6E8A-4147-A177-3AD203B41FA5}">
                      <a16:colId xmlns:a16="http://schemas.microsoft.com/office/drawing/2014/main" val="4218294998"/>
                    </a:ext>
                  </a:extLst>
                </a:gridCol>
              </a:tblGrid>
              <a:tr h="264573">
                <a:tc>
                  <a:txBody>
                    <a:bodyPr/>
                    <a:lstStyle/>
                    <a:p>
                      <a:r>
                        <a:rPr lang="it-IT" sz="1050">
                          <a:latin typeface="+mn-lt"/>
                          <a:cs typeface="Segoe UI" panose="020B0502040204020203" pitchFamily="34" charset="0"/>
                        </a:rPr>
                        <a:t>Topic</a:t>
                      </a:r>
                    </a:p>
                  </a:txBody>
                  <a:tcPr/>
                </a:tc>
                <a:tc>
                  <a:txBody>
                    <a:bodyPr/>
                    <a:lstStyle/>
                    <a:p>
                      <a:r>
                        <a:rPr lang="it-IT" sz="1050">
                          <a:latin typeface="+mn-lt"/>
                          <a:cs typeface="Segoe UI" panose="020B0502040204020203" pitchFamily="34" charset="0"/>
                        </a:rPr>
                        <a:t>Domanda</a:t>
                      </a:r>
                    </a:p>
                  </a:txBody>
                  <a:tcPr/>
                </a:tc>
                <a:tc>
                  <a:txBody>
                    <a:bodyPr/>
                    <a:lstStyle/>
                    <a:p>
                      <a:pPr marL="0" marR="0" lvl="0" indent="0" algn="l" defTabSz="914248" rtl="0" eaLnBrk="1" fontAlgn="auto" latinLnBrk="0" hangingPunct="1">
                        <a:lnSpc>
                          <a:spcPct val="100000"/>
                        </a:lnSpc>
                        <a:spcBef>
                          <a:spcPts val="0"/>
                        </a:spcBef>
                        <a:spcAft>
                          <a:spcPts val="0"/>
                        </a:spcAft>
                        <a:buClrTx/>
                        <a:buSzTx/>
                        <a:buFontTx/>
                        <a:buNone/>
                        <a:tabLst/>
                        <a:defRPr/>
                      </a:pPr>
                      <a:r>
                        <a:rPr lang="it-IT" sz="1050">
                          <a:latin typeface="+mn-lt"/>
                          <a:cs typeface="Segoe UI" panose="020B0502040204020203" pitchFamily="34" charset="0"/>
                        </a:rPr>
                        <a:t>Risposta</a:t>
                      </a:r>
                    </a:p>
                  </a:txBody>
                  <a:tcPr/>
                </a:tc>
                <a:extLst>
                  <a:ext uri="{0D108BD9-81ED-4DB2-BD59-A6C34878D82A}">
                    <a16:rowId xmlns:a16="http://schemas.microsoft.com/office/drawing/2014/main" val="1176281338"/>
                  </a:ext>
                </a:extLst>
              </a:tr>
              <a:tr h="440955">
                <a:tc rowSpan="7">
                  <a:txBody>
                    <a:bodyPr/>
                    <a:lstStyle/>
                    <a:p>
                      <a:r>
                        <a:rPr lang="it-IT" sz="1050" b="1">
                          <a:latin typeface="+mn-lt"/>
                          <a:cs typeface="Segoe UI" panose="020B0502040204020203" pitchFamily="34" charset="0"/>
                        </a:rPr>
                        <a:t>Richiesta Feedback - </a:t>
                      </a:r>
                      <a:r>
                        <a:rPr lang="it-IT" sz="1050" b="1" err="1">
                          <a:latin typeface="+mn-lt"/>
                          <a:cs typeface="Segoe UI" panose="020B0502040204020203" pitchFamily="34" charset="0"/>
                        </a:rPr>
                        <a:t>Get</a:t>
                      </a:r>
                      <a:r>
                        <a:rPr lang="it-IT" sz="1050" b="1">
                          <a:latin typeface="+mn-lt"/>
                          <a:cs typeface="Segoe UI" panose="020B0502040204020203" pitchFamily="34" charset="0"/>
                        </a:rPr>
                        <a:t> </a:t>
                      </a:r>
                      <a:r>
                        <a:rPr lang="it-IT" sz="1050" b="1" err="1">
                          <a:latin typeface="+mn-lt"/>
                          <a:cs typeface="Segoe UI" panose="020B0502040204020203" pitchFamily="34" charset="0"/>
                        </a:rPr>
                        <a:t>Additional</a:t>
                      </a:r>
                      <a:r>
                        <a:rPr lang="it-IT" sz="1050" b="1">
                          <a:latin typeface="+mn-lt"/>
                          <a:cs typeface="Segoe UI" panose="020B0502040204020203" pitchFamily="34" charset="0"/>
                        </a:rPr>
                        <a:t> Manager Evaluation</a:t>
                      </a: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panose="020B0502040204020203" pitchFamily="34" charset="0"/>
                        </a:rPr>
                        <a:t>È possibile richiedere feedback a più persone nel task di </a:t>
                      </a:r>
                      <a:r>
                        <a:rPr lang="it-IT" sz="1050" err="1">
                          <a:latin typeface="+mn-lt"/>
                          <a:cs typeface="Segoe UI" panose="020B0502040204020203" pitchFamily="34" charset="0"/>
                        </a:rPr>
                        <a:t>Get</a:t>
                      </a:r>
                      <a:r>
                        <a:rPr lang="it-IT" sz="1050">
                          <a:latin typeface="+mn-lt"/>
                          <a:cs typeface="Segoe UI" panose="020B0502040204020203" pitchFamily="34" charset="0"/>
                        </a:rPr>
                        <a:t> </a:t>
                      </a:r>
                      <a:r>
                        <a:rPr lang="it-IT" sz="1050" err="1">
                          <a:latin typeface="+mn-lt"/>
                          <a:cs typeface="Segoe UI" panose="020B0502040204020203" pitchFamily="34" charset="0"/>
                        </a:rPr>
                        <a:t>Additional</a:t>
                      </a:r>
                      <a:r>
                        <a:rPr lang="it-IT" sz="1050">
                          <a:latin typeface="+mn-lt"/>
                          <a:cs typeface="Segoe UI" panose="020B0502040204020203" pitchFamily="34" charset="0"/>
                        </a:rPr>
                        <a:t> Manager Feedback?</a:t>
                      </a:r>
                    </a:p>
                  </a:txBody>
                  <a:tcPr anchor="ctr">
                    <a:noFill/>
                  </a:tcPr>
                </a:tc>
                <a:tc>
                  <a:txBody>
                    <a:bodyPr/>
                    <a:lstStyle/>
                    <a:p>
                      <a:pPr marL="0" marR="0" lvl="0" indent="0" algn="l" rtl="0" eaLnBrk="1" fontAlgn="auto" latinLnBrk="0" hangingPunct="1">
                        <a:lnSpc>
                          <a:spcPct val="100000"/>
                        </a:lnSpc>
                        <a:spcBef>
                          <a:spcPts val="0"/>
                        </a:spcBef>
                        <a:spcAft>
                          <a:spcPts val="0"/>
                        </a:spcAft>
                        <a:buClrTx/>
                        <a:buSzTx/>
                        <a:buFont typeface="+mj-lt"/>
                        <a:buNone/>
                      </a:pPr>
                      <a:r>
                        <a:rPr lang="it-IT" sz="1050">
                          <a:latin typeface="+mn-lt"/>
                          <a:cs typeface="Segoe UI"/>
                        </a:rPr>
                        <a:t>Sì, è possibile scegliere più persone. </a:t>
                      </a:r>
                      <a:endParaRPr lang="it-IT" sz="1050" b="1">
                        <a:latin typeface="+mn-lt"/>
                        <a:cs typeface="Segoe UI"/>
                      </a:endParaRPr>
                    </a:p>
                  </a:txBody>
                  <a:tcPr anchor="ctr">
                    <a:noFill/>
                  </a:tcPr>
                </a:tc>
                <a:extLst>
                  <a:ext uri="{0D108BD9-81ED-4DB2-BD59-A6C34878D82A}">
                    <a16:rowId xmlns:a16="http://schemas.microsoft.com/office/drawing/2014/main" val="2185880402"/>
                  </a:ext>
                </a:extLst>
              </a:tr>
              <a:tr h="440955">
                <a:tc vMerge="1">
                  <a:txBody>
                    <a:bodyPr/>
                    <a:lstStyle/>
                    <a:p>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panose="020B0502040204020203" pitchFamily="34" charset="0"/>
                        </a:rPr>
                        <a:t>Posso richiedere un feedback ad un cliente o terze persone esterne all’azienda? </a:t>
                      </a:r>
                    </a:p>
                  </a:txBody>
                  <a:tcPr anchor="ctr">
                    <a:noFill/>
                  </a:tcPr>
                </a:tc>
                <a:tc>
                  <a:txBody>
                    <a:bodyPr/>
                    <a:lstStyle/>
                    <a:p>
                      <a:pPr marL="0" marR="0" lvl="0" indent="0" algn="l" rtl="0" eaLnBrk="1" fontAlgn="auto" latinLnBrk="0" hangingPunct="1">
                        <a:lnSpc>
                          <a:spcPct val="100000"/>
                        </a:lnSpc>
                        <a:spcBef>
                          <a:spcPts val="0"/>
                        </a:spcBef>
                        <a:spcAft>
                          <a:spcPts val="0"/>
                        </a:spcAft>
                        <a:buClrTx/>
                        <a:buSzTx/>
                        <a:buFont typeface="+mj-lt"/>
                        <a:buNone/>
                      </a:pPr>
                      <a:r>
                        <a:rPr lang="it-IT" sz="1050">
                          <a:latin typeface="+mn-lt"/>
                          <a:cs typeface="Segoe UI"/>
                        </a:rPr>
                        <a:t>Puoi richiedere fuori sistema il feedback a clienti per le tue persone e allegarlo nella sezione «</a:t>
                      </a:r>
                      <a:r>
                        <a:rPr lang="it-IT" sz="1050" err="1">
                          <a:latin typeface="+mn-lt"/>
                          <a:cs typeface="Segoe UI"/>
                        </a:rPr>
                        <a:t>Supporting</a:t>
                      </a:r>
                      <a:r>
                        <a:rPr lang="it-IT" sz="1050">
                          <a:latin typeface="+mn-lt"/>
                          <a:cs typeface="Segoe UI"/>
                        </a:rPr>
                        <a:t> </a:t>
                      </a:r>
                      <a:r>
                        <a:rPr lang="it-IT" sz="1050" err="1">
                          <a:latin typeface="+mn-lt"/>
                          <a:cs typeface="Segoe UI"/>
                        </a:rPr>
                        <a:t>Documents</a:t>
                      </a:r>
                      <a:r>
                        <a:rPr lang="it-IT" sz="1050">
                          <a:latin typeface="+mn-lt"/>
                          <a:cs typeface="Segoe UI"/>
                        </a:rPr>
                        <a:t>».</a:t>
                      </a:r>
                    </a:p>
                  </a:txBody>
                  <a:tcPr anchor="ctr">
                    <a:noFill/>
                  </a:tcPr>
                </a:tc>
                <a:extLst>
                  <a:ext uri="{0D108BD9-81ED-4DB2-BD59-A6C34878D82A}">
                    <a16:rowId xmlns:a16="http://schemas.microsoft.com/office/drawing/2014/main" val="834578527"/>
                  </a:ext>
                </a:extLst>
              </a:tr>
              <a:tr h="644252">
                <a:tc vMerge="1">
                  <a:txBody>
                    <a:bodyPr/>
                    <a:lstStyle/>
                    <a:p>
                      <a:endParaRPr lang="it-IT" sz="1050">
                        <a:latin typeface="Segoe UI" panose="020B0502040204020203" pitchFamily="34" charset="0"/>
                        <a:cs typeface="Segoe UI" panose="020B0502040204020203" pitchFamily="34" charset="0"/>
                      </a:endParaRPr>
                    </a:p>
                  </a:txBody>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panose="020B0502040204020203" pitchFamily="34" charset="0"/>
                        </a:rPr>
                        <a:t>C’è stata una riorganizzazione dell’Unità Organizzativa e non sono più Manager di quella persona. Posso riassegnare il task alla/al Manager corretto?</a:t>
                      </a: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panose="020B0502040204020203" pitchFamily="34" charset="0"/>
                        </a:rPr>
                        <a:t>Puoi riassegnare il task alla persona corretta selezionando </a:t>
                      </a:r>
                      <a:r>
                        <a:rPr lang="it-IT" sz="1050" b="1">
                          <a:latin typeface="+mn-lt"/>
                          <a:cs typeface="Segoe UI" panose="020B0502040204020203" pitchFamily="34" charset="0"/>
                        </a:rPr>
                        <a:t>«</a:t>
                      </a:r>
                      <a:r>
                        <a:rPr lang="it-IT" sz="1050" b="1" err="1">
                          <a:latin typeface="+mn-lt"/>
                          <a:cs typeface="Segoe UI" panose="020B0502040204020203" pitchFamily="34" charset="0"/>
                        </a:rPr>
                        <a:t>Reassign</a:t>
                      </a:r>
                      <a:r>
                        <a:rPr lang="it-IT" sz="1050" b="1">
                          <a:latin typeface="+mn-lt"/>
                          <a:cs typeface="Segoe UI" panose="020B0502040204020203" pitchFamily="34" charset="0"/>
                        </a:rPr>
                        <a:t>»</a:t>
                      </a:r>
                      <a:r>
                        <a:rPr lang="it-IT" sz="1050">
                          <a:latin typeface="+mn-lt"/>
                          <a:cs typeface="Segoe UI" panose="020B0502040204020203" pitchFamily="34" charset="0"/>
                        </a:rPr>
                        <a:t> e inserendo la motivazione della richiesta. Questa sarà poi verificata da HRBP e Talent Admin prima di essere approvata. </a:t>
                      </a:r>
                    </a:p>
                  </a:txBody>
                  <a:tcPr anchor="ctr">
                    <a:noFill/>
                  </a:tcPr>
                </a:tc>
                <a:extLst>
                  <a:ext uri="{0D108BD9-81ED-4DB2-BD59-A6C34878D82A}">
                    <a16:rowId xmlns:a16="http://schemas.microsoft.com/office/drawing/2014/main" val="4261875513"/>
                  </a:ext>
                </a:extLst>
              </a:tr>
              <a:tr h="617337">
                <a:tc vMerge="1">
                  <a:txBody>
                    <a:bodyPr/>
                    <a:lstStyle/>
                    <a:p>
                      <a:endParaRPr lang="it-IT" sz="1050">
                        <a:latin typeface="Segoe UI" panose="020B0502040204020203" pitchFamily="34" charset="0"/>
                        <a:cs typeface="Segoe UI" panose="020B0502040204020203" pitchFamily="34" charset="0"/>
                      </a:endParaRPr>
                    </a:p>
                  </a:txBody>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panose="020B0502040204020203" pitchFamily="34" charset="0"/>
                        </a:rPr>
                        <a:t>Ho sbagliato persona a cui richiedere il feedback e non vedo più il task, come faccio per cancellare la richiesta?</a:t>
                      </a: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panose="020B0502040204020203" pitchFamily="34" charset="0"/>
                        </a:rPr>
                        <a:t>Se hai assegnato per errore il task </a:t>
                      </a:r>
                      <a:r>
                        <a:rPr lang="it-IT" sz="1050" err="1">
                          <a:latin typeface="+mn-lt"/>
                          <a:cs typeface="Segoe UI" panose="020B0502040204020203" pitchFamily="34" charset="0"/>
                        </a:rPr>
                        <a:t>Get</a:t>
                      </a:r>
                      <a:r>
                        <a:rPr lang="it-IT" sz="1050">
                          <a:latin typeface="+mn-lt"/>
                          <a:cs typeface="Segoe UI" panose="020B0502040204020203" pitchFamily="34" charset="0"/>
                        </a:rPr>
                        <a:t> </a:t>
                      </a:r>
                      <a:r>
                        <a:rPr lang="it-IT" sz="1050" err="1">
                          <a:latin typeface="+mn-lt"/>
                          <a:cs typeface="Segoe UI" panose="020B0502040204020203" pitchFamily="34" charset="0"/>
                        </a:rPr>
                        <a:t>Additional</a:t>
                      </a:r>
                      <a:r>
                        <a:rPr lang="it-IT" sz="1050">
                          <a:latin typeface="+mn-lt"/>
                          <a:cs typeface="Segoe UI" panose="020B0502040204020203" pitchFamily="34" charset="0"/>
                        </a:rPr>
                        <a:t> Manager Evaluation alla persona sbagliata, trattandosi di un task non obbligatorio, </a:t>
                      </a:r>
                      <a:r>
                        <a:rPr lang="it-IT" sz="1050" b="1">
                          <a:latin typeface="+mn-lt"/>
                          <a:cs typeface="Segoe UI" panose="020B0502040204020203" pitchFamily="34" charset="0"/>
                        </a:rPr>
                        <a:t>non è possibile annullarlo o rimandarlo indietro. </a:t>
                      </a:r>
                    </a:p>
                    <a:p>
                      <a:pPr marL="0" marR="0" lvl="0" indent="0" algn="l" defTabSz="914248" rtl="0" eaLnBrk="1" fontAlgn="auto" latinLnBrk="0" hangingPunct="1">
                        <a:lnSpc>
                          <a:spcPct val="100000"/>
                        </a:lnSpc>
                        <a:spcBef>
                          <a:spcPts val="0"/>
                        </a:spcBef>
                        <a:spcAft>
                          <a:spcPts val="0"/>
                        </a:spcAft>
                        <a:buClrTx/>
                        <a:buSzTx/>
                        <a:buFont typeface="+mj-lt"/>
                        <a:buNone/>
                        <a:tabLst/>
                        <a:defRPr/>
                      </a:pPr>
                      <a:endParaRPr lang="it-IT" sz="1050">
                        <a:latin typeface="+mn-lt"/>
                        <a:cs typeface="Segoe UI" panose="020B0502040204020203" pitchFamily="34" charset="0"/>
                      </a:endParaRPr>
                    </a:p>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panose="020B0502040204020203" pitchFamily="34" charset="0"/>
                        </a:rPr>
                        <a:t>Come Manager, puoi avvisare direttamente la persona che ha ricevuto la richiesta per errore, spiegando che non deve intraprendere alcuna azione. Se desideri invece richiedere il feedback alla persona corretta, puoi farlo utilizzando il task </a:t>
                      </a:r>
                      <a:r>
                        <a:rPr lang="it-IT" sz="1050" err="1">
                          <a:latin typeface="+mn-lt"/>
                          <a:cs typeface="Segoe UI" panose="020B0502040204020203" pitchFamily="34" charset="0"/>
                        </a:rPr>
                        <a:t>Get</a:t>
                      </a:r>
                      <a:r>
                        <a:rPr lang="it-IT" sz="1050">
                          <a:latin typeface="+mn-lt"/>
                          <a:cs typeface="Segoe UI" panose="020B0502040204020203" pitchFamily="34" charset="0"/>
                        </a:rPr>
                        <a:t> Feedback on Worker.</a:t>
                      </a:r>
                    </a:p>
                  </a:txBody>
                  <a:tcPr anchor="ctr">
                    <a:noFill/>
                  </a:tcPr>
                </a:tc>
                <a:extLst>
                  <a:ext uri="{0D108BD9-81ED-4DB2-BD59-A6C34878D82A}">
                    <a16:rowId xmlns:a16="http://schemas.microsoft.com/office/drawing/2014/main" val="2094569957"/>
                  </a:ext>
                </a:extLst>
              </a:tr>
              <a:tr h="793719">
                <a:tc vMerge="1">
                  <a:txBody>
                    <a:bodyPr/>
                    <a:lstStyle/>
                    <a:p>
                      <a:endParaRPr lang="it-IT" sz="1200" b="1">
                        <a:latin typeface="Segoe UI" panose="020B0502040204020203" pitchFamily="34" charset="0"/>
                        <a:cs typeface="Segoe UI" panose="020B0502040204020203" pitchFamily="34" charset="0"/>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panose="020B0502040204020203" pitchFamily="34" charset="0"/>
                        </a:rPr>
                        <a:t>Ho richiesto il feedback per una mia persona direttamente dalla sezione «Feedback», ma il task della </a:t>
                      </a:r>
                      <a:r>
                        <a:rPr lang="it-IT" sz="1050" err="1">
                          <a:latin typeface="+mn-lt"/>
                          <a:cs typeface="Segoe UI" panose="020B0502040204020203" pitchFamily="34" charset="0"/>
                        </a:rPr>
                        <a:t>Mid</a:t>
                      </a:r>
                      <a:r>
                        <a:rPr lang="it-IT" sz="1050">
                          <a:latin typeface="+mn-lt"/>
                          <a:cs typeface="Segoe UI" panose="020B0502040204020203" pitchFamily="34" charset="0"/>
                        </a:rPr>
                        <a:t> </a:t>
                      </a:r>
                      <a:r>
                        <a:rPr lang="it-IT" sz="1050" err="1">
                          <a:latin typeface="+mn-lt"/>
                          <a:cs typeface="Segoe UI" panose="020B0502040204020203" pitchFamily="34" charset="0"/>
                        </a:rPr>
                        <a:t>Year</a:t>
                      </a:r>
                      <a:r>
                        <a:rPr lang="it-IT" sz="1050">
                          <a:latin typeface="+mn-lt"/>
                          <a:cs typeface="Segoe UI" panose="020B0502040204020203" pitchFamily="34" charset="0"/>
                        </a:rPr>
                        <a:t> risulta ancora non completato. Posso saltare questo task oppure no? </a:t>
                      </a: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panose="020B0502040204020203" pitchFamily="34" charset="0"/>
                        </a:rPr>
                        <a:t>In questo caso, è possibile saltare questo task cliccando su </a:t>
                      </a:r>
                      <a:r>
                        <a:rPr lang="it-IT" sz="1050" b="1">
                          <a:latin typeface="+mn-lt"/>
                          <a:cs typeface="Segoe UI" panose="020B0502040204020203" pitchFamily="34" charset="0"/>
                        </a:rPr>
                        <a:t>«Skip task» </a:t>
                      </a:r>
                      <a:r>
                        <a:rPr lang="it-IT" sz="1050">
                          <a:latin typeface="+mn-lt"/>
                          <a:cs typeface="Segoe UI" panose="020B0502040204020203" pitchFamily="34" charset="0"/>
                        </a:rPr>
                        <a:t>per passare allo step successivo. L’importante è che ogni persona abbia ricevuto almeno un feedback utile per la valutazione.</a:t>
                      </a:r>
                    </a:p>
                  </a:txBody>
                  <a:tcPr anchor="ctr">
                    <a:noFill/>
                  </a:tcPr>
                </a:tc>
                <a:extLst>
                  <a:ext uri="{0D108BD9-81ED-4DB2-BD59-A6C34878D82A}">
                    <a16:rowId xmlns:a16="http://schemas.microsoft.com/office/drawing/2014/main" val="2108694588"/>
                  </a:ext>
                </a:extLst>
              </a:tr>
              <a:tr h="647677">
                <a:tc vMerge="1">
                  <a:txBody>
                    <a:bodyPr/>
                    <a:lstStyle/>
                    <a:p>
                      <a:endParaRPr lang="it-IT" sz="1100" b="1">
                        <a:latin typeface="Segoe UI" panose="020B0502040204020203" pitchFamily="34" charset="0"/>
                        <a:cs typeface="Segoe UI" panose="020B0502040204020203" pitchFamily="34" charset="0"/>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panose="020B0502040204020203" pitchFamily="34" charset="0"/>
                        </a:rPr>
                        <a:t>Non so a chi chiedere feedback per le persone del mio team, dato che lavorano tutte direttamente con me. A chi posso richiedere i feedback?</a:t>
                      </a: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panose="020B0502040204020203" pitchFamily="34" charset="0"/>
                        </a:rPr>
                        <a:t>In questo caso, per i profili più junior del tuo team puoi chiedere un feedback a quelli più Senior. Potrai chiedere feedback a Clienti o terze parti (es. fornitori, partner) per i profili che si interfacciano maggiormente con loro.</a:t>
                      </a:r>
                    </a:p>
                  </a:txBody>
                  <a:tcPr anchor="ctr">
                    <a:noFill/>
                  </a:tcPr>
                </a:tc>
                <a:extLst>
                  <a:ext uri="{0D108BD9-81ED-4DB2-BD59-A6C34878D82A}">
                    <a16:rowId xmlns:a16="http://schemas.microsoft.com/office/drawing/2014/main" val="3624669135"/>
                  </a:ext>
                </a:extLst>
              </a:tr>
              <a:tr h="647677">
                <a:tc vMerge="1">
                  <a:txBody>
                    <a:bodyPr/>
                    <a:lstStyle/>
                    <a:p>
                      <a:endParaRPr lang="it-IT" sz="1050" b="1">
                        <a:latin typeface="+mn-lt"/>
                        <a:cs typeface="Segoe UI" panose="020B0502040204020203" pitchFamily="34" charset="0"/>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panose="020B0502040204020203" pitchFamily="34" charset="0"/>
                        </a:rPr>
                        <a:t>Ho ricevuto per sbaglio il task per dare un feedback ad un persona: come faccio a declinarlo?</a:t>
                      </a: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panose="020B0502040204020203" pitchFamily="34" charset="0"/>
                        </a:rPr>
                        <a:t>Se per errore hai ricevuto il task </a:t>
                      </a:r>
                      <a:r>
                        <a:rPr lang="it-IT" sz="1050" err="1">
                          <a:latin typeface="+mn-lt"/>
                          <a:cs typeface="Segoe UI" panose="020B0502040204020203" pitchFamily="34" charset="0"/>
                        </a:rPr>
                        <a:t>Get</a:t>
                      </a:r>
                      <a:r>
                        <a:rPr lang="it-IT" sz="1050">
                          <a:latin typeface="+mn-lt"/>
                          <a:cs typeface="Segoe UI" panose="020B0502040204020203" pitchFamily="34" charset="0"/>
                        </a:rPr>
                        <a:t> </a:t>
                      </a:r>
                      <a:r>
                        <a:rPr lang="it-IT" sz="1050" err="1">
                          <a:latin typeface="+mn-lt"/>
                          <a:cs typeface="Segoe UI" panose="020B0502040204020203" pitchFamily="34" charset="0"/>
                        </a:rPr>
                        <a:t>Additional</a:t>
                      </a:r>
                      <a:r>
                        <a:rPr lang="it-IT" sz="1050">
                          <a:latin typeface="+mn-lt"/>
                          <a:cs typeface="Segoe UI" panose="020B0502040204020203" pitchFamily="34" charset="0"/>
                        </a:rPr>
                        <a:t> Manager Feedback, trattandosi di un task non obbligatorio, </a:t>
                      </a:r>
                      <a:r>
                        <a:rPr lang="it-IT" sz="1050" b="1">
                          <a:latin typeface="+mn-lt"/>
                          <a:cs typeface="Segoe UI" panose="020B0502040204020203" pitchFamily="34" charset="0"/>
                        </a:rPr>
                        <a:t>non è possibile annullarlo o rimandarlo indietro</a:t>
                      </a:r>
                      <a:r>
                        <a:rPr lang="it-IT" sz="1050">
                          <a:latin typeface="+mn-lt"/>
                          <a:cs typeface="Segoe UI" panose="020B0502040204020203" pitchFamily="34" charset="0"/>
                        </a:rPr>
                        <a:t>. Puoi semplicemente</a:t>
                      </a:r>
                      <a:r>
                        <a:rPr lang="it-IT" sz="1050" b="1">
                          <a:latin typeface="+mn-lt"/>
                          <a:cs typeface="Segoe UI" panose="020B0502040204020203" pitchFamily="34" charset="0"/>
                        </a:rPr>
                        <a:t> ignorarlo ed eventualmente avvisare la persona che te l'ha assegnato dell'errore.</a:t>
                      </a:r>
                    </a:p>
                  </a:txBody>
                  <a:tcPr anchor="ctr">
                    <a:noFill/>
                  </a:tcPr>
                </a:tc>
                <a:extLst>
                  <a:ext uri="{0D108BD9-81ED-4DB2-BD59-A6C34878D82A}">
                    <a16:rowId xmlns:a16="http://schemas.microsoft.com/office/drawing/2014/main" val="4113454850"/>
                  </a:ext>
                </a:extLst>
              </a:tr>
            </a:tbl>
          </a:graphicData>
        </a:graphic>
      </p:graphicFrame>
    </p:spTree>
    <p:extLst>
      <p:ext uri="{BB962C8B-B14F-4D97-AF65-F5344CB8AC3E}">
        <p14:creationId xmlns:p14="http://schemas.microsoft.com/office/powerpoint/2010/main" val="20494025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43A44-FED7-26A7-A2E2-55032A23CA1A}"/>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51EB8EF0-A61C-22C6-1808-AF20AC2D714C}"/>
              </a:ext>
            </a:extLst>
          </p:cNvPr>
          <p:cNvGraphicFramePr>
            <a:graphicFrameLocks noChangeAspect="1"/>
          </p:cNvGraphicFramePr>
          <p:nvPr>
            <p:custDataLst>
              <p:tags r:id="rId1"/>
            </p:custDataLst>
            <p:extLst>
              <p:ext uri="{D42A27DB-BD31-4B8C-83A1-F6EECF244321}">
                <p14:modId xmlns:p14="http://schemas.microsoft.com/office/powerpoint/2010/main" val="33033205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7" name="think-cell data - do not delete" hidden="1">
                        <a:extLst>
                          <a:ext uri="{FF2B5EF4-FFF2-40B4-BE49-F238E27FC236}">
                            <a16:creationId xmlns:a16="http://schemas.microsoft.com/office/drawing/2014/main" id="{51EB8EF0-A61C-22C6-1808-AF20AC2D714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136D5E0-D52D-CFC8-29E5-F6D1E2D1625E}"/>
              </a:ext>
            </a:extLst>
          </p:cNvPr>
          <p:cNvSpPr>
            <a:spLocks noGrp="1"/>
          </p:cNvSpPr>
          <p:nvPr>
            <p:ph type="title"/>
          </p:nvPr>
        </p:nvSpPr>
        <p:spPr/>
        <p:txBody>
          <a:bodyPr vert="horz"/>
          <a:lstStyle/>
          <a:p>
            <a:r>
              <a:rPr lang="it-IT" err="1"/>
              <a:t>Mid</a:t>
            </a:r>
            <a:r>
              <a:rPr lang="it-IT"/>
              <a:t> </a:t>
            </a:r>
            <a:r>
              <a:rPr lang="it-IT" err="1"/>
              <a:t>Year</a:t>
            </a:r>
            <a:r>
              <a:rPr lang="it-IT"/>
              <a:t> Check – In </a:t>
            </a:r>
            <a:r>
              <a:rPr lang="it-IT" b="0"/>
              <a:t>/ </a:t>
            </a:r>
            <a:r>
              <a:rPr lang="it-IT" b="0" err="1"/>
              <a:t>FAQs</a:t>
            </a:r>
            <a:r>
              <a:rPr lang="it-IT" b="0"/>
              <a:t> (3/3)</a:t>
            </a:r>
            <a:endParaRPr lang="en-GB"/>
          </a:p>
        </p:txBody>
      </p:sp>
      <p:sp>
        <p:nvSpPr>
          <p:cNvPr id="3" name="Footer Placeholder 2">
            <a:extLst>
              <a:ext uri="{FF2B5EF4-FFF2-40B4-BE49-F238E27FC236}">
                <a16:creationId xmlns:a16="http://schemas.microsoft.com/office/drawing/2014/main" id="{75A21E02-E60E-115E-02FC-0D2ADAA0D9E8}"/>
              </a:ext>
            </a:extLst>
          </p:cNvPr>
          <p:cNvSpPr>
            <a:spLocks noGrp="1"/>
          </p:cNvSpPr>
          <p:nvPr>
            <p:ph type="ftr" sz="quarter" idx="14"/>
          </p:nvPr>
        </p:nvSpPr>
        <p:spPr/>
        <p:txBody>
          <a:bodyPr/>
          <a:lstStyle/>
          <a:p>
            <a:endParaRPr lang="it-IT"/>
          </a:p>
        </p:txBody>
      </p:sp>
      <p:sp>
        <p:nvSpPr>
          <p:cNvPr id="4" name="Slide Number Placeholder 3">
            <a:extLst>
              <a:ext uri="{FF2B5EF4-FFF2-40B4-BE49-F238E27FC236}">
                <a16:creationId xmlns:a16="http://schemas.microsoft.com/office/drawing/2014/main" id="{755F9162-53D5-8D32-ED1F-F6E677FD3262}"/>
              </a:ext>
            </a:extLst>
          </p:cNvPr>
          <p:cNvSpPr>
            <a:spLocks noGrp="1"/>
          </p:cNvSpPr>
          <p:nvPr>
            <p:ph type="sldNum" sz="quarter" idx="15"/>
          </p:nvPr>
        </p:nvSpPr>
        <p:spPr/>
        <p:txBody>
          <a:bodyPr/>
          <a:lstStyle/>
          <a:p>
            <a:fld id="{98BF7C3C-24CC-6140-8A22-738C44F1CFEB}" type="slidenum">
              <a:rPr lang="it-IT" smtClean="0"/>
              <a:pPr/>
              <a:t>52</a:t>
            </a:fld>
            <a:endParaRPr lang="it-IT"/>
          </a:p>
        </p:txBody>
      </p:sp>
      <p:sp>
        <p:nvSpPr>
          <p:cNvPr id="5" name="Text Placeholder 4">
            <a:extLst>
              <a:ext uri="{FF2B5EF4-FFF2-40B4-BE49-F238E27FC236}">
                <a16:creationId xmlns:a16="http://schemas.microsoft.com/office/drawing/2014/main" id="{C5914903-EA7C-0E3C-0247-ED4EE4F87E3B}"/>
              </a:ext>
            </a:extLst>
          </p:cNvPr>
          <p:cNvSpPr>
            <a:spLocks noGrp="1"/>
          </p:cNvSpPr>
          <p:nvPr>
            <p:ph type="body" sz="quarter" idx="13"/>
          </p:nvPr>
        </p:nvSpPr>
        <p:spPr/>
        <p:txBody>
          <a:bodyPr/>
          <a:lstStyle/>
          <a:p>
            <a:r>
              <a:rPr lang="it-IT"/>
              <a:t>ENGINEERING </a:t>
            </a:r>
            <a:r>
              <a:rPr lang="it-IT" b="0"/>
              <a:t>/ THE DIGITAL TRANSFORMATION COMPANY</a:t>
            </a:r>
          </a:p>
        </p:txBody>
      </p:sp>
      <p:graphicFrame>
        <p:nvGraphicFramePr>
          <p:cNvPr id="9" name="Table 8">
            <a:extLst>
              <a:ext uri="{FF2B5EF4-FFF2-40B4-BE49-F238E27FC236}">
                <a16:creationId xmlns:a16="http://schemas.microsoft.com/office/drawing/2014/main" id="{A9AB3A41-BCFF-F1A6-AF36-DD87BC37DDD0}"/>
              </a:ext>
            </a:extLst>
          </p:cNvPr>
          <p:cNvGraphicFramePr>
            <a:graphicFrameLocks noGrp="1"/>
          </p:cNvGraphicFramePr>
          <p:nvPr>
            <p:extLst>
              <p:ext uri="{D42A27DB-BD31-4B8C-83A1-F6EECF244321}">
                <p14:modId xmlns:p14="http://schemas.microsoft.com/office/powerpoint/2010/main" val="2282971107"/>
              </p:ext>
            </p:extLst>
          </p:nvPr>
        </p:nvGraphicFramePr>
        <p:xfrm>
          <a:off x="701313" y="888965"/>
          <a:ext cx="10912512" cy="4980042"/>
        </p:xfrm>
        <a:graphic>
          <a:graphicData uri="http://schemas.openxmlformats.org/drawingml/2006/table">
            <a:tbl>
              <a:tblPr firstRow="1" bandRow="1">
                <a:tableStyleId>{B301B821-A1FF-4177-AEE7-76D212191A09}</a:tableStyleId>
              </a:tblPr>
              <a:tblGrid>
                <a:gridCol w="1656934">
                  <a:extLst>
                    <a:ext uri="{9D8B030D-6E8A-4147-A177-3AD203B41FA5}">
                      <a16:colId xmlns:a16="http://schemas.microsoft.com/office/drawing/2014/main" val="591978116"/>
                    </a:ext>
                  </a:extLst>
                </a:gridCol>
                <a:gridCol w="3925460">
                  <a:extLst>
                    <a:ext uri="{9D8B030D-6E8A-4147-A177-3AD203B41FA5}">
                      <a16:colId xmlns:a16="http://schemas.microsoft.com/office/drawing/2014/main" val="2565297748"/>
                    </a:ext>
                  </a:extLst>
                </a:gridCol>
                <a:gridCol w="5330118">
                  <a:extLst>
                    <a:ext uri="{9D8B030D-6E8A-4147-A177-3AD203B41FA5}">
                      <a16:colId xmlns:a16="http://schemas.microsoft.com/office/drawing/2014/main" val="4218294998"/>
                    </a:ext>
                  </a:extLst>
                </a:gridCol>
              </a:tblGrid>
              <a:tr h="255686">
                <a:tc>
                  <a:txBody>
                    <a:bodyPr/>
                    <a:lstStyle/>
                    <a:p>
                      <a:r>
                        <a:rPr lang="it-IT" sz="1050">
                          <a:latin typeface="+mn-lt"/>
                          <a:cs typeface="Segoe UI" panose="020B0502040204020203" pitchFamily="34" charset="0"/>
                        </a:rPr>
                        <a:t>Topic</a:t>
                      </a:r>
                    </a:p>
                  </a:txBody>
                  <a:tcPr/>
                </a:tc>
                <a:tc>
                  <a:txBody>
                    <a:bodyPr/>
                    <a:lstStyle/>
                    <a:p>
                      <a:r>
                        <a:rPr lang="it-IT" sz="1050">
                          <a:latin typeface="+mn-lt"/>
                          <a:cs typeface="Segoe UI" panose="020B0502040204020203" pitchFamily="34" charset="0"/>
                        </a:rPr>
                        <a:t>Domanda</a:t>
                      </a:r>
                    </a:p>
                  </a:txBody>
                  <a:tcPr/>
                </a:tc>
                <a:tc>
                  <a:txBody>
                    <a:bodyPr/>
                    <a:lstStyle/>
                    <a:p>
                      <a:pPr marL="0" marR="0" lvl="0" indent="0" algn="l" defTabSz="914248" rtl="0" eaLnBrk="1" fontAlgn="auto" latinLnBrk="0" hangingPunct="1">
                        <a:lnSpc>
                          <a:spcPct val="100000"/>
                        </a:lnSpc>
                        <a:spcBef>
                          <a:spcPts val="0"/>
                        </a:spcBef>
                        <a:spcAft>
                          <a:spcPts val="0"/>
                        </a:spcAft>
                        <a:buClrTx/>
                        <a:buSzTx/>
                        <a:buFontTx/>
                        <a:buNone/>
                        <a:tabLst/>
                        <a:defRPr/>
                      </a:pPr>
                      <a:r>
                        <a:rPr lang="it-IT" sz="1050">
                          <a:latin typeface="+mn-lt"/>
                          <a:cs typeface="Segoe UI" panose="020B0502040204020203" pitchFamily="34" charset="0"/>
                        </a:rPr>
                        <a:t>Risposta</a:t>
                      </a:r>
                    </a:p>
                  </a:txBody>
                  <a:tcPr/>
                </a:tc>
                <a:extLst>
                  <a:ext uri="{0D108BD9-81ED-4DB2-BD59-A6C34878D82A}">
                    <a16:rowId xmlns:a16="http://schemas.microsoft.com/office/drawing/2014/main" val="1176281338"/>
                  </a:ext>
                </a:extLst>
              </a:tr>
              <a:tr h="508770">
                <a:tc rowSpan="3">
                  <a:txBody>
                    <a:bodyPr/>
                    <a:lstStyle/>
                    <a:p>
                      <a:r>
                        <a:rPr lang="it-IT" sz="1050" b="1">
                          <a:latin typeface="+mn-lt"/>
                          <a:cs typeface="Segoe UI" panose="020B0502040204020203" pitchFamily="34" charset="0"/>
                        </a:rPr>
                        <a:t>Manager Evaluation</a:t>
                      </a:r>
                    </a:p>
                    <a:p>
                      <a:r>
                        <a:rPr lang="it-IT" sz="1050" b="1">
                          <a:latin typeface="+mn-lt"/>
                          <a:cs typeface="Segoe UI" panose="020B0502040204020203" pitchFamily="34" charset="0"/>
                        </a:rPr>
                        <a:t>(Manager)</a:t>
                      </a: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panose="020B0502040204020203" pitchFamily="34" charset="0"/>
                        </a:rPr>
                        <a:t>Una volta che ho completato la valutazione, devo subito fissare l’incontro con la persona? </a:t>
                      </a:r>
                    </a:p>
                  </a:txBody>
                  <a:tcPr anchor="ctr">
                    <a:noFill/>
                  </a:tcPr>
                </a:tc>
                <a:tc>
                  <a:txBody>
                    <a:bodyPr/>
                    <a:lstStyle/>
                    <a:p>
                      <a:pPr marL="0" marR="0" lvl="0" indent="0" algn="l" rtl="0" eaLnBrk="1" fontAlgn="auto" latinLnBrk="0" hangingPunct="1">
                        <a:lnSpc>
                          <a:spcPct val="100000"/>
                        </a:lnSpc>
                        <a:spcBef>
                          <a:spcPts val="0"/>
                        </a:spcBef>
                        <a:spcAft>
                          <a:spcPts val="0"/>
                        </a:spcAft>
                        <a:buClrTx/>
                        <a:buSzTx/>
                        <a:buFont typeface="+mj-lt"/>
                        <a:buNone/>
                      </a:pPr>
                      <a:r>
                        <a:rPr lang="it-IT" sz="1050">
                          <a:latin typeface="+mn-lt"/>
                          <a:cs typeface="Segoe UI"/>
                        </a:rPr>
                        <a:t>Ad ogni Manager è richiesto fissare un momento individuale con ogni persona del proprio team. L’incontro può essere svolto una volta completata la review con il rating di sintesi «on track – off track».</a:t>
                      </a:r>
                    </a:p>
                  </a:txBody>
                  <a:tcPr anchor="ctr">
                    <a:noFill/>
                  </a:tcPr>
                </a:tc>
                <a:extLst>
                  <a:ext uri="{0D108BD9-81ED-4DB2-BD59-A6C34878D82A}">
                    <a16:rowId xmlns:a16="http://schemas.microsoft.com/office/drawing/2014/main" val="1057320705"/>
                  </a:ext>
                </a:extLst>
              </a:tr>
              <a:tr h="427654">
                <a:tc vMerge="1">
                  <a:txBody>
                    <a:bodyPr/>
                    <a:lstStyle/>
                    <a:p>
                      <a:endParaRPr lang="it-IT" sz="1200" b="1">
                        <a:latin typeface="Segoe UI" panose="020B0502040204020203" pitchFamily="34" charset="0"/>
                        <a:cs typeface="Segoe UI" panose="020B0502040204020203" pitchFamily="34" charset="0"/>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panose="020B0502040204020203" pitchFamily="34" charset="0"/>
                        </a:rPr>
                        <a:t>Ho completato il task «Manager Evaluation» e ho ricevuto il task «To Do 1:1». Devo subito cliccare «</a:t>
                      </a:r>
                      <a:r>
                        <a:rPr lang="it-IT" sz="1050" err="1">
                          <a:latin typeface="+mn-lt"/>
                          <a:cs typeface="Segoe UI" panose="020B0502040204020203" pitchFamily="34" charset="0"/>
                        </a:rPr>
                        <a:t>Submit</a:t>
                      </a:r>
                      <a:r>
                        <a:rPr lang="it-IT" sz="1050">
                          <a:latin typeface="+mn-lt"/>
                          <a:cs typeface="Segoe UI" panose="020B0502040204020203" pitchFamily="34" charset="0"/>
                        </a:rPr>
                        <a:t>»? </a:t>
                      </a:r>
                    </a:p>
                  </a:txBody>
                  <a:tcPr anchor="ctr">
                    <a:noFill/>
                  </a:tcPr>
                </a:tc>
                <a:tc>
                  <a:txBody>
                    <a:bodyPr/>
                    <a:lstStyle/>
                    <a:p>
                      <a:pPr marL="0" marR="0" lvl="0" indent="0" algn="l" rtl="0" eaLnBrk="1" fontAlgn="auto" latinLnBrk="0" hangingPunct="1">
                        <a:lnSpc>
                          <a:spcPct val="100000"/>
                        </a:lnSpc>
                        <a:spcBef>
                          <a:spcPts val="0"/>
                        </a:spcBef>
                        <a:spcAft>
                          <a:spcPts val="0"/>
                        </a:spcAft>
                        <a:buClrTx/>
                        <a:buSzTx/>
                        <a:buFont typeface="+mj-lt"/>
                        <a:buNone/>
                      </a:pPr>
                      <a:r>
                        <a:rPr lang="it-IT" sz="1050">
                          <a:latin typeface="+mn-lt"/>
                          <a:cs typeface="Segoe UI"/>
                        </a:rPr>
                        <a:t>Cliccando «</a:t>
                      </a:r>
                      <a:r>
                        <a:rPr lang="it-IT" sz="1050" b="1" err="1">
                          <a:latin typeface="+mn-lt"/>
                          <a:cs typeface="Segoe UI"/>
                        </a:rPr>
                        <a:t>Submit</a:t>
                      </a:r>
                      <a:r>
                        <a:rPr lang="it-IT" sz="1050" b="1">
                          <a:latin typeface="+mn-lt"/>
                          <a:cs typeface="Segoe UI"/>
                        </a:rPr>
                        <a:t>»</a:t>
                      </a:r>
                      <a:r>
                        <a:rPr lang="it-IT" sz="1050">
                          <a:latin typeface="+mn-lt"/>
                          <a:cs typeface="Segoe UI"/>
                        </a:rPr>
                        <a:t> invierai la valutazione alla persona e non sarà più possibile modificarla. Consigliamo prima di </a:t>
                      </a:r>
                      <a:r>
                        <a:rPr lang="it-IT" sz="1050" b="1">
                          <a:latin typeface="+mn-lt"/>
                          <a:cs typeface="Segoe UI"/>
                        </a:rPr>
                        <a:t>svolgere prima l’incontro 1:1</a:t>
                      </a:r>
                      <a:r>
                        <a:rPr lang="it-IT" sz="1050">
                          <a:latin typeface="+mn-lt"/>
                          <a:cs typeface="Segoe UI"/>
                        </a:rPr>
                        <a:t> con la persona e poi cliccare «</a:t>
                      </a:r>
                      <a:r>
                        <a:rPr lang="it-IT" sz="1050" b="1" err="1">
                          <a:latin typeface="+mn-lt"/>
                          <a:cs typeface="Segoe UI"/>
                        </a:rPr>
                        <a:t>Submit</a:t>
                      </a:r>
                      <a:r>
                        <a:rPr lang="it-IT" sz="1050">
                          <a:latin typeface="+mn-lt"/>
                          <a:cs typeface="Segoe UI"/>
                        </a:rPr>
                        <a:t>».</a:t>
                      </a:r>
                    </a:p>
                  </a:txBody>
                  <a:tcPr anchor="ctr">
                    <a:noFill/>
                  </a:tcPr>
                </a:tc>
                <a:extLst>
                  <a:ext uri="{0D108BD9-81ED-4DB2-BD59-A6C34878D82A}">
                    <a16:rowId xmlns:a16="http://schemas.microsoft.com/office/drawing/2014/main" val="1708278292"/>
                  </a:ext>
                </a:extLst>
              </a:tr>
              <a:tr h="1026370">
                <a:tc vMerge="1">
                  <a:txBody>
                    <a:bodyPr/>
                    <a:lstStyle/>
                    <a:p>
                      <a:endParaRPr lang="it-IT" sz="1050" b="1">
                        <a:latin typeface="+mn-lt"/>
                        <a:cs typeface="Segoe UI" panose="020B0502040204020203" pitchFamily="34" charset="0"/>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panose="020B0502040204020203" pitchFamily="34" charset="0"/>
                        </a:rPr>
                        <a:t>Ho sottomesso per errore la Manager Evaluation, come faccio a tornare indietro?</a:t>
                      </a:r>
                    </a:p>
                  </a:txBody>
                  <a:tcPr anchor="ctr">
                    <a:noFill/>
                  </a:tcPr>
                </a:tc>
                <a:tc>
                  <a:txBody>
                    <a:bodyPr/>
                    <a:lstStyle/>
                    <a:p>
                      <a:pPr marL="0" marR="0" lvl="0" indent="0" algn="l" rtl="0" eaLnBrk="1" fontAlgn="auto" latinLnBrk="0" hangingPunct="1">
                        <a:lnSpc>
                          <a:spcPct val="100000"/>
                        </a:lnSpc>
                        <a:spcBef>
                          <a:spcPts val="0"/>
                        </a:spcBef>
                        <a:spcAft>
                          <a:spcPts val="0"/>
                        </a:spcAft>
                        <a:buClrTx/>
                        <a:buSzTx/>
                        <a:buFont typeface="+mj-lt"/>
                        <a:buNone/>
                      </a:pPr>
                      <a:r>
                        <a:rPr lang="it-IT" sz="1050">
                          <a:latin typeface="+mn-lt"/>
                          <a:cs typeface="Segoe UI"/>
                        </a:rPr>
                        <a:t>Se hai sottomesso per errore la Manager Evaluation per il </a:t>
                      </a:r>
                      <a:r>
                        <a:rPr lang="it-IT" sz="1050" err="1">
                          <a:latin typeface="+mn-lt"/>
                          <a:cs typeface="Segoe UI"/>
                        </a:rPr>
                        <a:t>Mid</a:t>
                      </a:r>
                      <a:r>
                        <a:rPr lang="it-IT" sz="1050">
                          <a:latin typeface="+mn-lt"/>
                          <a:cs typeface="Segoe UI"/>
                        </a:rPr>
                        <a:t> </a:t>
                      </a:r>
                      <a:r>
                        <a:rPr lang="it-IT" sz="1050" err="1">
                          <a:latin typeface="+mn-lt"/>
                          <a:cs typeface="Segoe UI"/>
                        </a:rPr>
                        <a:t>Year</a:t>
                      </a:r>
                      <a:r>
                        <a:rPr lang="it-IT" sz="1050">
                          <a:latin typeface="+mn-lt"/>
                          <a:cs typeface="Segoe UI"/>
                        </a:rPr>
                        <a:t> Check-In 2025, purtroppo </a:t>
                      </a:r>
                      <a:r>
                        <a:rPr lang="it-IT" sz="1050" b="1">
                          <a:latin typeface="+mn-lt"/>
                          <a:cs typeface="Segoe UI"/>
                        </a:rPr>
                        <a:t>non è possibile tornare indietro autonomamente </a:t>
                      </a:r>
                      <a:r>
                        <a:rPr lang="it-IT" sz="1050">
                          <a:latin typeface="+mn-lt"/>
                          <a:cs typeface="Segoe UI"/>
                        </a:rPr>
                        <a:t>una volta che la scheda è stata inviata.</a:t>
                      </a:r>
                    </a:p>
                    <a:p>
                      <a:pPr marL="0" marR="0" lvl="0" indent="0" algn="l" rtl="0" eaLnBrk="1" fontAlgn="auto" latinLnBrk="0" hangingPunct="1">
                        <a:lnSpc>
                          <a:spcPct val="100000"/>
                        </a:lnSpc>
                        <a:spcBef>
                          <a:spcPts val="0"/>
                        </a:spcBef>
                        <a:spcAft>
                          <a:spcPts val="0"/>
                        </a:spcAft>
                        <a:buClrTx/>
                        <a:buSzTx/>
                        <a:buFont typeface="+mj-lt"/>
                        <a:buNone/>
                      </a:pPr>
                      <a:endParaRPr lang="it-IT" sz="1050">
                        <a:latin typeface="+mn-lt"/>
                        <a:cs typeface="Segoe UI"/>
                      </a:endParaRPr>
                    </a:p>
                    <a:p>
                      <a:pPr marL="0" marR="0" lvl="0" indent="0" algn="l" rtl="0" eaLnBrk="1" fontAlgn="auto" latinLnBrk="0" hangingPunct="1">
                        <a:lnSpc>
                          <a:spcPct val="100000"/>
                        </a:lnSpc>
                        <a:spcBef>
                          <a:spcPts val="0"/>
                        </a:spcBef>
                        <a:spcAft>
                          <a:spcPts val="0"/>
                        </a:spcAft>
                        <a:buClrTx/>
                        <a:buSzTx/>
                        <a:buFont typeface="+mj-lt"/>
                        <a:buNone/>
                      </a:pPr>
                      <a:r>
                        <a:rPr lang="it-IT" sz="1050">
                          <a:latin typeface="+mn-lt"/>
                          <a:cs typeface="Segoe UI"/>
                        </a:rPr>
                        <a:t>In questi casi, sarà </a:t>
                      </a:r>
                      <a:r>
                        <a:rPr lang="it-IT" sz="1050" b="1">
                          <a:latin typeface="+mn-lt"/>
                          <a:cs typeface="Segoe UI"/>
                        </a:rPr>
                        <a:t>necessario aprire un ticket su AZIZ </a:t>
                      </a:r>
                      <a:r>
                        <a:rPr lang="it-IT" sz="1050">
                          <a:latin typeface="+mn-lt"/>
                          <a:cs typeface="Segoe UI"/>
                        </a:rPr>
                        <a:t>per chiedere al supporto di riportare il task allo step di Manager Evaluation. Tieni presente che questa operazione viene effettuata solo in caso di mancato completamento della scheda o di gravi errori.</a:t>
                      </a:r>
                    </a:p>
                  </a:txBody>
                  <a:tcPr anchor="ctr">
                    <a:noFill/>
                  </a:tcPr>
                </a:tc>
                <a:extLst>
                  <a:ext uri="{0D108BD9-81ED-4DB2-BD59-A6C34878D82A}">
                    <a16:rowId xmlns:a16="http://schemas.microsoft.com/office/drawing/2014/main" val="946266834"/>
                  </a:ext>
                </a:extLst>
              </a:tr>
              <a:tr h="1369767">
                <a:tc rowSpan="3">
                  <a:txBody>
                    <a:bodyPr/>
                    <a:lstStyle/>
                    <a:p>
                      <a:r>
                        <a:rPr lang="it-IT" sz="1050" b="1">
                          <a:latin typeface="+mn-lt"/>
                          <a:cs typeface="Segoe UI" panose="020B0502040204020203" pitchFamily="34" charset="0"/>
                        </a:rPr>
                        <a:t>Report</a:t>
                      </a: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panose="020B0502040204020203" pitchFamily="34" charset="0"/>
                        </a:rPr>
                        <a:t>Che report posso usare per monitorare lo status di avanzamento del processo di </a:t>
                      </a:r>
                      <a:r>
                        <a:rPr lang="it-IT" sz="1050" err="1">
                          <a:latin typeface="+mn-lt"/>
                          <a:cs typeface="Segoe UI" panose="020B0502040204020203" pitchFamily="34" charset="0"/>
                        </a:rPr>
                        <a:t>Mid</a:t>
                      </a:r>
                      <a:r>
                        <a:rPr lang="it-IT" sz="1050">
                          <a:latin typeface="+mn-lt"/>
                          <a:cs typeface="Segoe UI" panose="020B0502040204020203" pitchFamily="34" charset="0"/>
                        </a:rPr>
                        <a:t> </a:t>
                      </a:r>
                      <a:r>
                        <a:rPr lang="it-IT" sz="1050" err="1">
                          <a:latin typeface="+mn-lt"/>
                          <a:cs typeface="Segoe UI" panose="020B0502040204020203" pitchFamily="34" charset="0"/>
                        </a:rPr>
                        <a:t>Year</a:t>
                      </a:r>
                      <a:r>
                        <a:rPr lang="it-IT" sz="1050">
                          <a:latin typeface="+mn-lt"/>
                          <a:cs typeface="Segoe UI" panose="020B0502040204020203" pitchFamily="34" charset="0"/>
                        </a:rPr>
                        <a:t> del mio team?</a:t>
                      </a:r>
                    </a:p>
                  </a:txBody>
                  <a:tcPr anchor="ctr">
                    <a:noFill/>
                  </a:tcPr>
                </a:tc>
                <a:tc>
                  <a:txBody>
                    <a:bodyPr/>
                    <a:lstStyle/>
                    <a:p>
                      <a:pPr marL="0" marR="0" lvl="0" indent="0" algn="l" rtl="0" eaLnBrk="1" fontAlgn="auto" latinLnBrk="0" hangingPunct="1">
                        <a:lnSpc>
                          <a:spcPct val="100000"/>
                        </a:lnSpc>
                        <a:spcBef>
                          <a:spcPts val="0"/>
                        </a:spcBef>
                        <a:spcAft>
                          <a:spcPts val="0"/>
                        </a:spcAft>
                        <a:buClrTx/>
                        <a:buSzTx/>
                        <a:buFont typeface="+mj-lt"/>
                        <a:buNone/>
                      </a:pPr>
                      <a:r>
                        <a:rPr lang="en-US" sz="1050">
                          <a:latin typeface="+mn-lt"/>
                          <a:cs typeface="Segoe UI"/>
                        </a:rPr>
                        <a:t>Dalla dashboard </a:t>
                      </a:r>
                      <a:r>
                        <a:rPr lang="en-US" sz="1050" b="1">
                          <a:latin typeface="+mn-lt"/>
                          <a:cs typeface="Segoe UI"/>
                        </a:rPr>
                        <a:t>«Talent &amp; Performance Management</a:t>
                      </a:r>
                      <a:r>
                        <a:rPr lang="it-IT" sz="1050" b="1">
                          <a:latin typeface="+mn-lt"/>
                          <a:cs typeface="Segoe UI"/>
                        </a:rPr>
                        <a:t>»</a:t>
                      </a:r>
                      <a:r>
                        <a:rPr lang="en-US" sz="1050" b="1">
                          <a:latin typeface="+mn-lt"/>
                          <a:cs typeface="Segoe UI"/>
                        </a:rPr>
                        <a:t> </a:t>
                      </a:r>
                      <a:r>
                        <a:rPr lang="en-US" sz="1050" err="1">
                          <a:latin typeface="+mn-lt"/>
                          <a:cs typeface="Segoe UI"/>
                        </a:rPr>
                        <a:t>selezionando</a:t>
                      </a:r>
                      <a:r>
                        <a:rPr lang="en-US" sz="1050">
                          <a:latin typeface="+mn-lt"/>
                          <a:cs typeface="Segoe UI"/>
                        </a:rPr>
                        <a:t> </a:t>
                      </a:r>
                      <a:r>
                        <a:rPr lang="it-IT" sz="1050" b="1">
                          <a:latin typeface="+mn-lt"/>
                          <a:cs typeface="Segoe UI"/>
                        </a:rPr>
                        <a:t>«</a:t>
                      </a:r>
                      <a:r>
                        <a:rPr lang="en-US" sz="1050" b="1">
                          <a:latin typeface="+mn-lt"/>
                          <a:cs typeface="Segoe UI"/>
                        </a:rPr>
                        <a:t>Mid Year Check – In</a:t>
                      </a:r>
                      <a:r>
                        <a:rPr lang="it-IT" sz="1050" b="1">
                          <a:latin typeface="+mn-lt"/>
                          <a:cs typeface="Segoe UI"/>
                        </a:rPr>
                        <a:t>»</a:t>
                      </a:r>
                      <a:r>
                        <a:rPr lang="en-US" sz="1050" b="1">
                          <a:latin typeface="+mn-lt"/>
                          <a:cs typeface="Segoe UI"/>
                        </a:rPr>
                        <a:t> </a:t>
                      </a:r>
                      <a:r>
                        <a:rPr lang="en-US" sz="1050">
                          <a:latin typeface="+mn-lt"/>
                          <a:cs typeface="Segoe UI"/>
                        </a:rPr>
                        <a:t>e </a:t>
                      </a:r>
                      <a:r>
                        <a:rPr lang="en-US" sz="1050" err="1">
                          <a:latin typeface="+mn-lt"/>
                          <a:cs typeface="Segoe UI"/>
                        </a:rPr>
                        <a:t>filtrando</a:t>
                      </a:r>
                      <a:r>
                        <a:rPr lang="en-US" sz="1050">
                          <a:latin typeface="+mn-lt"/>
                          <a:cs typeface="Segoe UI"/>
                        </a:rPr>
                        <a:t> per Mid Year Check – In 2025 </a:t>
                      </a:r>
                      <a:r>
                        <a:rPr lang="en-US" sz="1050" err="1">
                          <a:latin typeface="+mn-lt"/>
                          <a:cs typeface="Segoe UI"/>
                        </a:rPr>
                        <a:t>potrai</a:t>
                      </a:r>
                      <a:r>
                        <a:rPr lang="en-US" sz="1050">
                          <a:latin typeface="+mn-lt"/>
                          <a:cs typeface="Segoe UI"/>
                        </a:rPr>
                        <a:t> </a:t>
                      </a:r>
                      <a:r>
                        <a:rPr lang="en-US" sz="1050" err="1">
                          <a:latin typeface="+mn-lt"/>
                          <a:cs typeface="Segoe UI"/>
                        </a:rPr>
                        <a:t>visualizzare</a:t>
                      </a:r>
                      <a:r>
                        <a:rPr lang="en-US" sz="1050">
                          <a:latin typeface="+mn-lt"/>
                          <a:cs typeface="Segoe UI"/>
                        </a:rPr>
                        <a:t> le </a:t>
                      </a:r>
                      <a:r>
                        <a:rPr lang="en-US" sz="1050" err="1">
                          <a:latin typeface="+mn-lt"/>
                          <a:cs typeface="Segoe UI"/>
                        </a:rPr>
                        <a:t>seguenti</a:t>
                      </a:r>
                      <a:r>
                        <a:rPr lang="en-US" sz="1050">
                          <a:latin typeface="+mn-lt"/>
                          <a:cs typeface="Segoe UI"/>
                        </a:rPr>
                        <a:t> dashboard:</a:t>
                      </a:r>
                    </a:p>
                    <a:p>
                      <a:pPr marL="0" marR="0" lvl="0" indent="0" algn="l" rtl="0" eaLnBrk="1" fontAlgn="auto" latinLnBrk="0" hangingPunct="1">
                        <a:lnSpc>
                          <a:spcPct val="100000"/>
                        </a:lnSpc>
                        <a:spcBef>
                          <a:spcPts val="0"/>
                        </a:spcBef>
                        <a:spcAft>
                          <a:spcPts val="0"/>
                        </a:spcAft>
                        <a:buClrTx/>
                        <a:buSzTx/>
                        <a:buFont typeface="+mj-lt"/>
                        <a:buNone/>
                      </a:pPr>
                      <a:endParaRPr lang="en-US" sz="1050">
                        <a:latin typeface="+mn-lt"/>
                        <a:cs typeface="Segoe UI"/>
                      </a:endParaRPr>
                    </a:p>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50" b="1">
                          <a:latin typeface="+mn-lt"/>
                          <a:cs typeface="Segoe UI"/>
                        </a:rPr>
                        <a:t>Performance Review Status</a:t>
                      </a:r>
                      <a:r>
                        <a:rPr lang="en-US" sz="1050">
                          <a:latin typeface="+mn-lt"/>
                          <a:cs typeface="Segoe UI"/>
                        </a:rPr>
                        <a:t>: </a:t>
                      </a:r>
                      <a:r>
                        <a:rPr lang="en-US" sz="1050" err="1">
                          <a:latin typeface="+mn-lt"/>
                          <a:cs typeface="Segoe UI"/>
                        </a:rPr>
                        <a:t>dettaglio</a:t>
                      </a:r>
                      <a:r>
                        <a:rPr lang="en-US" sz="1050">
                          <a:latin typeface="+mn-lt"/>
                          <a:cs typeface="Segoe UI"/>
                        </a:rPr>
                        <a:t> di </a:t>
                      </a:r>
                      <a:r>
                        <a:rPr lang="en-US" sz="1050" err="1">
                          <a:latin typeface="+mn-lt"/>
                          <a:cs typeface="Segoe UI"/>
                        </a:rPr>
                        <a:t>quante</a:t>
                      </a:r>
                      <a:r>
                        <a:rPr lang="en-US" sz="1050">
                          <a:latin typeface="+mn-lt"/>
                          <a:cs typeface="Segoe UI"/>
                        </a:rPr>
                        <a:t> </a:t>
                      </a:r>
                      <a:r>
                        <a:rPr lang="en-US" sz="1050" err="1">
                          <a:latin typeface="+mn-lt"/>
                          <a:cs typeface="Segoe UI"/>
                        </a:rPr>
                        <a:t>valutazioni</a:t>
                      </a:r>
                      <a:r>
                        <a:rPr lang="en-US" sz="1050">
                          <a:latin typeface="+mn-lt"/>
                          <a:cs typeface="Segoe UI"/>
                        </a:rPr>
                        <a:t> </a:t>
                      </a:r>
                      <a:r>
                        <a:rPr lang="en-US" sz="1050" err="1">
                          <a:latin typeface="+mn-lt"/>
                          <a:cs typeface="Segoe UI"/>
                        </a:rPr>
                        <a:t>sono</a:t>
                      </a:r>
                      <a:r>
                        <a:rPr lang="en-US" sz="1050">
                          <a:latin typeface="+mn-lt"/>
                          <a:cs typeface="Segoe UI"/>
                        </a:rPr>
                        <a:t> state </a:t>
                      </a:r>
                      <a:r>
                        <a:rPr lang="en-US" sz="1050" err="1">
                          <a:latin typeface="+mn-lt"/>
                          <a:cs typeface="Segoe UI"/>
                        </a:rPr>
                        <a:t>completate</a:t>
                      </a:r>
                      <a:r>
                        <a:rPr lang="en-US" sz="1050">
                          <a:latin typeface="+mn-lt"/>
                          <a:cs typeface="Segoe UI"/>
                        </a:rPr>
                        <a:t> o in progress</a:t>
                      </a:r>
                    </a:p>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50" b="1">
                          <a:latin typeface="+mn-lt"/>
                          <a:cs typeface="Segoe UI"/>
                        </a:rPr>
                        <a:t>Performance Review Status – Action Required: </a:t>
                      </a:r>
                      <a:r>
                        <a:rPr lang="en-US" sz="1050" b="0">
                          <a:latin typeface="+mn-lt"/>
                          <a:cs typeface="Segoe UI"/>
                        </a:rPr>
                        <a:t>report </a:t>
                      </a:r>
                      <a:r>
                        <a:rPr lang="en-US" sz="1050" b="0" err="1">
                          <a:latin typeface="+mn-lt"/>
                          <a:cs typeface="Segoe UI"/>
                        </a:rPr>
                        <a:t>che</a:t>
                      </a:r>
                      <a:r>
                        <a:rPr lang="en-US" sz="1050" b="0">
                          <a:latin typeface="+mn-lt"/>
                          <a:cs typeface="Segoe UI"/>
                        </a:rPr>
                        <a:t> </a:t>
                      </a:r>
                      <a:r>
                        <a:rPr lang="en-US" sz="1050" b="0" err="1">
                          <a:latin typeface="+mn-lt"/>
                          <a:cs typeface="Segoe UI"/>
                        </a:rPr>
                        <a:t>mostra</a:t>
                      </a:r>
                      <a:r>
                        <a:rPr lang="en-US" sz="1050" b="0">
                          <a:latin typeface="+mn-lt"/>
                          <a:cs typeface="Segoe UI"/>
                        </a:rPr>
                        <a:t> in quale </a:t>
                      </a:r>
                      <a:r>
                        <a:rPr lang="en-US" sz="1050" b="0" err="1">
                          <a:latin typeface="+mn-lt"/>
                          <a:cs typeface="Segoe UI"/>
                        </a:rPr>
                        <a:t>fase</a:t>
                      </a:r>
                      <a:r>
                        <a:rPr lang="en-US" sz="1050" b="0">
                          <a:latin typeface="+mn-lt"/>
                          <a:cs typeface="Segoe UI"/>
                        </a:rPr>
                        <a:t> del </a:t>
                      </a:r>
                      <a:r>
                        <a:rPr lang="en-US" sz="1050" b="0" err="1">
                          <a:latin typeface="+mn-lt"/>
                          <a:cs typeface="Segoe UI"/>
                        </a:rPr>
                        <a:t>processo</a:t>
                      </a:r>
                      <a:r>
                        <a:rPr lang="en-US" sz="1050" b="0">
                          <a:latin typeface="+mn-lt"/>
                          <a:cs typeface="Segoe UI"/>
                        </a:rPr>
                        <a:t> </a:t>
                      </a:r>
                      <a:r>
                        <a:rPr lang="en-US" sz="1050" b="0" err="1">
                          <a:latin typeface="+mn-lt"/>
                          <a:cs typeface="Segoe UI"/>
                        </a:rPr>
                        <a:t>si</a:t>
                      </a:r>
                      <a:r>
                        <a:rPr lang="en-US" sz="1050" b="0">
                          <a:latin typeface="+mn-lt"/>
                          <a:cs typeface="Segoe UI"/>
                        </a:rPr>
                        <a:t> </a:t>
                      </a:r>
                      <a:r>
                        <a:rPr lang="en-US" sz="1050" b="0" err="1">
                          <a:latin typeface="+mn-lt"/>
                          <a:cs typeface="Segoe UI"/>
                        </a:rPr>
                        <a:t>trovano</a:t>
                      </a:r>
                      <a:r>
                        <a:rPr lang="en-US" sz="1050" b="0">
                          <a:latin typeface="+mn-lt"/>
                          <a:cs typeface="Segoe UI"/>
                        </a:rPr>
                        <a:t> le </a:t>
                      </a:r>
                      <a:r>
                        <a:rPr lang="en-US" sz="1050" b="0" err="1">
                          <a:latin typeface="+mn-lt"/>
                          <a:cs typeface="Segoe UI"/>
                        </a:rPr>
                        <a:t>valutazioni</a:t>
                      </a:r>
                      <a:r>
                        <a:rPr lang="en-US" sz="1050" b="0">
                          <a:latin typeface="+mn-lt"/>
                          <a:cs typeface="Segoe UI"/>
                        </a:rPr>
                        <a:t>. </a:t>
                      </a:r>
                      <a:endParaRPr lang="en-US" sz="1050" b="1">
                        <a:latin typeface="+mn-lt"/>
                        <a:cs typeface="Segoe UI"/>
                      </a:endParaRPr>
                    </a:p>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50" b="1">
                          <a:latin typeface="+mn-lt"/>
                          <a:cs typeface="Segoe UI"/>
                        </a:rPr>
                        <a:t>My Team’s Performance Reviews: </a:t>
                      </a:r>
                      <a:r>
                        <a:rPr lang="en-US" sz="1050" b="0">
                          <a:latin typeface="+mn-lt"/>
                          <a:cs typeface="Segoe UI"/>
                        </a:rPr>
                        <a:t>report di recap per </a:t>
                      </a:r>
                      <a:r>
                        <a:rPr lang="en-US" sz="1050" b="0" err="1">
                          <a:latin typeface="+mn-lt"/>
                          <a:cs typeface="Segoe UI"/>
                        </a:rPr>
                        <a:t>visualizzare</a:t>
                      </a:r>
                      <a:r>
                        <a:rPr lang="en-US" sz="1050" b="0">
                          <a:latin typeface="+mn-lt"/>
                          <a:cs typeface="Segoe UI"/>
                        </a:rPr>
                        <a:t> il Manager rating “On Track – Off Track”</a:t>
                      </a:r>
                      <a:endParaRPr lang="it-IT" sz="1050" b="1">
                        <a:latin typeface="+mn-lt"/>
                        <a:cs typeface="Segoe UI"/>
                      </a:endParaRPr>
                    </a:p>
                  </a:txBody>
                  <a:tcPr anchor="ctr">
                    <a:noFill/>
                  </a:tcPr>
                </a:tc>
                <a:extLst>
                  <a:ext uri="{0D108BD9-81ED-4DB2-BD59-A6C34878D82A}">
                    <a16:rowId xmlns:a16="http://schemas.microsoft.com/office/drawing/2014/main" val="3683259121"/>
                  </a:ext>
                </a:extLst>
              </a:tr>
              <a:tr h="365271">
                <a:tc vMerge="1">
                  <a:txBody>
                    <a:bodyPr/>
                    <a:lstStyle/>
                    <a:p>
                      <a:endParaRPr lang="it-IT" sz="1200" b="1">
                        <a:latin typeface="Segoe UI" panose="020B0502040204020203" pitchFamily="34" charset="0"/>
                        <a:cs typeface="Segoe UI" panose="020B0502040204020203" pitchFamily="34" charset="0"/>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panose="020B0502040204020203" pitchFamily="34" charset="0"/>
                        </a:rPr>
                        <a:t>Come faccio a vedere tutti i feedback dati e ricevuti del mio team?</a:t>
                      </a:r>
                    </a:p>
                  </a:txBody>
                  <a:tcPr anchor="ctr">
                    <a:noFill/>
                  </a:tcPr>
                </a:tc>
                <a:tc>
                  <a:txBody>
                    <a:bodyPr/>
                    <a:lstStyle/>
                    <a:p>
                      <a:pPr marL="0" marR="0" lvl="0" indent="0" algn="l" rtl="0" eaLnBrk="1" fontAlgn="auto" latinLnBrk="0" hangingPunct="1">
                        <a:lnSpc>
                          <a:spcPct val="100000"/>
                        </a:lnSpc>
                        <a:spcBef>
                          <a:spcPts val="0"/>
                        </a:spcBef>
                        <a:spcAft>
                          <a:spcPts val="0"/>
                        </a:spcAft>
                        <a:buClrTx/>
                        <a:buSzTx/>
                        <a:buFont typeface="+mj-lt"/>
                        <a:buNone/>
                      </a:pPr>
                      <a:r>
                        <a:rPr lang="it-IT" sz="1050">
                          <a:latin typeface="+mn-lt"/>
                          <a:cs typeface="Segoe UI"/>
                        </a:rPr>
                        <a:t>È possibile visualizzare tutti i feedback dati e ricevuti dalle persone del tuo team scrivendo nella barra di ricerca </a:t>
                      </a:r>
                      <a:r>
                        <a:rPr lang="it-IT" sz="1050" b="1">
                          <a:latin typeface="+mn-lt"/>
                          <a:cs typeface="Segoe UI"/>
                        </a:rPr>
                        <a:t>«Feedback </a:t>
                      </a:r>
                      <a:r>
                        <a:rPr lang="it-IT" sz="1050" b="1" err="1">
                          <a:latin typeface="+mn-lt"/>
                          <a:cs typeface="Segoe UI"/>
                        </a:rPr>
                        <a:t>Summary</a:t>
                      </a:r>
                      <a:r>
                        <a:rPr lang="it-IT" sz="1050" b="1">
                          <a:latin typeface="+mn-lt"/>
                          <a:cs typeface="Segoe UI"/>
                        </a:rPr>
                        <a:t>»</a:t>
                      </a:r>
                    </a:p>
                  </a:txBody>
                  <a:tcPr anchor="ctr">
                    <a:noFill/>
                  </a:tcPr>
                </a:tc>
                <a:extLst>
                  <a:ext uri="{0D108BD9-81ED-4DB2-BD59-A6C34878D82A}">
                    <a16:rowId xmlns:a16="http://schemas.microsoft.com/office/drawing/2014/main" val="1116755008"/>
                  </a:ext>
                </a:extLst>
              </a:tr>
              <a:tr h="365271">
                <a:tc vMerge="1">
                  <a:txBody>
                    <a:bodyPr/>
                    <a:lstStyle/>
                    <a:p>
                      <a:endParaRPr lang="it-IT" sz="1100" b="1">
                        <a:latin typeface="Segoe UI" panose="020B0502040204020203" pitchFamily="34" charset="0"/>
                        <a:cs typeface="Segoe UI" panose="020B0502040204020203" pitchFamily="34" charset="0"/>
                      </a:endParaRP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panose="020B0502040204020203" pitchFamily="34" charset="0"/>
                        </a:rPr>
                        <a:t>Esiste un report che mi mostri lo status della richiesta di Feedback?</a:t>
                      </a:r>
                    </a:p>
                  </a:txBody>
                  <a:tcPr anchor="ctr">
                    <a:noFill/>
                  </a:tcPr>
                </a:tc>
                <a:tc>
                  <a:txBody>
                    <a:bodyPr/>
                    <a:lstStyle/>
                    <a:p>
                      <a:pPr marL="0" marR="0" lvl="0" indent="0" algn="l" rtl="0" eaLnBrk="1" fontAlgn="auto" latinLnBrk="0" hangingPunct="1">
                        <a:lnSpc>
                          <a:spcPct val="100000"/>
                        </a:lnSpc>
                        <a:spcBef>
                          <a:spcPts val="0"/>
                        </a:spcBef>
                        <a:spcAft>
                          <a:spcPts val="0"/>
                        </a:spcAft>
                        <a:buClrTx/>
                        <a:buSzTx/>
                        <a:buFont typeface="+mj-lt"/>
                        <a:buNone/>
                      </a:pPr>
                      <a:r>
                        <a:rPr lang="it-IT" sz="1050" b="0">
                          <a:latin typeface="+mn-lt"/>
                          <a:cs typeface="Segoe UI"/>
                        </a:rPr>
                        <a:t>Puoi usare il report </a:t>
                      </a:r>
                      <a:r>
                        <a:rPr lang="it-IT" sz="1050" b="1">
                          <a:latin typeface="+mn-lt"/>
                          <a:cs typeface="Segoe UI"/>
                        </a:rPr>
                        <a:t>«</a:t>
                      </a:r>
                      <a:r>
                        <a:rPr lang="it-IT" sz="1050" b="1" err="1">
                          <a:latin typeface="+mn-lt"/>
                          <a:cs typeface="Segoe UI"/>
                        </a:rPr>
                        <a:t>Additional</a:t>
                      </a:r>
                      <a:r>
                        <a:rPr lang="it-IT" sz="1050" b="1">
                          <a:latin typeface="+mn-lt"/>
                          <a:cs typeface="Segoe UI"/>
                        </a:rPr>
                        <a:t> Manager Evaluation Status» </a:t>
                      </a:r>
                      <a:r>
                        <a:rPr lang="it-IT" sz="1050" b="0">
                          <a:latin typeface="+mn-lt"/>
                          <a:cs typeface="Segoe UI"/>
                        </a:rPr>
                        <a:t>direttamente nella </a:t>
                      </a:r>
                      <a:r>
                        <a:rPr lang="it-IT" sz="1050" b="0" err="1">
                          <a:latin typeface="+mn-lt"/>
                          <a:cs typeface="Segoe UI"/>
                        </a:rPr>
                        <a:t>search</a:t>
                      </a:r>
                      <a:r>
                        <a:rPr lang="it-IT" sz="1050" b="0">
                          <a:latin typeface="+mn-lt"/>
                          <a:cs typeface="Segoe UI"/>
                        </a:rPr>
                        <a:t> Bar</a:t>
                      </a:r>
                    </a:p>
                  </a:txBody>
                  <a:tcPr anchor="ctr">
                    <a:noFill/>
                  </a:tcPr>
                </a:tc>
                <a:extLst>
                  <a:ext uri="{0D108BD9-81ED-4DB2-BD59-A6C34878D82A}">
                    <a16:rowId xmlns:a16="http://schemas.microsoft.com/office/drawing/2014/main" val="1812793497"/>
                  </a:ext>
                </a:extLst>
              </a:tr>
              <a:tr h="365271">
                <a:tc>
                  <a:txBody>
                    <a:bodyPr/>
                    <a:lstStyle/>
                    <a:p>
                      <a:r>
                        <a:rPr lang="it-IT" sz="1200" b="1">
                          <a:latin typeface="Segoe UI" panose="020B0502040204020203" pitchFamily="34" charset="0"/>
                          <a:cs typeface="Segoe UI" panose="020B0502040204020203" pitchFamily="34" charset="0"/>
                        </a:rPr>
                        <a:t>Altri Casi</a:t>
                      </a: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panose="020B0502040204020203" pitchFamily="34" charset="0"/>
                        </a:rPr>
                        <a:t>Come devo gestire le persone dimissionarie? </a:t>
                      </a:r>
                    </a:p>
                  </a:txBody>
                  <a:tcPr anchor="ctr">
                    <a:noFill/>
                  </a:tcPr>
                </a:tc>
                <a:tc>
                  <a:txBody>
                    <a:bodyPr/>
                    <a:lstStyle/>
                    <a:p>
                      <a:pPr marL="0" marR="0" lvl="0" indent="0" algn="l" defTabSz="914248" rtl="0" eaLnBrk="1" fontAlgn="auto" latinLnBrk="0" hangingPunct="1">
                        <a:lnSpc>
                          <a:spcPct val="100000"/>
                        </a:lnSpc>
                        <a:spcBef>
                          <a:spcPts val="0"/>
                        </a:spcBef>
                        <a:spcAft>
                          <a:spcPts val="0"/>
                        </a:spcAft>
                        <a:buClrTx/>
                        <a:buSzTx/>
                        <a:buFont typeface="+mj-lt"/>
                        <a:buNone/>
                        <a:tabLst/>
                        <a:defRPr/>
                      </a:pPr>
                      <a:r>
                        <a:rPr lang="it-IT" sz="1050">
                          <a:latin typeface="+mn-lt"/>
                          <a:cs typeface="Segoe UI"/>
                        </a:rPr>
                        <a:t>Non devi fare nulla in questo momento e puoi lasciare il task «</a:t>
                      </a:r>
                      <a:r>
                        <a:rPr lang="it-IT" sz="1050" err="1">
                          <a:latin typeface="+mn-lt"/>
                          <a:cs typeface="Segoe UI"/>
                        </a:rPr>
                        <a:t>pending</a:t>
                      </a:r>
                      <a:r>
                        <a:rPr lang="it-IT" sz="1050">
                          <a:latin typeface="+mn-lt"/>
                          <a:cs typeface="Segoe UI"/>
                        </a:rPr>
                        <a:t>».</a:t>
                      </a:r>
                    </a:p>
                  </a:txBody>
                  <a:tcPr anchor="ctr">
                    <a:noFill/>
                  </a:tcPr>
                </a:tc>
                <a:extLst>
                  <a:ext uri="{0D108BD9-81ED-4DB2-BD59-A6C34878D82A}">
                    <a16:rowId xmlns:a16="http://schemas.microsoft.com/office/drawing/2014/main" val="249087381"/>
                  </a:ext>
                </a:extLst>
              </a:tr>
            </a:tbl>
          </a:graphicData>
        </a:graphic>
      </p:graphicFrame>
    </p:spTree>
    <p:extLst>
      <p:ext uri="{BB962C8B-B14F-4D97-AF65-F5344CB8AC3E}">
        <p14:creationId xmlns:p14="http://schemas.microsoft.com/office/powerpoint/2010/main" val="6326069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2EBC4-448E-49C0-D885-201358D887C1}"/>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60E2AF2-9E57-ECF6-E9FC-14C7421343E9}"/>
              </a:ext>
            </a:extLst>
          </p:cNvPr>
          <p:cNvGraphicFramePr>
            <a:graphicFrameLocks noChangeAspect="1"/>
          </p:cNvGraphicFramePr>
          <p:nvPr>
            <p:custDataLst>
              <p:tags r:id="rId1"/>
            </p:custDataLst>
            <p:extLst>
              <p:ext uri="{D42A27DB-BD31-4B8C-83A1-F6EECF244321}">
                <p14:modId xmlns:p14="http://schemas.microsoft.com/office/powerpoint/2010/main" val="974801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00" imgH="501" progId="TCLayout.ActiveDocument.1">
                  <p:embed/>
                </p:oleObj>
              </mc:Choice>
              <mc:Fallback>
                <p:oleObj name="think-cell Slide" r:id="rId4" imgW="500" imgH="501" progId="TCLayout.ActiveDocument.1">
                  <p:embed/>
                  <p:pic>
                    <p:nvPicPr>
                      <p:cNvPr id="2" name="think-cell data - do not delete" hidden="1">
                        <a:extLst>
                          <a:ext uri="{FF2B5EF4-FFF2-40B4-BE49-F238E27FC236}">
                            <a16:creationId xmlns:a16="http://schemas.microsoft.com/office/drawing/2014/main" id="{060E2AF2-9E57-ECF6-E9FC-14C7421343E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olo 5">
            <a:extLst>
              <a:ext uri="{FF2B5EF4-FFF2-40B4-BE49-F238E27FC236}">
                <a16:creationId xmlns:a16="http://schemas.microsoft.com/office/drawing/2014/main" id="{786F821B-D5D8-17DF-729B-79689322943E}"/>
              </a:ext>
            </a:extLst>
          </p:cNvPr>
          <p:cNvSpPr>
            <a:spLocks noGrp="1"/>
          </p:cNvSpPr>
          <p:nvPr>
            <p:ph type="ctrTitle"/>
          </p:nvPr>
        </p:nvSpPr>
        <p:spPr/>
        <p:txBody>
          <a:bodyPr vert="horz"/>
          <a:lstStyle/>
          <a:p>
            <a:r>
              <a:rPr lang="en-US"/>
              <a:t>Grazie</a:t>
            </a:r>
            <a:endParaRPr lang="it-IT"/>
          </a:p>
        </p:txBody>
      </p:sp>
      <p:sp>
        <p:nvSpPr>
          <p:cNvPr id="3" name="Segnaposto testo 2">
            <a:extLst>
              <a:ext uri="{FF2B5EF4-FFF2-40B4-BE49-F238E27FC236}">
                <a16:creationId xmlns:a16="http://schemas.microsoft.com/office/drawing/2014/main" id="{E3755E34-8DE2-CCE6-031C-41571001214F}"/>
              </a:ext>
            </a:extLst>
          </p:cNvPr>
          <p:cNvSpPr>
            <a:spLocks noGrp="1"/>
          </p:cNvSpPr>
          <p:nvPr>
            <p:ph type="body" sz="quarter" idx="16"/>
          </p:nvPr>
        </p:nvSpPr>
        <p:spPr>
          <a:xfrm>
            <a:off x="701999" y="234000"/>
            <a:ext cx="4287513" cy="244800"/>
          </a:xfrm>
        </p:spPr>
        <p:txBody>
          <a:bodyPr/>
          <a:lstStyle/>
          <a:p>
            <a:r>
              <a:rPr lang="it-IT"/>
              <a:t>ENGINEERING </a:t>
            </a:r>
            <a:r>
              <a:rPr lang="it-IT" b="0"/>
              <a:t>/ THE DIGITAL TRANSFORMATION COMPANY</a:t>
            </a:r>
          </a:p>
        </p:txBody>
      </p:sp>
      <p:sp>
        <p:nvSpPr>
          <p:cNvPr id="11" name="Segnaposto immagine 10">
            <a:extLst>
              <a:ext uri="{FF2B5EF4-FFF2-40B4-BE49-F238E27FC236}">
                <a16:creationId xmlns:a16="http://schemas.microsoft.com/office/drawing/2014/main" id="{B1CB1932-1C00-47C7-B595-3329030E8665}"/>
              </a:ext>
            </a:extLst>
          </p:cNvPr>
          <p:cNvSpPr>
            <a:spLocks noGrp="1"/>
          </p:cNvSpPr>
          <p:nvPr>
            <p:ph type="pic" sz="quarter" idx="12"/>
          </p:nvPr>
        </p:nvSpPr>
        <p:spPr/>
        <p:txBody>
          <a:bodyPr/>
          <a:lstStyle/>
          <a:p>
            <a:endParaRPr lang="it-IT"/>
          </a:p>
        </p:txBody>
      </p:sp>
      <p:sp>
        <p:nvSpPr>
          <p:cNvPr id="14" name="Segnaposto testo 13">
            <a:extLst>
              <a:ext uri="{FF2B5EF4-FFF2-40B4-BE49-F238E27FC236}">
                <a16:creationId xmlns:a16="http://schemas.microsoft.com/office/drawing/2014/main" id="{D11CE1ED-5BB6-96C9-2F54-1BC4053BC7D4}"/>
              </a:ext>
            </a:extLst>
          </p:cNvPr>
          <p:cNvSpPr>
            <a:spLocks noGrp="1"/>
          </p:cNvSpPr>
          <p:nvPr>
            <p:ph type="body" sz="quarter" idx="13"/>
          </p:nvPr>
        </p:nvSpPr>
        <p:spPr/>
        <p:txBody>
          <a:bodyPr/>
          <a:lstStyle/>
          <a:p>
            <a:endParaRPr lang="it-IT"/>
          </a:p>
        </p:txBody>
      </p:sp>
      <p:sp>
        <p:nvSpPr>
          <p:cNvPr id="16" name="Segnaposto testo 15">
            <a:extLst>
              <a:ext uri="{FF2B5EF4-FFF2-40B4-BE49-F238E27FC236}">
                <a16:creationId xmlns:a16="http://schemas.microsoft.com/office/drawing/2014/main" id="{89629669-8807-BC9F-212F-53002EF7E0F7}"/>
              </a:ext>
            </a:extLst>
          </p:cNvPr>
          <p:cNvSpPr>
            <a:spLocks noGrp="1"/>
          </p:cNvSpPr>
          <p:nvPr>
            <p:ph type="body" sz="quarter" idx="18"/>
          </p:nvPr>
        </p:nvSpPr>
        <p:spPr/>
        <p:txBody>
          <a:bodyPr/>
          <a:lstStyle/>
          <a:p>
            <a:endParaRPr lang="it-IT"/>
          </a:p>
        </p:txBody>
      </p:sp>
      <p:pic>
        <p:nvPicPr>
          <p:cNvPr id="7" name="Segnaposto immagine 6">
            <a:extLst>
              <a:ext uri="{FF2B5EF4-FFF2-40B4-BE49-F238E27FC236}">
                <a16:creationId xmlns:a16="http://schemas.microsoft.com/office/drawing/2014/main" id="{E559BEC1-3947-8B2E-B764-294AC97ACA5F}"/>
              </a:ext>
            </a:extLst>
          </p:cNvPr>
          <p:cNvPicPr>
            <a:picLocks noGrp="1" noChangeAspect="1"/>
          </p:cNvPicPr>
          <p:nvPr>
            <p:ph type="pic" sz="quarter" idx="11"/>
          </p:nvPr>
        </p:nvPicPr>
        <p:blipFill>
          <a:blip r:embed="rId6"/>
          <a:srcRect l="24934" r="24934"/>
          <a:stretch/>
        </p:blipFill>
        <p:spPr/>
      </p:pic>
    </p:spTree>
    <p:extLst>
      <p:ext uri="{BB962C8B-B14F-4D97-AF65-F5344CB8AC3E}">
        <p14:creationId xmlns:p14="http://schemas.microsoft.com/office/powerpoint/2010/main" val="8620889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Eng / Corporate">
  <a:themeElements>
    <a:clrScheme name="GruppoEng">
      <a:dk1>
        <a:srgbClr val="000000"/>
      </a:dk1>
      <a:lt1>
        <a:srgbClr val="FFFFFF"/>
      </a:lt1>
      <a:dk2>
        <a:srgbClr val="323451"/>
      </a:dk2>
      <a:lt2>
        <a:srgbClr val="F3F3F3"/>
      </a:lt2>
      <a:accent1>
        <a:srgbClr val="C51B88"/>
      </a:accent1>
      <a:accent2>
        <a:srgbClr val="2EDCE6"/>
      </a:accent2>
      <a:accent3>
        <a:srgbClr val="797CC2"/>
      </a:accent3>
      <a:accent4>
        <a:srgbClr val="F2B902"/>
      </a:accent4>
      <a:accent5>
        <a:srgbClr val="E76B1E"/>
      </a:accent5>
      <a:accent6>
        <a:srgbClr val="8793A6"/>
      </a:accent6>
      <a:hlink>
        <a:srgbClr val="1CB9E0"/>
      </a:hlink>
      <a:folHlink>
        <a:srgbClr val="1CB9E0"/>
      </a:folHlink>
    </a:clrScheme>
    <a:fontScheme name="Coco Eng Theme Font">
      <a:majorFont>
        <a:latin typeface="CocoEng"/>
        <a:ea typeface=""/>
        <a:cs typeface=""/>
      </a:majorFont>
      <a:minorFont>
        <a:latin typeface="CocoEng"/>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ng-main_en" id="{5F0EDC65-B3D9-D544-BD3A-E39AEDD8FD69}" vid="{8F4D797F-CA55-7845-8E18-FE217B5005ED}"/>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B46A08380395948BB190F25D4C52684" ma:contentTypeVersion="3" ma:contentTypeDescription="Creare un nuovo documento." ma:contentTypeScope="" ma:versionID="3d28f1ddb039d189ca67072b514e3e9d">
  <xsd:schema xmlns:xsd="http://www.w3.org/2001/XMLSchema" xmlns:xs="http://www.w3.org/2001/XMLSchema" xmlns:p="http://schemas.microsoft.com/office/2006/metadata/properties" xmlns:ns2="4bc8301d-15c0-4686-9c45-dc0209bb48a3" targetNamespace="http://schemas.microsoft.com/office/2006/metadata/properties" ma:root="true" ma:fieldsID="69bea611160b07cc14ea423f0f76ddaa" ns2:_="">
    <xsd:import namespace="4bc8301d-15c0-4686-9c45-dc0209bb48a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c8301d-15c0-4686-9c45-dc0209bb48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896CB41-4287-4A0D-9E3B-722AB44B208C}">
  <ds:schemaRefs>
    <ds:schemaRef ds:uri="4bc8301d-15c0-4686-9c45-dc0209bb48a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F32353A-6BD2-48AE-899E-A07786DB48A7}">
  <ds:schemaRefs>
    <ds:schemaRef ds:uri="http://schemas.microsoft.com/sharepoint/v3/contenttype/forms"/>
  </ds:schemaRefs>
</ds:datastoreItem>
</file>

<file path=customXml/itemProps3.xml><?xml version="1.0" encoding="utf-8"?>
<ds:datastoreItem xmlns:ds="http://schemas.openxmlformats.org/officeDocument/2006/customXml" ds:itemID="{100E6DDC-F0E1-4CF9-B258-1E77699A91C2}">
  <ds:schemaRefs>
    <ds:schemaRef ds:uri="3f10a764-8ed0-4c9e-8a80-b529c9155d2a"/>
    <ds:schemaRef ds:uri="4dcca100-0c34-4e3d-8207-5379bcafd3b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53</Slides>
  <Notes>46</Notes>
  <HiddenSlides>0</HiddenSlide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Eng / Corporate</vt:lpstr>
      <vt:lpstr>Mid Year Check – In 2025</vt:lpstr>
      <vt:lpstr>Mid Year Check 2025 – Workday User Manual</vt:lpstr>
      <vt:lpstr>Introduction / How to read this manual: process and step-by-step system guide</vt:lpstr>
      <vt:lpstr>Agenda Workday Tasks</vt:lpstr>
      <vt:lpstr>Mid Year Check – In / Self Evaluation (2/5)</vt:lpstr>
      <vt:lpstr>Mid Year Check – In / Self Evaluation (3/5)</vt:lpstr>
      <vt:lpstr>Mid Year Check – In / Self Evaluation (4/5)</vt:lpstr>
      <vt:lpstr>Mid Year Check – In / Self Evaluation (1/5)</vt:lpstr>
      <vt:lpstr>Mid Year Check – In / Self Evaluation (5/5)</vt:lpstr>
      <vt:lpstr>Agenda</vt:lpstr>
      <vt:lpstr>Mid Year Check – In / Get Additional Manager Evaluation </vt:lpstr>
      <vt:lpstr>Agenda</vt:lpstr>
      <vt:lpstr>Mid Year Check – In / Additional Manager Evaluation (2/3)</vt:lpstr>
      <vt:lpstr>Mid Year Check – In / Additional Manager Evaluation (1/3)</vt:lpstr>
      <vt:lpstr>Mid Year Check – In / Additional Manager Evaluation (3/3)</vt:lpstr>
      <vt:lpstr>Agenda</vt:lpstr>
      <vt:lpstr>Mid Year Check – In / Manager Evaluation (1/4)</vt:lpstr>
      <vt:lpstr>Mid Year Check – In / Manager Evaluation (2/4)</vt:lpstr>
      <vt:lpstr>Mid Year Check – In / Manager Evaluation (3/4)</vt:lpstr>
      <vt:lpstr>Mid Year Check – In / Manager Evaluation (4/4)</vt:lpstr>
      <vt:lpstr>Agenda</vt:lpstr>
      <vt:lpstr>Mid Year Check – In / Employee Acknowledgement</vt:lpstr>
      <vt:lpstr>Agenda</vt:lpstr>
      <vt:lpstr>Mid Year Check – In / FAQs (1/3)</vt:lpstr>
      <vt:lpstr>Mid Year Check – In / FAQs (2/3)</vt:lpstr>
      <vt:lpstr>Mid Year Check – In / FAQs (3/3)</vt:lpstr>
      <vt:lpstr>Thank you</vt:lpstr>
      <vt:lpstr>Mid Year Check 2025 – Workday Manuale Utente</vt:lpstr>
      <vt:lpstr>Introduzione / Come leggere il presente manuale: guida step by step a sistema</vt:lpstr>
      <vt:lpstr>Agenda Workday Tasks</vt:lpstr>
      <vt:lpstr>Mid Year Check – In / Self Evaluation (1/5)</vt:lpstr>
      <vt:lpstr>Mid Year Check – In / Self Evaluation (2/5)</vt:lpstr>
      <vt:lpstr>Mid Year Check – In / Self Evaluation (3/5)</vt:lpstr>
      <vt:lpstr>Mid Year Check – In / Self Evaluation (4/5)</vt:lpstr>
      <vt:lpstr>Mid Year Check – In / Self Evaluation (5/5)</vt:lpstr>
      <vt:lpstr>Agenda</vt:lpstr>
      <vt:lpstr>Mid Year Check – In / Get Additional Manager Evaluation </vt:lpstr>
      <vt:lpstr>Agenda</vt:lpstr>
      <vt:lpstr>Mid Year Check – In / Additional Manager Evaluation (1/3)</vt:lpstr>
      <vt:lpstr>Mid Year Check – In / Additional Manager Evaluation (2/3)</vt:lpstr>
      <vt:lpstr>Mid Year Check – In / Additional Manager Evaluation (3/3)</vt:lpstr>
      <vt:lpstr>Agenda</vt:lpstr>
      <vt:lpstr>Mid Year Check – In / Manager Evaluation (1/4)</vt:lpstr>
      <vt:lpstr>Mid Year Check – In / Manager Evaluation (2/4)</vt:lpstr>
      <vt:lpstr>Mid Year Check – In / Manager Evaluation (3/4)</vt:lpstr>
      <vt:lpstr>Mid Year Check – In / Manager Evaluation (4/4)</vt:lpstr>
      <vt:lpstr>Agenda</vt:lpstr>
      <vt:lpstr>Mid Year Check – In / Employee Acknowledgement</vt:lpstr>
      <vt:lpstr>Agenda</vt:lpstr>
      <vt:lpstr>Mid Year Check – In / FAQs (1/3)</vt:lpstr>
      <vt:lpstr>Mid Year Check – In / FAQs (2/3)</vt:lpstr>
      <vt:lpstr>Mid Year Check – In / FAQs (3/3)</vt:lpstr>
      <vt:lpstr>Grazie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Interactive</dc:title>
  <dc:creator>Corporate Marketing</dc:creator>
  <cp:revision>2</cp:revision>
  <cp:lastPrinted>2019-06-14T17:17:14Z</cp:lastPrinted>
  <dcterms:created xsi:type="dcterms:W3CDTF">2019-06-18T16:00:45Z</dcterms:created>
  <dcterms:modified xsi:type="dcterms:W3CDTF">2025-07-17T12:06:34Z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0x010100DB46A08380395948BB190F25D4C52684</vt:lpwstr>
  </property>
  <property fmtid="{D5CDD505-2E9C-101B-9397-08002B2CF9AE}" pid="3" name="MediaServiceImageTags">
    <vt:lpwstr/>
  </property>
</Properties>
</file>